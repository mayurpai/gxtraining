
<file path=[Content_Types].xml><?xml version="1.0" encoding="utf-8"?>
<Types xmlns="http://schemas.openxmlformats.org/package/2006/content-types">
  <Default Extension="gif" ContentType="image/gif"/>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theme/theme2.xml" ContentType="application/vnd.openxmlformats-officedocument.theme+xml"/>
  <Override PartName="/ppt/changesInfos/changesInfo1.xml" ContentType="application/vnd.ms-powerpoint.changes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autoCompressPictures="0">
  <p:sldMasterIdLst>
    <p:sldMasterId id="2147483648" r:id="rId4"/>
  </p:sldMasterIdLst>
  <p:notesMasterIdLst>
    <p:notesMasterId r:id="rId59"/>
  </p:notesMasterIdLst>
  <p:sldIdLst>
    <p:sldId id="260" r:id="rId5"/>
    <p:sldId id="266" r:id="rId6"/>
    <p:sldId id="272" r:id="rId7"/>
    <p:sldId id="309" r:id="rId8"/>
    <p:sldId id="307" r:id="rId9"/>
    <p:sldId id="305" r:id="rId10"/>
    <p:sldId id="310" r:id="rId11"/>
    <p:sldId id="270" r:id="rId12"/>
    <p:sldId id="311" r:id="rId13"/>
    <p:sldId id="312" r:id="rId14"/>
    <p:sldId id="313" r:id="rId15"/>
    <p:sldId id="314" r:id="rId16"/>
    <p:sldId id="268" r:id="rId17"/>
    <p:sldId id="275" r:id="rId18"/>
    <p:sldId id="274" r:id="rId19"/>
    <p:sldId id="276" r:id="rId20"/>
    <p:sldId id="281" r:id="rId21"/>
    <p:sldId id="277" r:id="rId22"/>
    <p:sldId id="278" r:id="rId23"/>
    <p:sldId id="284" r:id="rId24"/>
    <p:sldId id="279" r:id="rId25"/>
    <p:sldId id="283" r:id="rId26"/>
    <p:sldId id="287" r:id="rId27"/>
    <p:sldId id="282" r:id="rId28"/>
    <p:sldId id="269" r:id="rId29"/>
    <p:sldId id="285" r:id="rId30"/>
    <p:sldId id="288" r:id="rId31"/>
    <p:sldId id="289" r:id="rId32"/>
    <p:sldId id="290" r:id="rId33"/>
    <p:sldId id="291" r:id="rId34"/>
    <p:sldId id="292" r:id="rId35"/>
    <p:sldId id="293" r:id="rId36"/>
    <p:sldId id="294" r:id="rId37"/>
    <p:sldId id="295" r:id="rId38"/>
    <p:sldId id="296" r:id="rId39"/>
    <p:sldId id="297" r:id="rId40"/>
    <p:sldId id="298" r:id="rId41"/>
    <p:sldId id="299" r:id="rId42"/>
    <p:sldId id="300" r:id="rId43"/>
    <p:sldId id="301" r:id="rId44"/>
    <p:sldId id="302" r:id="rId45"/>
    <p:sldId id="303" r:id="rId46"/>
    <p:sldId id="304" r:id="rId47"/>
    <p:sldId id="271" r:id="rId48"/>
    <p:sldId id="315" r:id="rId49"/>
    <p:sldId id="316" r:id="rId50"/>
    <p:sldId id="317" r:id="rId51"/>
    <p:sldId id="318" r:id="rId52"/>
    <p:sldId id="319" r:id="rId53"/>
    <p:sldId id="320" r:id="rId54"/>
    <p:sldId id="321" r:id="rId55"/>
    <p:sldId id="322" r:id="rId56"/>
    <p:sldId id="323" r:id="rId57"/>
    <p:sldId id="273" r:id="rId58"/>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Default Section" id="{51631B7D-EDC2-476B-9A65-813BC520C74F}">
          <p14:sldIdLst>
            <p14:sldId id="260"/>
            <p14:sldId id="266"/>
            <p14:sldId id="272"/>
            <p14:sldId id="309"/>
            <p14:sldId id="307"/>
            <p14:sldId id="305"/>
            <p14:sldId id="310"/>
            <p14:sldId id="270"/>
            <p14:sldId id="311"/>
            <p14:sldId id="312"/>
            <p14:sldId id="313"/>
            <p14:sldId id="314"/>
            <p14:sldId id="268"/>
            <p14:sldId id="275"/>
            <p14:sldId id="274"/>
            <p14:sldId id="276"/>
            <p14:sldId id="281"/>
            <p14:sldId id="277"/>
            <p14:sldId id="278"/>
            <p14:sldId id="284"/>
            <p14:sldId id="279"/>
            <p14:sldId id="283"/>
            <p14:sldId id="287"/>
            <p14:sldId id="282"/>
            <p14:sldId id="269"/>
            <p14:sldId id="285"/>
            <p14:sldId id="288"/>
            <p14:sldId id="289"/>
            <p14:sldId id="290"/>
            <p14:sldId id="291"/>
            <p14:sldId id="292"/>
            <p14:sldId id="293"/>
            <p14:sldId id="294"/>
            <p14:sldId id="295"/>
            <p14:sldId id="296"/>
            <p14:sldId id="297"/>
            <p14:sldId id="298"/>
            <p14:sldId id="299"/>
            <p14:sldId id="300"/>
            <p14:sldId id="301"/>
            <p14:sldId id="302"/>
            <p14:sldId id="303"/>
            <p14:sldId id="304"/>
            <p14:sldId id="271"/>
            <p14:sldId id="315"/>
            <p14:sldId id="316"/>
            <p14:sldId id="317"/>
            <p14:sldId id="318"/>
            <p14:sldId id="319"/>
            <p14:sldId id="320"/>
            <p14:sldId id="321"/>
            <p14:sldId id="322"/>
            <p14:sldId id="323"/>
            <p14:sldId id="273"/>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30ACEC"/>
    <a:srgbClr val="FF8B39"/>
    <a:srgbClr val="FEDE5D"/>
    <a:srgbClr val="595959"/>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4995" autoAdjust="0"/>
    <p:restoredTop sz="94660"/>
  </p:normalViewPr>
  <p:slideViewPr>
    <p:cSldViewPr snapToGrid="0">
      <p:cViewPr varScale="1">
        <p:scale>
          <a:sx n="98" d="100"/>
          <a:sy n="98" d="100"/>
        </p:scale>
        <p:origin x="110" y="163"/>
      </p:cViewPr>
      <p:guideLst/>
    </p:cSldViewPr>
  </p:slideViewPr>
  <p:notesTextViewPr>
    <p:cViewPr>
      <p:scale>
        <a:sx n="1" d="1"/>
        <a:sy n="1" d="1"/>
      </p:scale>
      <p:origin x="0" y="0"/>
    </p:cViewPr>
  </p:notesTextViewPr>
  <p:sorterViewPr>
    <p:cViewPr varScale="1">
      <p:scale>
        <a:sx n="100" d="100"/>
        <a:sy n="100" d="100"/>
      </p:scale>
      <p:origin x="0" y="0"/>
    </p:cViewPr>
  </p:sorter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9.xml"/><Relationship Id="rId18" Type="http://schemas.openxmlformats.org/officeDocument/2006/relationships/slide" Target="slides/slide14.xml"/><Relationship Id="rId26" Type="http://schemas.openxmlformats.org/officeDocument/2006/relationships/slide" Target="slides/slide22.xml"/><Relationship Id="rId39" Type="http://schemas.openxmlformats.org/officeDocument/2006/relationships/slide" Target="slides/slide35.xml"/><Relationship Id="rId21" Type="http://schemas.openxmlformats.org/officeDocument/2006/relationships/slide" Target="slides/slide17.xml"/><Relationship Id="rId34" Type="http://schemas.openxmlformats.org/officeDocument/2006/relationships/slide" Target="slides/slide30.xml"/><Relationship Id="rId42" Type="http://schemas.openxmlformats.org/officeDocument/2006/relationships/slide" Target="slides/slide38.xml"/><Relationship Id="rId47" Type="http://schemas.openxmlformats.org/officeDocument/2006/relationships/slide" Target="slides/slide43.xml"/><Relationship Id="rId50" Type="http://schemas.openxmlformats.org/officeDocument/2006/relationships/slide" Target="slides/slide46.xml"/><Relationship Id="rId55" Type="http://schemas.openxmlformats.org/officeDocument/2006/relationships/slide" Target="slides/slide51.xml"/><Relationship Id="rId63" Type="http://schemas.openxmlformats.org/officeDocument/2006/relationships/tableStyles" Target="tableStyles.xml"/><Relationship Id="rId7" Type="http://schemas.openxmlformats.org/officeDocument/2006/relationships/slide" Target="slides/slide3.xml"/><Relationship Id="rId2" Type="http://schemas.openxmlformats.org/officeDocument/2006/relationships/customXml" Target="../customXml/item2.xml"/><Relationship Id="rId16" Type="http://schemas.openxmlformats.org/officeDocument/2006/relationships/slide" Target="slides/slide12.xml"/><Relationship Id="rId29" Type="http://schemas.openxmlformats.org/officeDocument/2006/relationships/slide" Target="slides/slide25.xml"/><Relationship Id="rId11" Type="http://schemas.openxmlformats.org/officeDocument/2006/relationships/slide" Target="slides/slide7.xml"/><Relationship Id="rId24" Type="http://schemas.openxmlformats.org/officeDocument/2006/relationships/slide" Target="slides/slide20.xml"/><Relationship Id="rId32" Type="http://schemas.openxmlformats.org/officeDocument/2006/relationships/slide" Target="slides/slide28.xml"/><Relationship Id="rId37" Type="http://schemas.openxmlformats.org/officeDocument/2006/relationships/slide" Target="slides/slide33.xml"/><Relationship Id="rId40" Type="http://schemas.openxmlformats.org/officeDocument/2006/relationships/slide" Target="slides/slide36.xml"/><Relationship Id="rId45" Type="http://schemas.openxmlformats.org/officeDocument/2006/relationships/slide" Target="slides/slide41.xml"/><Relationship Id="rId53" Type="http://schemas.openxmlformats.org/officeDocument/2006/relationships/slide" Target="slides/slide49.xml"/><Relationship Id="rId58" Type="http://schemas.openxmlformats.org/officeDocument/2006/relationships/slide" Target="slides/slide54.xml"/><Relationship Id="rId5" Type="http://schemas.openxmlformats.org/officeDocument/2006/relationships/slide" Target="slides/slide1.xml"/><Relationship Id="rId61" Type="http://schemas.openxmlformats.org/officeDocument/2006/relationships/viewProps" Target="viewProps.xml"/><Relationship Id="rId19" Type="http://schemas.openxmlformats.org/officeDocument/2006/relationships/slide" Target="slides/slide15.xml"/><Relationship Id="rId14" Type="http://schemas.openxmlformats.org/officeDocument/2006/relationships/slide" Target="slides/slide10.xml"/><Relationship Id="rId22" Type="http://schemas.openxmlformats.org/officeDocument/2006/relationships/slide" Target="slides/slide18.xml"/><Relationship Id="rId27" Type="http://schemas.openxmlformats.org/officeDocument/2006/relationships/slide" Target="slides/slide23.xml"/><Relationship Id="rId30" Type="http://schemas.openxmlformats.org/officeDocument/2006/relationships/slide" Target="slides/slide26.xml"/><Relationship Id="rId35" Type="http://schemas.openxmlformats.org/officeDocument/2006/relationships/slide" Target="slides/slide31.xml"/><Relationship Id="rId43" Type="http://schemas.openxmlformats.org/officeDocument/2006/relationships/slide" Target="slides/slide39.xml"/><Relationship Id="rId48" Type="http://schemas.openxmlformats.org/officeDocument/2006/relationships/slide" Target="slides/slide44.xml"/><Relationship Id="rId56" Type="http://schemas.openxmlformats.org/officeDocument/2006/relationships/slide" Target="slides/slide52.xml"/><Relationship Id="rId64" Type="http://schemas.microsoft.com/office/2016/11/relationships/changesInfo" Target="changesInfos/changesInfo1.xml"/><Relationship Id="rId8" Type="http://schemas.openxmlformats.org/officeDocument/2006/relationships/slide" Target="slides/slide4.xml"/><Relationship Id="rId51" Type="http://schemas.openxmlformats.org/officeDocument/2006/relationships/slide" Target="slides/slide47.xml"/><Relationship Id="rId3" Type="http://schemas.openxmlformats.org/officeDocument/2006/relationships/customXml" Target="../customXml/item3.xml"/><Relationship Id="rId12" Type="http://schemas.openxmlformats.org/officeDocument/2006/relationships/slide" Target="slides/slide8.xml"/><Relationship Id="rId17" Type="http://schemas.openxmlformats.org/officeDocument/2006/relationships/slide" Target="slides/slide13.xml"/><Relationship Id="rId25" Type="http://schemas.openxmlformats.org/officeDocument/2006/relationships/slide" Target="slides/slide21.xml"/><Relationship Id="rId33" Type="http://schemas.openxmlformats.org/officeDocument/2006/relationships/slide" Target="slides/slide29.xml"/><Relationship Id="rId38" Type="http://schemas.openxmlformats.org/officeDocument/2006/relationships/slide" Target="slides/slide34.xml"/><Relationship Id="rId46" Type="http://schemas.openxmlformats.org/officeDocument/2006/relationships/slide" Target="slides/slide42.xml"/><Relationship Id="rId59" Type="http://schemas.openxmlformats.org/officeDocument/2006/relationships/notesMaster" Target="notesMasters/notesMaster1.xml"/><Relationship Id="rId20" Type="http://schemas.openxmlformats.org/officeDocument/2006/relationships/slide" Target="slides/slide16.xml"/><Relationship Id="rId41" Type="http://schemas.openxmlformats.org/officeDocument/2006/relationships/slide" Target="slides/slide37.xml"/><Relationship Id="rId54" Type="http://schemas.openxmlformats.org/officeDocument/2006/relationships/slide" Target="slides/slide50.xml"/><Relationship Id="rId62" Type="http://schemas.openxmlformats.org/officeDocument/2006/relationships/theme" Target="theme/theme1.xml"/><Relationship Id="rId1" Type="http://schemas.openxmlformats.org/officeDocument/2006/relationships/customXml" Target="../customXml/item1.xml"/><Relationship Id="rId6" Type="http://schemas.openxmlformats.org/officeDocument/2006/relationships/slide" Target="slides/slide2.xml"/><Relationship Id="rId15" Type="http://schemas.openxmlformats.org/officeDocument/2006/relationships/slide" Target="slides/slide11.xml"/><Relationship Id="rId23" Type="http://schemas.openxmlformats.org/officeDocument/2006/relationships/slide" Target="slides/slide19.xml"/><Relationship Id="rId28" Type="http://schemas.openxmlformats.org/officeDocument/2006/relationships/slide" Target="slides/slide24.xml"/><Relationship Id="rId36" Type="http://schemas.openxmlformats.org/officeDocument/2006/relationships/slide" Target="slides/slide32.xml"/><Relationship Id="rId49" Type="http://schemas.openxmlformats.org/officeDocument/2006/relationships/slide" Target="slides/slide45.xml"/><Relationship Id="rId57" Type="http://schemas.openxmlformats.org/officeDocument/2006/relationships/slide" Target="slides/slide53.xml"/><Relationship Id="rId10" Type="http://schemas.openxmlformats.org/officeDocument/2006/relationships/slide" Target="slides/slide6.xml"/><Relationship Id="rId31" Type="http://schemas.openxmlformats.org/officeDocument/2006/relationships/slide" Target="slides/slide27.xml"/><Relationship Id="rId44" Type="http://schemas.openxmlformats.org/officeDocument/2006/relationships/slide" Target="slides/slide40.xml"/><Relationship Id="rId52" Type="http://schemas.openxmlformats.org/officeDocument/2006/relationships/slide" Target="slides/slide48.xml"/><Relationship Id="rId60" Type="http://schemas.openxmlformats.org/officeDocument/2006/relationships/presProps" Target="presProps.xml"/><Relationship Id="rId4" Type="http://schemas.openxmlformats.org/officeDocument/2006/relationships/slideMaster" Target="slideMasters/slideMaster1.xml"/><Relationship Id="rId9" Type="http://schemas.openxmlformats.org/officeDocument/2006/relationships/slide" Target="slides/slide5.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Bantwal Hebbahalasinakate, Mayur Pai" userId="754cdd8c-0ff8-48ba-be35-c2e80932eaf7" providerId="ADAL" clId="{41EE8DAD-159D-403A-B3DE-771383F2AA14}"/>
    <pc:docChg chg="custSel modSld">
      <pc:chgData name="Bantwal Hebbahalasinakate, Mayur Pai" userId="754cdd8c-0ff8-48ba-be35-c2e80932eaf7" providerId="ADAL" clId="{41EE8DAD-159D-403A-B3DE-771383F2AA14}" dt="2023-11-21T14:57:13.625" v="5" actId="20577"/>
      <pc:docMkLst>
        <pc:docMk/>
      </pc:docMkLst>
      <pc:sldChg chg="modSp mod">
        <pc:chgData name="Bantwal Hebbahalasinakate, Mayur Pai" userId="754cdd8c-0ff8-48ba-be35-c2e80932eaf7" providerId="ADAL" clId="{41EE8DAD-159D-403A-B3DE-771383F2AA14}" dt="2023-11-21T14:57:13.625" v="5" actId="20577"/>
        <pc:sldMkLst>
          <pc:docMk/>
          <pc:sldMk cId="42181426" sldId="289"/>
        </pc:sldMkLst>
        <pc:spChg chg="mod">
          <ac:chgData name="Bantwal Hebbahalasinakate, Mayur Pai" userId="754cdd8c-0ff8-48ba-be35-c2e80932eaf7" providerId="ADAL" clId="{41EE8DAD-159D-403A-B3DE-771383F2AA14}" dt="2023-11-21T14:57:13.625" v="5" actId="20577"/>
          <ac:spMkLst>
            <pc:docMk/>
            <pc:sldMk cId="42181426" sldId="289"/>
            <ac:spMk id="11" creationId="{EE9782A5-1465-38F7-C145-662AC5B677F6}"/>
          </ac:spMkLst>
        </pc:spChg>
      </pc:sldChg>
    </pc:docChg>
  </pc:docChgLst>
  <pc:docChgLst>
    <pc:chgData name="Bantwal Hebbahalasinakate, Mayur Pai" userId="754cdd8c-0ff8-48ba-be35-c2e80932eaf7" providerId="ADAL" clId="{AED51D95-8F3A-4905-949C-6A498A67DCDF}"/>
    <pc:docChg chg="undo redo custSel addSld delSld modSld sldOrd modMainMaster addSection delSection modSection">
      <pc:chgData name="Bantwal Hebbahalasinakate, Mayur Pai" userId="754cdd8c-0ff8-48ba-be35-c2e80932eaf7" providerId="ADAL" clId="{AED51D95-8F3A-4905-949C-6A498A67DCDF}" dt="2023-08-02T09:42:22.368" v="3896" actId="20577"/>
      <pc:docMkLst>
        <pc:docMk/>
      </pc:docMkLst>
      <pc:sldChg chg="del modTransition">
        <pc:chgData name="Bantwal Hebbahalasinakate, Mayur Pai" userId="754cdd8c-0ff8-48ba-be35-c2e80932eaf7" providerId="ADAL" clId="{AED51D95-8F3A-4905-949C-6A498A67DCDF}" dt="2023-07-30T18:23:46.726" v="2874" actId="47"/>
        <pc:sldMkLst>
          <pc:docMk/>
          <pc:sldMk cId="990684553" sldId="257"/>
        </pc:sldMkLst>
      </pc:sldChg>
      <pc:sldChg chg="modTransition modAnim">
        <pc:chgData name="Bantwal Hebbahalasinakate, Mayur Pai" userId="754cdd8c-0ff8-48ba-be35-c2e80932eaf7" providerId="ADAL" clId="{AED51D95-8F3A-4905-949C-6A498A67DCDF}" dt="2023-07-31T09:52:52.285" v="3575"/>
        <pc:sldMkLst>
          <pc:docMk/>
          <pc:sldMk cId="3884466951" sldId="260"/>
        </pc:sldMkLst>
      </pc:sldChg>
      <pc:sldChg chg="add del modTransition">
        <pc:chgData name="Bantwal Hebbahalasinakate, Mayur Pai" userId="754cdd8c-0ff8-48ba-be35-c2e80932eaf7" providerId="ADAL" clId="{AED51D95-8F3A-4905-949C-6A498A67DCDF}" dt="2023-07-30T07:25:48.533" v="31" actId="47"/>
        <pc:sldMkLst>
          <pc:docMk/>
          <pc:sldMk cId="2671170492" sldId="261"/>
        </pc:sldMkLst>
      </pc:sldChg>
      <pc:sldChg chg="add del modTransition">
        <pc:chgData name="Bantwal Hebbahalasinakate, Mayur Pai" userId="754cdd8c-0ff8-48ba-be35-c2e80932eaf7" providerId="ADAL" clId="{AED51D95-8F3A-4905-949C-6A498A67DCDF}" dt="2023-07-30T07:25:49.020" v="32" actId="47"/>
        <pc:sldMkLst>
          <pc:docMk/>
          <pc:sldMk cId="582037756" sldId="262"/>
        </pc:sldMkLst>
      </pc:sldChg>
      <pc:sldChg chg="add del modTransition">
        <pc:chgData name="Bantwal Hebbahalasinakate, Mayur Pai" userId="754cdd8c-0ff8-48ba-be35-c2e80932eaf7" providerId="ADAL" clId="{AED51D95-8F3A-4905-949C-6A498A67DCDF}" dt="2023-07-30T07:25:49.388" v="33" actId="47"/>
        <pc:sldMkLst>
          <pc:docMk/>
          <pc:sldMk cId="1925443395" sldId="263"/>
        </pc:sldMkLst>
      </pc:sldChg>
      <pc:sldChg chg="add del modTransition">
        <pc:chgData name="Bantwal Hebbahalasinakate, Mayur Pai" userId="754cdd8c-0ff8-48ba-be35-c2e80932eaf7" providerId="ADAL" clId="{AED51D95-8F3A-4905-949C-6A498A67DCDF}" dt="2023-07-30T07:25:50.132" v="34" actId="47"/>
        <pc:sldMkLst>
          <pc:docMk/>
          <pc:sldMk cId="2360320899" sldId="264"/>
        </pc:sldMkLst>
      </pc:sldChg>
      <pc:sldChg chg="add del modTransition">
        <pc:chgData name="Bantwal Hebbahalasinakate, Mayur Pai" userId="754cdd8c-0ff8-48ba-be35-c2e80932eaf7" providerId="ADAL" clId="{AED51D95-8F3A-4905-949C-6A498A67DCDF}" dt="2023-07-30T07:25:50.966" v="35" actId="47"/>
        <pc:sldMkLst>
          <pc:docMk/>
          <pc:sldMk cId="1119931726" sldId="265"/>
        </pc:sldMkLst>
      </pc:sldChg>
      <pc:sldChg chg="addSp delSp modSp mod modTransition delAnim modAnim">
        <pc:chgData name="Bantwal Hebbahalasinakate, Mayur Pai" userId="754cdd8c-0ff8-48ba-be35-c2e80932eaf7" providerId="ADAL" clId="{AED51D95-8F3A-4905-949C-6A498A67DCDF}" dt="2023-07-31T09:52:52.285" v="3575"/>
        <pc:sldMkLst>
          <pc:docMk/>
          <pc:sldMk cId="2837986521" sldId="266"/>
        </pc:sldMkLst>
        <pc:spChg chg="mod">
          <ac:chgData name="Bantwal Hebbahalasinakate, Mayur Pai" userId="754cdd8c-0ff8-48ba-be35-c2e80932eaf7" providerId="ADAL" clId="{AED51D95-8F3A-4905-949C-6A498A67DCDF}" dt="2023-07-30T08:17:41.780" v="294" actId="404"/>
          <ac:spMkLst>
            <pc:docMk/>
            <pc:sldMk cId="2837986521" sldId="266"/>
            <ac:spMk id="2" creationId="{652CD06E-EB43-4697-A9C1-290232C3BAD6}"/>
          </ac:spMkLst>
        </pc:spChg>
        <pc:spChg chg="mod">
          <ac:chgData name="Bantwal Hebbahalasinakate, Mayur Pai" userId="754cdd8c-0ff8-48ba-be35-c2e80932eaf7" providerId="ADAL" clId="{AED51D95-8F3A-4905-949C-6A498A67DCDF}" dt="2023-07-30T08:16:33.624" v="279" actId="403"/>
          <ac:spMkLst>
            <pc:docMk/>
            <pc:sldMk cId="2837986521" sldId="266"/>
            <ac:spMk id="11" creationId="{AAB8DDB9-6227-1DD5-9754-C894541CB3EB}"/>
          </ac:spMkLst>
        </pc:spChg>
        <pc:spChg chg="mod">
          <ac:chgData name="Bantwal Hebbahalasinakate, Mayur Pai" userId="754cdd8c-0ff8-48ba-be35-c2e80932eaf7" providerId="ADAL" clId="{AED51D95-8F3A-4905-949C-6A498A67DCDF}" dt="2023-07-30T19:20:32.810" v="3458" actId="20577"/>
          <ac:spMkLst>
            <pc:docMk/>
            <pc:sldMk cId="2837986521" sldId="266"/>
            <ac:spMk id="15" creationId="{7ECF45C6-D7D5-7F4B-2F60-8C13FE341242}"/>
          </ac:spMkLst>
        </pc:spChg>
        <pc:spChg chg="mod">
          <ac:chgData name="Bantwal Hebbahalasinakate, Mayur Pai" userId="754cdd8c-0ff8-48ba-be35-c2e80932eaf7" providerId="ADAL" clId="{AED51D95-8F3A-4905-949C-6A498A67DCDF}" dt="2023-07-30T19:20:46.942" v="3476" actId="20577"/>
          <ac:spMkLst>
            <pc:docMk/>
            <pc:sldMk cId="2837986521" sldId="266"/>
            <ac:spMk id="16" creationId="{676A0F2F-2819-CC16-873F-A274B7303508}"/>
          </ac:spMkLst>
        </pc:spChg>
        <pc:spChg chg="mod">
          <ac:chgData name="Bantwal Hebbahalasinakate, Mayur Pai" userId="754cdd8c-0ff8-48ba-be35-c2e80932eaf7" providerId="ADAL" clId="{AED51D95-8F3A-4905-949C-6A498A67DCDF}" dt="2023-07-30T19:20:54.427" v="3486" actId="20577"/>
          <ac:spMkLst>
            <pc:docMk/>
            <pc:sldMk cId="2837986521" sldId="266"/>
            <ac:spMk id="17" creationId="{1A737EFC-57BF-8255-5E0A-18EF50B81734}"/>
          </ac:spMkLst>
        </pc:spChg>
        <pc:spChg chg="mod">
          <ac:chgData name="Bantwal Hebbahalasinakate, Mayur Pai" userId="754cdd8c-0ff8-48ba-be35-c2e80932eaf7" providerId="ADAL" clId="{AED51D95-8F3A-4905-949C-6A498A67DCDF}" dt="2023-07-30T19:21:04.193" v="3511" actId="20577"/>
          <ac:spMkLst>
            <pc:docMk/>
            <pc:sldMk cId="2837986521" sldId="266"/>
            <ac:spMk id="20" creationId="{7E07024B-84BD-91CE-B886-6C2847757972}"/>
          </ac:spMkLst>
        </pc:spChg>
        <pc:spChg chg="mod">
          <ac:chgData name="Bantwal Hebbahalasinakate, Mayur Pai" userId="754cdd8c-0ff8-48ba-be35-c2e80932eaf7" providerId="ADAL" clId="{AED51D95-8F3A-4905-949C-6A498A67DCDF}" dt="2023-07-30T19:21:16.228" v="3533" actId="20577"/>
          <ac:spMkLst>
            <pc:docMk/>
            <pc:sldMk cId="2837986521" sldId="266"/>
            <ac:spMk id="31" creationId="{71C60072-6306-6E0A-7E50-0F8735A7F308}"/>
          </ac:spMkLst>
        </pc:spChg>
        <pc:grpChg chg="mod">
          <ac:chgData name="Bantwal Hebbahalasinakate, Mayur Pai" userId="754cdd8c-0ff8-48ba-be35-c2e80932eaf7" providerId="ADAL" clId="{AED51D95-8F3A-4905-949C-6A498A67DCDF}" dt="2023-07-30T09:03:01.102" v="558" actId="1037"/>
          <ac:grpSpMkLst>
            <pc:docMk/>
            <pc:sldMk cId="2837986521" sldId="266"/>
            <ac:grpSpMk id="3" creationId="{E4EABFF1-5F87-9912-ED43-DC2242FC1661}"/>
          </ac:grpSpMkLst>
        </pc:grpChg>
        <pc:grpChg chg="mod">
          <ac:chgData name="Bantwal Hebbahalasinakate, Mayur Pai" userId="754cdd8c-0ff8-48ba-be35-c2e80932eaf7" providerId="ADAL" clId="{AED51D95-8F3A-4905-949C-6A498A67DCDF}" dt="2023-07-30T08:17:39.692" v="293" actId="1076"/>
          <ac:grpSpMkLst>
            <pc:docMk/>
            <pc:sldMk cId="2837986521" sldId="266"/>
            <ac:grpSpMk id="6" creationId="{752A73B4-49EC-E765-1462-2A106F07C3D4}"/>
          </ac:grpSpMkLst>
        </pc:grpChg>
        <pc:grpChg chg="mod">
          <ac:chgData name="Bantwal Hebbahalasinakate, Mayur Pai" userId="754cdd8c-0ff8-48ba-be35-c2e80932eaf7" providerId="ADAL" clId="{AED51D95-8F3A-4905-949C-6A498A67DCDF}" dt="2023-07-30T09:03:01.102" v="558" actId="1037"/>
          <ac:grpSpMkLst>
            <pc:docMk/>
            <pc:sldMk cId="2837986521" sldId="266"/>
            <ac:grpSpMk id="8" creationId="{1EA5043D-92A4-E1C4-B9DF-74E7E5A86B41}"/>
          </ac:grpSpMkLst>
        </pc:grpChg>
        <pc:grpChg chg="del">
          <ac:chgData name="Bantwal Hebbahalasinakate, Mayur Pai" userId="754cdd8c-0ff8-48ba-be35-c2e80932eaf7" providerId="ADAL" clId="{AED51D95-8F3A-4905-949C-6A498A67DCDF}" dt="2023-07-30T08:17:16.358" v="288" actId="478"/>
          <ac:grpSpMkLst>
            <pc:docMk/>
            <pc:sldMk cId="2837986521" sldId="266"/>
            <ac:grpSpMk id="12" creationId="{FB3FCF60-6A6C-A41E-077F-0B2F9DD156D6}"/>
          </ac:grpSpMkLst>
        </pc:grpChg>
        <pc:grpChg chg="mod">
          <ac:chgData name="Bantwal Hebbahalasinakate, Mayur Pai" userId="754cdd8c-0ff8-48ba-be35-c2e80932eaf7" providerId="ADAL" clId="{AED51D95-8F3A-4905-949C-6A498A67DCDF}" dt="2023-07-30T09:03:01.102" v="558" actId="1037"/>
          <ac:grpSpMkLst>
            <pc:docMk/>
            <pc:sldMk cId="2837986521" sldId="266"/>
            <ac:grpSpMk id="13" creationId="{610A667B-F8FC-8F99-7594-67F91EEA4B3E}"/>
          </ac:grpSpMkLst>
        </pc:grpChg>
        <pc:grpChg chg="mod">
          <ac:chgData name="Bantwal Hebbahalasinakate, Mayur Pai" userId="754cdd8c-0ff8-48ba-be35-c2e80932eaf7" providerId="ADAL" clId="{AED51D95-8F3A-4905-949C-6A498A67DCDF}" dt="2023-07-30T09:03:01.102" v="558" actId="1037"/>
          <ac:grpSpMkLst>
            <pc:docMk/>
            <pc:sldMk cId="2837986521" sldId="266"/>
            <ac:grpSpMk id="18" creationId="{EB8ADDF0-C296-AF33-88DB-B174AA55D9C8}"/>
          </ac:grpSpMkLst>
        </pc:grpChg>
        <pc:grpChg chg="mod">
          <ac:chgData name="Bantwal Hebbahalasinakate, Mayur Pai" userId="754cdd8c-0ff8-48ba-be35-c2e80932eaf7" providerId="ADAL" clId="{AED51D95-8F3A-4905-949C-6A498A67DCDF}" dt="2023-07-30T09:03:01.102" v="558" actId="1037"/>
          <ac:grpSpMkLst>
            <pc:docMk/>
            <pc:sldMk cId="2837986521" sldId="266"/>
            <ac:grpSpMk id="22" creationId="{20B2A049-B324-47B3-39C2-EC37A3C9F7EC}"/>
          </ac:grpSpMkLst>
        </pc:grpChg>
        <pc:grpChg chg="add mod">
          <ac:chgData name="Bantwal Hebbahalasinakate, Mayur Pai" userId="754cdd8c-0ff8-48ba-be35-c2e80932eaf7" providerId="ADAL" clId="{AED51D95-8F3A-4905-949C-6A498A67DCDF}" dt="2023-07-30T08:57:39.340" v="462" actId="164"/>
          <ac:grpSpMkLst>
            <pc:docMk/>
            <pc:sldMk cId="2837986521" sldId="266"/>
            <ac:grpSpMk id="32" creationId="{B94A29A7-DACE-E39B-FD6A-ABD062A3F7A6}"/>
          </ac:grpSpMkLst>
        </pc:grpChg>
        <pc:picChg chg="mod">
          <ac:chgData name="Bantwal Hebbahalasinakate, Mayur Pai" userId="754cdd8c-0ff8-48ba-be35-c2e80932eaf7" providerId="ADAL" clId="{AED51D95-8F3A-4905-949C-6A498A67DCDF}" dt="2023-07-30T08:57:39.340" v="462" actId="164"/>
          <ac:picMkLst>
            <pc:docMk/>
            <pc:sldMk cId="2837986521" sldId="266"/>
            <ac:picMk id="7" creationId="{71883968-E814-FF32-6B5D-19911E80E713}"/>
          </ac:picMkLst>
        </pc:picChg>
        <pc:picChg chg="mod">
          <ac:chgData name="Bantwal Hebbahalasinakate, Mayur Pai" userId="754cdd8c-0ff8-48ba-be35-c2e80932eaf7" providerId="ADAL" clId="{AED51D95-8F3A-4905-949C-6A498A67DCDF}" dt="2023-07-30T08:57:39.340" v="462" actId="164"/>
          <ac:picMkLst>
            <pc:docMk/>
            <pc:sldMk cId="2837986521" sldId="266"/>
            <ac:picMk id="9" creationId="{59D6AD92-F099-E2E8-5ACA-118E139BA80C}"/>
          </ac:picMkLst>
        </pc:picChg>
        <pc:picChg chg="mod">
          <ac:chgData name="Bantwal Hebbahalasinakate, Mayur Pai" userId="754cdd8c-0ff8-48ba-be35-c2e80932eaf7" providerId="ADAL" clId="{AED51D95-8F3A-4905-949C-6A498A67DCDF}" dt="2023-07-30T08:57:39.340" v="462" actId="164"/>
          <ac:picMkLst>
            <pc:docMk/>
            <pc:sldMk cId="2837986521" sldId="266"/>
            <ac:picMk id="14" creationId="{6BF1CFA9-2B8C-C2F7-4ADA-22E3987AA539}"/>
          </ac:picMkLst>
        </pc:picChg>
        <pc:picChg chg="mod">
          <ac:chgData name="Bantwal Hebbahalasinakate, Mayur Pai" userId="754cdd8c-0ff8-48ba-be35-c2e80932eaf7" providerId="ADAL" clId="{AED51D95-8F3A-4905-949C-6A498A67DCDF}" dt="2023-07-30T08:57:39.340" v="462" actId="164"/>
          <ac:picMkLst>
            <pc:docMk/>
            <pc:sldMk cId="2837986521" sldId="266"/>
            <ac:picMk id="19" creationId="{F685747E-2A3F-87E0-CDC5-A6AEDA2385D4}"/>
          </ac:picMkLst>
        </pc:picChg>
        <pc:picChg chg="mod">
          <ac:chgData name="Bantwal Hebbahalasinakate, Mayur Pai" userId="754cdd8c-0ff8-48ba-be35-c2e80932eaf7" providerId="ADAL" clId="{AED51D95-8F3A-4905-949C-6A498A67DCDF}" dt="2023-07-30T08:57:39.340" v="462" actId="164"/>
          <ac:picMkLst>
            <pc:docMk/>
            <pc:sldMk cId="2837986521" sldId="266"/>
            <ac:picMk id="30" creationId="{5BE10D43-74D6-F7EA-FDC8-8FAE9D687882}"/>
          </ac:picMkLst>
        </pc:picChg>
      </pc:sldChg>
      <pc:sldChg chg="delSp modSp add del mod modTransition delAnim">
        <pc:chgData name="Bantwal Hebbahalasinakate, Mayur Pai" userId="754cdd8c-0ff8-48ba-be35-c2e80932eaf7" providerId="ADAL" clId="{AED51D95-8F3A-4905-949C-6A498A67DCDF}" dt="2023-07-30T08:18:06.689" v="296" actId="47"/>
        <pc:sldMkLst>
          <pc:docMk/>
          <pc:sldMk cId="287959143" sldId="267"/>
        </pc:sldMkLst>
        <pc:spChg chg="mod">
          <ac:chgData name="Bantwal Hebbahalasinakate, Mayur Pai" userId="754cdd8c-0ff8-48ba-be35-c2e80932eaf7" providerId="ADAL" clId="{AED51D95-8F3A-4905-949C-6A498A67DCDF}" dt="2023-07-30T07:28:15.383" v="49" actId="404"/>
          <ac:spMkLst>
            <pc:docMk/>
            <pc:sldMk cId="287959143" sldId="267"/>
            <ac:spMk id="2" creationId="{652CD06E-EB43-4697-A9C1-290232C3BAD6}"/>
          </ac:spMkLst>
        </pc:spChg>
        <pc:grpChg chg="del">
          <ac:chgData name="Bantwal Hebbahalasinakate, Mayur Pai" userId="754cdd8c-0ff8-48ba-be35-c2e80932eaf7" providerId="ADAL" clId="{AED51D95-8F3A-4905-949C-6A498A67DCDF}" dt="2023-07-30T07:28:35.840" v="50" actId="478"/>
          <ac:grpSpMkLst>
            <pc:docMk/>
            <pc:sldMk cId="287959143" sldId="267"/>
            <ac:grpSpMk id="3" creationId="{E4EABFF1-5F87-9912-ED43-DC2242FC1661}"/>
          </ac:grpSpMkLst>
        </pc:grpChg>
        <pc:grpChg chg="del">
          <ac:chgData name="Bantwal Hebbahalasinakate, Mayur Pai" userId="754cdd8c-0ff8-48ba-be35-c2e80932eaf7" providerId="ADAL" clId="{AED51D95-8F3A-4905-949C-6A498A67DCDF}" dt="2023-07-30T07:28:35.840" v="50" actId="478"/>
          <ac:grpSpMkLst>
            <pc:docMk/>
            <pc:sldMk cId="287959143" sldId="267"/>
            <ac:grpSpMk id="8" creationId="{1EA5043D-92A4-E1C4-B9DF-74E7E5A86B41}"/>
          </ac:grpSpMkLst>
        </pc:grpChg>
        <pc:grpChg chg="del">
          <ac:chgData name="Bantwal Hebbahalasinakate, Mayur Pai" userId="754cdd8c-0ff8-48ba-be35-c2e80932eaf7" providerId="ADAL" clId="{AED51D95-8F3A-4905-949C-6A498A67DCDF}" dt="2023-07-30T07:28:42.947" v="51" actId="478"/>
          <ac:grpSpMkLst>
            <pc:docMk/>
            <pc:sldMk cId="287959143" sldId="267"/>
            <ac:grpSpMk id="12" creationId="{FB3FCF60-6A6C-A41E-077F-0B2F9DD156D6}"/>
          </ac:grpSpMkLst>
        </pc:grpChg>
        <pc:grpChg chg="del">
          <ac:chgData name="Bantwal Hebbahalasinakate, Mayur Pai" userId="754cdd8c-0ff8-48ba-be35-c2e80932eaf7" providerId="ADAL" clId="{AED51D95-8F3A-4905-949C-6A498A67DCDF}" dt="2023-07-30T07:28:35.840" v="50" actId="478"/>
          <ac:grpSpMkLst>
            <pc:docMk/>
            <pc:sldMk cId="287959143" sldId="267"/>
            <ac:grpSpMk id="13" creationId="{610A667B-F8FC-8F99-7594-67F91EEA4B3E}"/>
          </ac:grpSpMkLst>
        </pc:grpChg>
        <pc:grpChg chg="del">
          <ac:chgData name="Bantwal Hebbahalasinakate, Mayur Pai" userId="754cdd8c-0ff8-48ba-be35-c2e80932eaf7" providerId="ADAL" clId="{AED51D95-8F3A-4905-949C-6A498A67DCDF}" dt="2023-07-30T07:28:35.840" v="50" actId="478"/>
          <ac:grpSpMkLst>
            <pc:docMk/>
            <pc:sldMk cId="287959143" sldId="267"/>
            <ac:grpSpMk id="18" creationId="{EB8ADDF0-C296-AF33-88DB-B174AA55D9C8}"/>
          </ac:grpSpMkLst>
        </pc:grpChg>
        <pc:grpChg chg="del">
          <ac:chgData name="Bantwal Hebbahalasinakate, Mayur Pai" userId="754cdd8c-0ff8-48ba-be35-c2e80932eaf7" providerId="ADAL" clId="{AED51D95-8F3A-4905-949C-6A498A67DCDF}" dt="2023-07-30T07:28:35.840" v="50" actId="478"/>
          <ac:grpSpMkLst>
            <pc:docMk/>
            <pc:sldMk cId="287959143" sldId="267"/>
            <ac:grpSpMk id="22" creationId="{20B2A049-B324-47B3-39C2-EC37A3C9F7EC}"/>
          </ac:grpSpMkLst>
        </pc:grpChg>
      </pc:sldChg>
      <pc:sldChg chg="addSp delSp modSp add mod modTransition modAnim">
        <pc:chgData name="Bantwal Hebbahalasinakate, Mayur Pai" userId="754cdd8c-0ff8-48ba-be35-c2e80932eaf7" providerId="ADAL" clId="{AED51D95-8F3A-4905-949C-6A498A67DCDF}" dt="2023-07-31T09:52:52.285" v="3575"/>
        <pc:sldMkLst>
          <pc:docMk/>
          <pc:sldMk cId="2866980515" sldId="268"/>
        </pc:sldMkLst>
        <pc:spChg chg="mod">
          <ac:chgData name="Bantwal Hebbahalasinakate, Mayur Pai" userId="754cdd8c-0ff8-48ba-be35-c2e80932eaf7" providerId="ADAL" clId="{AED51D95-8F3A-4905-949C-6A498A67DCDF}" dt="2023-07-30T07:34:32.582" v="71" actId="20577"/>
          <ac:spMkLst>
            <pc:docMk/>
            <pc:sldMk cId="2866980515" sldId="268"/>
            <ac:spMk id="2" creationId="{652CD06E-EB43-4697-A9C1-290232C3BAD6}"/>
          </ac:spMkLst>
        </pc:spChg>
        <pc:spChg chg="add del mod">
          <ac:chgData name="Bantwal Hebbahalasinakate, Mayur Pai" userId="754cdd8c-0ff8-48ba-be35-c2e80932eaf7" providerId="ADAL" clId="{AED51D95-8F3A-4905-949C-6A498A67DCDF}" dt="2023-07-30T08:46:32.187" v="334" actId="478"/>
          <ac:spMkLst>
            <pc:docMk/>
            <pc:sldMk cId="2866980515" sldId="268"/>
            <ac:spMk id="3" creationId="{91474469-59EE-CA50-5C84-0C21C39F6E31}"/>
          </ac:spMkLst>
        </pc:spChg>
        <pc:spChg chg="add del mod ord">
          <ac:chgData name="Bantwal Hebbahalasinakate, Mayur Pai" userId="754cdd8c-0ff8-48ba-be35-c2e80932eaf7" providerId="ADAL" clId="{AED51D95-8F3A-4905-949C-6A498A67DCDF}" dt="2023-07-30T09:02:47.579" v="513" actId="478"/>
          <ac:spMkLst>
            <pc:docMk/>
            <pc:sldMk cId="2866980515" sldId="268"/>
            <ac:spMk id="12" creationId="{0CB01F0B-956B-9D07-36B1-48D22D82AA02}"/>
          </ac:spMkLst>
        </pc:spChg>
        <pc:grpChg chg="mod">
          <ac:chgData name="Bantwal Hebbahalasinakate, Mayur Pai" userId="754cdd8c-0ff8-48ba-be35-c2e80932eaf7" providerId="ADAL" clId="{AED51D95-8F3A-4905-949C-6A498A67DCDF}" dt="2023-07-30T08:42:25.867" v="307" actId="1076"/>
          <ac:grpSpMkLst>
            <pc:docMk/>
            <pc:sldMk cId="2866980515" sldId="268"/>
            <ac:grpSpMk id="6" creationId="{752A73B4-49EC-E765-1462-2A106F07C3D4}"/>
          </ac:grpSpMkLst>
        </pc:grpChg>
        <pc:graphicFrameChg chg="add mod modGraphic">
          <ac:chgData name="Bantwal Hebbahalasinakate, Mayur Pai" userId="754cdd8c-0ff8-48ba-be35-c2e80932eaf7" providerId="ADAL" clId="{AED51D95-8F3A-4905-949C-6A498A67DCDF}" dt="2023-07-30T09:09:16.070" v="638" actId="123"/>
          <ac:graphicFrameMkLst>
            <pc:docMk/>
            <pc:sldMk cId="2866980515" sldId="268"/>
            <ac:graphicFrameMk id="7" creationId="{72F3F8EF-729E-B04A-D5A6-CBDA516D4695}"/>
          </ac:graphicFrameMkLst>
        </pc:graphicFrameChg>
        <pc:graphicFrameChg chg="add del mod modGraphic">
          <ac:chgData name="Bantwal Hebbahalasinakate, Mayur Pai" userId="754cdd8c-0ff8-48ba-be35-c2e80932eaf7" providerId="ADAL" clId="{AED51D95-8F3A-4905-949C-6A498A67DCDF}" dt="2023-07-30T08:48:12.704" v="350"/>
          <ac:graphicFrameMkLst>
            <pc:docMk/>
            <pc:sldMk cId="2866980515" sldId="268"/>
            <ac:graphicFrameMk id="8" creationId="{E828D9C1-2875-3184-24C4-C8C2EFB5EE7E}"/>
          </ac:graphicFrameMkLst>
        </pc:graphicFrameChg>
        <pc:graphicFrameChg chg="add del mod modGraphic">
          <ac:chgData name="Bantwal Hebbahalasinakate, Mayur Pai" userId="754cdd8c-0ff8-48ba-be35-c2e80932eaf7" providerId="ADAL" clId="{AED51D95-8F3A-4905-949C-6A498A67DCDF}" dt="2023-07-30T08:52:05.484" v="377" actId="478"/>
          <ac:graphicFrameMkLst>
            <pc:docMk/>
            <pc:sldMk cId="2866980515" sldId="268"/>
            <ac:graphicFrameMk id="9" creationId="{24CB1862-AA80-C2B0-C73C-B183C0C25E30}"/>
          </ac:graphicFrameMkLst>
        </pc:graphicFrameChg>
        <pc:graphicFrameChg chg="add del mod modGraphic">
          <ac:chgData name="Bantwal Hebbahalasinakate, Mayur Pai" userId="754cdd8c-0ff8-48ba-be35-c2e80932eaf7" providerId="ADAL" clId="{AED51D95-8F3A-4905-949C-6A498A67DCDF}" dt="2023-07-30T08:52:08.189" v="379" actId="478"/>
          <ac:graphicFrameMkLst>
            <pc:docMk/>
            <pc:sldMk cId="2866980515" sldId="268"/>
            <ac:graphicFrameMk id="10" creationId="{9AA27C56-F0EA-D128-F6A0-AD48A2C2C6FC}"/>
          </ac:graphicFrameMkLst>
        </pc:graphicFrameChg>
        <pc:graphicFrameChg chg="add del mod modGraphic">
          <ac:chgData name="Bantwal Hebbahalasinakate, Mayur Pai" userId="754cdd8c-0ff8-48ba-be35-c2e80932eaf7" providerId="ADAL" clId="{AED51D95-8F3A-4905-949C-6A498A67DCDF}" dt="2023-07-30T08:52:10.630" v="380" actId="478"/>
          <ac:graphicFrameMkLst>
            <pc:docMk/>
            <pc:sldMk cId="2866980515" sldId="268"/>
            <ac:graphicFrameMk id="11" creationId="{89CDC368-F6F3-8B50-9FC7-0E284510B3D2}"/>
          </ac:graphicFrameMkLst>
        </pc:graphicFrameChg>
      </pc:sldChg>
      <pc:sldChg chg="addSp modSp add mod modTransition">
        <pc:chgData name="Bantwal Hebbahalasinakate, Mayur Pai" userId="754cdd8c-0ff8-48ba-be35-c2e80932eaf7" providerId="ADAL" clId="{AED51D95-8F3A-4905-949C-6A498A67DCDF}" dt="2023-07-31T09:52:52.285" v="3575"/>
        <pc:sldMkLst>
          <pc:docMk/>
          <pc:sldMk cId="235978913" sldId="269"/>
        </pc:sldMkLst>
        <pc:spChg chg="mod">
          <ac:chgData name="Bantwal Hebbahalasinakate, Mayur Pai" userId="754cdd8c-0ff8-48ba-be35-c2e80932eaf7" providerId="ADAL" clId="{AED51D95-8F3A-4905-949C-6A498A67DCDF}" dt="2023-07-30T07:34:45.043" v="95" actId="20577"/>
          <ac:spMkLst>
            <pc:docMk/>
            <pc:sldMk cId="235978913" sldId="269"/>
            <ac:spMk id="2" creationId="{652CD06E-EB43-4697-A9C1-290232C3BAD6}"/>
          </ac:spMkLst>
        </pc:spChg>
        <pc:spChg chg="add mod">
          <ac:chgData name="Bantwal Hebbahalasinakate, Mayur Pai" userId="754cdd8c-0ff8-48ba-be35-c2e80932eaf7" providerId="ADAL" clId="{AED51D95-8F3A-4905-949C-6A498A67DCDF}" dt="2023-07-30T16:54:44.955" v="1884" actId="20577"/>
          <ac:spMkLst>
            <pc:docMk/>
            <pc:sldMk cId="235978913" sldId="269"/>
            <ac:spMk id="7" creationId="{A6747723-BAE5-C999-4896-8F92A872C1D9}"/>
          </ac:spMkLst>
        </pc:spChg>
        <pc:graphicFrameChg chg="add mod modGraphic">
          <ac:chgData name="Bantwal Hebbahalasinakate, Mayur Pai" userId="754cdd8c-0ff8-48ba-be35-c2e80932eaf7" providerId="ADAL" clId="{AED51D95-8F3A-4905-949C-6A498A67DCDF}" dt="2023-07-30T16:57:44.212" v="1911" actId="33524"/>
          <ac:graphicFrameMkLst>
            <pc:docMk/>
            <pc:sldMk cId="235978913" sldId="269"/>
            <ac:graphicFrameMk id="8" creationId="{8B4D1E73-1821-51B0-7AA4-01D12E02C442}"/>
          </ac:graphicFrameMkLst>
        </pc:graphicFrameChg>
        <pc:picChg chg="add mod">
          <ac:chgData name="Bantwal Hebbahalasinakate, Mayur Pai" userId="754cdd8c-0ff8-48ba-be35-c2e80932eaf7" providerId="ADAL" clId="{AED51D95-8F3A-4905-949C-6A498A67DCDF}" dt="2023-07-30T16:54:39.896" v="1878"/>
          <ac:picMkLst>
            <pc:docMk/>
            <pc:sldMk cId="235978913" sldId="269"/>
            <ac:picMk id="3" creationId="{1EEFA630-2D25-D222-F4B5-F13D5DB1CFD6}"/>
          </ac:picMkLst>
        </pc:picChg>
      </pc:sldChg>
      <pc:sldChg chg="addSp modSp add mod ord modTransition">
        <pc:chgData name="Bantwal Hebbahalasinakate, Mayur Pai" userId="754cdd8c-0ff8-48ba-be35-c2e80932eaf7" providerId="ADAL" clId="{AED51D95-8F3A-4905-949C-6A498A67DCDF}" dt="2023-07-31T09:52:52.285" v="3575"/>
        <pc:sldMkLst>
          <pc:docMk/>
          <pc:sldMk cId="649553065" sldId="270"/>
        </pc:sldMkLst>
        <pc:spChg chg="mod">
          <ac:chgData name="Bantwal Hebbahalasinakate, Mayur Pai" userId="754cdd8c-0ff8-48ba-be35-c2e80932eaf7" providerId="ADAL" clId="{AED51D95-8F3A-4905-949C-6A498A67DCDF}" dt="2023-07-30T19:04:41.995" v="3192" actId="20577"/>
          <ac:spMkLst>
            <pc:docMk/>
            <pc:sldMk cId="649553065" sldId="270"/>
            <ac:spMk id="2" creationId="{652CD06E-EB43-4697-A9C1-290232C3BAD6}"/>
          </ac:spMkLst>
        </pc:spChg>
        <pc:spChg chg="add mod">
          <ac:chgData name="Bantwal Hebbahalasinakate, Mayur Pai" userId="754cdd8c-0ff8-48ba-be35-c2e80932eaf7" providerId="ADAL" clId="{AED51D95-8F3A-4905-949C-6A498A67DCDF}" dt="2023-07-30T19:06:37.918" v="3218"/>
          <ac:spMkLst>
            <pc:docMk/>
            <pc:sldMk cId="649553065" sldId="270"/>
            <ac:spMk id="7" creationId="{E9009C35-E6AA-8762-6F34-87778CA11A60}"/>
          </ac:spMkLst>
        </pc:spChg>
        <pc:spChg chg="add mod">
          <ac:chgData name="Bantwal Hebbahalasinakate, Mayur Pai" userId="754cdd8c-0ff8-48ba-be35-c2e80932eaf7" providerId="ADAL" clId="{AED51D95-8F3A-4905-949C-6A498A67DCDF}" dt="2023-07-31T08:44:08.259" v="3571" actId="113"/>
          <ac:spMkLst>
            <pc:docMk/>
            <pc:sldMk cId="649553065" sldId="270"/>
            <ac:spMk id="9" creationId="{B5307D09-04E5-35AB-323A-B896FFCE319D}"/>
          </ac:spMkLst>
        </pc:spChg>
      </pc:sldChg>
      <pc:sldChg chg="addSp modSp add mod modTransition">
        <pc:chgData name="Bantwal Hebbahalasinakate, Mayur Pai" userId="754cdd8c-0ff8-48ba-be35-c2e80932eaf7" providerId="ADAL" clId="{AED51D95-8F3A-4905-949C-6A498A67DCDF}" dt="2023-07-31T10:11:20.397" v="3605" actId="1076"/>
        <pc:sldMkLst>
          <pc:docMk/>
          <pc:sldMk cId="2055589067" sldId="271"/>
        </pc:sldMkLst>
        <pc:spChg chg="mod">
          <ac:chgData name="Bantwal Hebbahalasinakate, Mayur Pai" userId="754cdd8c-0ff8-48ba-be35-c2e80932eaf7" providerId="ADAL" clId="{AED51D95-8F3A-4905-949C-6A498A67DCDF}" dt="2023-07-30T07:35:12.040" v="129" actId="20577"/>
          <ac:spMkLst>
            <pc:docMk/>
            <pc:sldMk cId="2055589067" sldId="271"/>
            <ac:spMk id="2" creationId="{652CD06E-EB43-4697-A9C1-290232C3BAD6}"/>
          </ac:spMkLst>
        </pc:spChg>
        <pc:spChg chg="add mod">
          <ac:chgData name="Bantwal Hebbahalasinakate, Mayur Pai" userId="754cdd8c-0ff8-48ba-be35-c2e80932eaf7" providerId="ADAL" clId="{AED51D95-8F3A-4905-949C-6A498A67DCDF}" dt="2023-07-31T09:58:56.280" v="3584" actId="21"/>
          <ac:spMkLst>
            <pc:docMk/>
            <pc:sldMk cId="2055589067" sldId="271"/>
            <ac:spMk id="3" creationId="{8B801F13-4ED0-2181-7D1F-F7640C58C8BC}"/>
          </ac:spMkLst>
        </pc:spChg>
        <pc:spChg chg="add mod">
          <ac:chgData name="Bantwal Hebbahalasinakate, Mayur Pai" userId="754cdd8c-0ff8-48ba-be35-c2e80932eaf7" providerId="ADAL" clId="{AED51D95-8F3A-4905-949C-6A498A67DCDF}" dt="2023-07-31T10:10:54.656" v="3602" actId="20577"/>
          <ac:spMkLst>
            <pc:docMk/>
            <pc:sldMk cId="2055589067" sldId="271"/>
            <ac:spMk id="8" creationId="{323CBA7D-B90D-B001-5C5C-C294A0D9F97A}"/>
          </ac:spMkLst>
        </pc:spChg>
        <pc:spChg chg="add mod">
          <ac:chgData name="Bantwal Hebbahalasinakate, Mayur Pai" userId="754cdd8c-0ff8-48ba-be35-c2e80932eaf7" providerId="ADAL" clId="{AED51D95-8F3A-4905-949C-6A498A67DCDF}" dt="2023-07-31T10:11:20.397" v="3605" actId="1076"/>
          <ac:spMkLst>
            <pc:docMk/>
            <pc:sldMk cId="2055589067" sldId="271"/>
            <ac:spMk id="10" creationId="{8474AC15-7C81-F53C-FA73-37367DE222D8}"/>
          </ac:spMkLst>
        </pc:spChg>
      </pc:sldChg>
      <pc:sldChg chg="addSp delSp modSp add del mod ord modTransition">
        <pc:chgData name="Bantwal Hebbahalasinakate, Mayur Pai" userId="754cdd8c-0ff8-48ba-be35-c2e80932eaf7" providerId="ADAL" clId="{AED51D95-8F3A-4905-949C-6A498A67DCDF}" dt="2023-07-31T09:52:52.285" v="3575"/>
        <pc:sldMkLst>
          <pc:docMk/>
          <pc:sldMk cId="1464699070" sldId="272"/>
        </pc:sldMkLst>
        <pc:spChg chg="mod">
          <ac:chgData name="Bantwal Hebbahalasinakate, Mayur Pai" userId="754cdd8c-0ff8-48ba-be35-c2e80932eaf7" providerId="ADAL" clId="{AED51D95-8F3A-4905-949C-6A498A67DCDF}" dt="2023-07-30T07:35:26.177" v="145" actId="20577"/>
          <ac:spMkLst>
            <pc:docMk/>
            <pc:sldMk cId="1464699070" sldId="272"/>
            <ac:spMk id="2" creationId="{652CD06E-EB43-4697-A9C1-290232C3BAD6}"/>
          </ac:spMkLst>
        </pc:spChg>
        <pc:spChg chg="add mod">
          <ac:chgData name="Bantwal Hebbahalasinakate, Mayur Pai" userId="754cdd8c-0ff8-48ba-be35-c2e80932eaf7" providerId="ADAL" clId="{AED51D95-8F3A-4905-949C-6A498A67DCDF}" dt="2023-07-30T18:16:40.296" v="2737" actId="20577"/>
          <ac:spMkLst>
            <pc:docMk/>
            <pc:sldMk cId="1464699070" sldId="272"/>
            <ac:spMk id="7" creationId="{6A6218F9-690F-5347-D24F-C7E7FF1636F8}"/>
          </ac:spMkLst>
        </pc:spChg>
        <pc:spChg chg="add del mod">
          <ac:chgData name="Bantwal Hebbahalasinakate, Mayur Pai" userId="754cdd8c-0ff8-48ba-be35-c2e80932eaf7" providerId="ADAL" clId="{AED51D95-8F3A-4905-949C-6A498A67DCDF}" dt="2023-07-30T18:18:49.075" v="2805" actId="478"/>
          <ac:spMkLst>
            <pc:docMk/>
            <pc:sldMk cId="1464699070" sldId="272"/>
            <ac:spMk id="9" creationId="{A4006FE8-D052-1D2A-11FD-D7EEA19C7397}"/>
          </ac:spMkLst>
        </pc:spChg>
        <pc:spChg chg="add mod">
          <ac:chgData name="Bantwal Hebbahalasinakate, Mayur Pai" userId="754cdd8c-0ff8-48ba-be35-c2e80932eaf7" providerId="ADAL" clId="{AED51D95-8F3A-4905-949C-6A498A67DCDF}" dt="2023-07-31T08:43:11.979" v="3556" actId="113"/>
          <ac:spMkLst>
            <pc:docMk/>
            <pc:sldMk cId="1464699070" sldId="272"/>
            <ac:spMk id="12" creationId="{F2EED59C-A79D-AD6F-157F-290A100D2310}"/>
          </ac:spMkLst>
        </pc:spChg>
        <pc:spChg chg="add mod">
          <ac:chgData name="Bantwal Hebbahalasinakate, Mayur Pai" userId="754cdd8c-0ff8-48ba-be35-c2e80932eaf7" providerId="ADAL" clId="{AED51D95-8F3A-4905-949C-6A498A67DCDF}" dt="2023-07-30T18:27:43.887" v="2878" actId="1076"/>
          <ac:spMkLst>
            <pc:docMk/>
            <pc:sldMk cId="1464699070" sldId="272"/>
            <ac:spMk id="14" creationId="{925E25E7-A148-706A-09F9-01FC366CF289}"/>
          </ac:spMkLst>
        </pc:spChg>
        <pc:graphicFrameChg chg="add mod modGraphic">
          <ac:chgData name="Bantwal Hebbahalasinakate, Mayur Pai" userId="754cdd8c-0ff8-48ba-be35-c2e80932eaf7" providerId="ADAL" clId="{AED51D95-8F3A-4905-949C-6A498A67DCDF}" dt="2023-07-30T18:22:50.382" v="2870" actId="14100"/>
          <ac:graphicFrameMkLst>
            <pc:docMk/>
            <pc:sldMk cId="1464699070" sldId="272"/>
            <ac:graphicFrameMk id="10" creationId="{BAFF8ECE-3505-A900-D643-75D2F7DA591F}"/>
          </ac:graphicFrameMkLst>
        </pc:graphicFrameChg>
        <pc:picChg chg="add mod">
          <ac:chgData name="Bantwal Hebbahalasinakate, Mayur Pai" userId="754cdd8c-0ff8-48ba-be35-c2e80932eaf7" providerId="ADAL" clId="{AED51D95-8F3A-4905-949C-6A498A67DCDF}" dt="2023-07-30T18:16:18.617" v="2722"/>
          <ac:picMkLst>
            <pc:docMk/>
            <pc:sldMk cId="1464699070" sldId="272"/>
            <ac:picMk id="3" creationId="{9ADD726C-B2B3-B424-1740-AC7F0E5C10BE}"/>
          </ac:picMkLst>
        </pc:picChg>
      </pc:sldChg>
      <pc:sldChg chg="addSp delSp add del setBg delDesignElem">
        <pc:chgData name="Bantwal Hebbahalasinakate, Mayur Pai" userId="754cdd8c-0ff8-48ba-be35-c2e80932eaf7" providerId="ADAL" clId="{AED51D95-8F3A-4905-949C-6A498A67DCDF}" dt="2023-07-30T19:22:04.299" v="3541"/>
        <pc:sldMkLst>
          <pc:docMk/>
          <pc:sldMk cId="2983944411" sldId="272"/>
        </pc:sldMkLst>
        <pc:spChg chg="add del">
          <ac:chgData name="Bantwal Hebbahalasinakate, Mayur Pai" userId="754cdd8c-0ff8-48ba-be35-c2e80932eaf7" providerId="ADAL" clId="{AED51D95-8F3A-4905-949C-6A498A67DCDF}" dt="2023-07-30T19:22:04.299" v="3541"/>
          <ac:spMkLst>
            <pc:docMk/>
            <pc:sldMk cId="2983944411" sldId="272"/>
            <ac:spMk id="21" creationId="{E5A92FE9-DB05-4D0D-AF5A-BE8664B9FFB4}"/>
          </ac:spMkLst>
        </pc:spChg>
        <pc:grpChg chg="add del">
          <ac:chgData name="Bantwal Hebbahalasinakate, Mayur Pai" userId="754cdd8c-0ff8-48ba-be35-c2e80932eaf7" providerId="ADAL" clId="{AED51D95-8F3A-4905-949C-6A498A67DCDF}" dt="2023-07-30T19:22:04.299" v="3541"/>
          <ac:grpSpMkLst>
            <pc:docMk/>
            <pc:sldMk cId="2983944411" sldId="272"/>
            <ac:grpSpMk id="23" creationId="{53D9B26A-5143-49A7-BA98-D871D5BD719A}"/>
          </ac:grpSpMkLst>
        </pc:grpChg>
      </pc:sldChg>
      <pc:sldChg chg="addSp modSp add mod ord modTransition">
        <pc:chgData name="Bantwal Hebbahalasinakate, Mayur Pai" userId="754cdd8c-0ff8-48ba-be35-c2e80932eaf7" providerId="ADAL" clId="{AED51D95-8F3A-4905-949C-6A498A67DCDF}" dt="2023-07-31T09:52:52.285" v="3575"/>
        <pc:sldMkLst>
          <pc:docMk/>
          <pc:sldMk cId="3519759910" sldId="273"/>
        </pc:sldMkLst>
        <pc:spChg chg="mod">
          <ac:chgData name="Bantwal Hebbahalasinakate, Mayur Pai" userId="754cdd8c-0ff8-48ba-be35-c2e80932eaf7" providerId="ADAL" clId="{AED51D95-8F3A-4905-949C-6A498A67DCDF}" dt="2023-07-30T07:39:02.962" v="171" actId="12788"/>
          <ac:spMkLst>
            <pc:docMk/>
            <pc:sldMk cId="3519759910" sldId="273"/>
            <ac:spMk id="2" creationId="{652CD06E-EB43-4697-A9C1-290232C3BAD6}"/>
          </ac:spMkLst>
        </pc:spChg>
        <pc:spChg chg="add mod">
          <ac:chgData name="Bantwal Hebbahalasinakate, Mayur Pai" userId="754cdd8c-0ff8-48ba-be35-c2e80932eaf7" providerId="ADAL" clId="{AED51D95-8F3A-4905-949C-6A498A67DCDF}" dt="2023-07-30T18:27:03.093" v="2875" actId="207"/>
          <ac:spMkLst>
            <pc:docMk/>
            <pc:sldMk cId="3519759910" sldId="273"/>
            <ac:spMk id="4" creationId="{9BF17526-573C-AE54-DB00-83C561570D2B}"/>
          </ac:spMkLst>
        </pc:spChg>
      </pc:sldChg>
      <pc:sldChg chg="modSp add mod modTransition">
        <pc:chgData name="Bantwal Hebbahalasinakate, Mayur Pai" userId="754cdd8c-0ff8-48ba-be35-c2e80932eaf7" providerId="ADAL" clId="{AED51D95-8F3A-4905-949C-6A498A67DCDF}" dt="2023-07-31T09:52:52.285" v="3575"/>
        <pc:sldMkLst>
          <pc:docMk/>
          <pc:sldMk cId="1337254171" sldId="274"/>
        </pc:sldMkLst>
        <pc:spChg chg="mod">
          <ac:chgData name="Bantwal Hebbahalasinakate, Mayur Pai" userId="754cdd8c-0ff8-48ba-be35-c2e80932eaf7" providerId="ADAL" clId="{AED51D95-8F3A-4905-949C-6A498A67DCDF}" dt="2023-07-30T09:10:29.525" v="684" actId="20577"/>
          <ac:spMkLst>
            <pc:docMk/>
            <pc:sldMk cId="1337254171" sldId="274"/>
            <ac:spMk id="2" creationId="{652CD06E-EB43-4697-A9C1-290232C3BAD6}"/>
          </ac:spMkLst>
        </pc:spChg>
        <pc:graphicFrameChg chg="mod modGraphic">
          <ac:chgData name="Bantwal Hebbahalasinakate, Mayur Pai" userId="754cdd8c-0ff8-48ba-be35-c2e80932eaf7" providerId="ADAL" clId="{AED51D95-8F3A-4905-949C-6A498A67DCDF}" dt="2023-07-30T09:09:05.927" v="635" actId="123"/>
          <ac:graphicFrameMkLst>
            <pc:docMk/>
            <pc:sldMk cId="1337254171" sldId="274"/>
            <ac:graphicFrameMk id="7" creationId="{72F3F8EF-729E-B04A-D5A6-CBDA516D4695}"/>
          </ac:graphicFrameMkLst>
        </pc:graphicFrameChg>
      </pc:sldChg>
      <pc:sldChg chg="addSp delSp modSp add mod modTransition">
        <pc:chgData name="Bantwal Hebbahalasinakate, Mayur Pai" userId="754cdd8c-0ff8-48ba-be35-c2e80932eaf7" providerId="ADAL" clId="{AED51D95-8F3A-4905-949C-6A498A67DCDF}" dt="2023-07-31T09:52:52.285" v="3575"/>
        <pc:sldMkLst>
          <pc:docMk/>
          <pc:sldMk cId="813780733" sldId="275"/>
        </pc:sldMkLst>
        <pc:spChg chg="mod">
          <ac:chgData name="Bantwal Hebbahalasinakate, Mayur Pai" userId="754cdd8c-0ff8-48ba-be35-c2e80932eaf7" providerId="ADAL" clId="{AED51D95-8F3A-4905-949C-6A498A67DCDF}" dt="2023-07-30T09:33:02.563" v="740"/>
          <ac:spMkLst>
            <pc:docMk/>
            <pc:sldMk cId="813780733" sldId="275"/>
            <ac:spMk id="2" creationId="{652CD06E-EB43-4697-A9C1-290232C3BAD6}"/>
          </ac:spMkLst>
        </pc:spChg>
        <pc:spChg chg="mod">
          <ac:chgData name="Bantwal Hebbahalasinakate, Mayur Pai" userId="754cdd8c-0ff8-48ba-be35-c2e80932eaf7" providerId="ADAL" clId="{AED51D95-8F3A-4905-949C-6A498A67DCDF}" dt="2023-07-30T09:19:18.075" v="709" actId="207"/>
          <ac:spMkLst>
            <pc:docMk/>
            <pc:sldMk cId="813780733" sldId="275"/>
            <ac:spMk id="12" creationId="{2DBCF038-C465-6FED-0A9D-83B8E3EE4AFF}"/>
          </ac:spMkLst>
        </pc:spChg>
        <pc:spChg chg="mod">
          <ac:chgData name="Bantwal Hebbahalasinakate, Mayur Pai" userId="754cdd8c-0ff8-48ba-be35-c2e80932eaf7" providerId="ADAL" clId="{AED51D95-8F3A-4905-949C-6A498A67DCDF}" dt="2023-07-30T09:19:18.075" v="709" actId="207"/>
          <ac:spMkLst>
            <pc:docMk/>
            <pc:sldMk cId="813780733" sldId="275"/>
            <ac:spMk id="13" creationId="{49AB2CB6-BD20-5B36-8409-8AE7F92512D9}"/>
          </ac:spMkLst>
        </pc:spChg>
        <pc:spChg chg="mod">
          <ac:chgData name="Bantwal Hebbahalasinakate, Mayur Pai" userId="754cdd8c-0ff8-48ba-be35-c2e80932eaf7" providerId="ADAL" clId="{AED51D95-8F3A-4905-949C-6A498A67DCDF}" dt="2023-07-30T09:19:18.075" v="709" actId="207"/>
          <ac:spMkLst>
            <pc:docMk/>
            <pc:sldMk cId="813780733" sldId="275"/>
            <ac:spMk id="14" creationId="{5BC37652-22BE-255A-84B4-9B68AEFDC70D}"/>
          </ac:spMkLst>
        </pc:spChg>
        <pc:spChg chg="mod">
          <ac:chgData name="Bantwal Hebbahalasinakate, Mayur Pai" userId="754cdd8c-0ff8-48ba-be35-c2e80932eaf7" providerId="ADAL" clId="{AED51D95-8F3A-4905-949C-6A498A67DCDF}" dt="2023-07-30T09:19:18.075" v="709" actId="207"/>
          <ac:spMkLst>
            <pc:docMk/>
            <pc:sldMk cId="813780733" sldId="275"/>
            <ac:spMk id="15" creationId="{0FF93D28-7E13-2FBC-5B8B-8EB71BC4578C}"/>
          </ac:spMkLst>
        </pc:spChg>
        <pc:grpChg chg="del mod">
          <ac:chgData name="Bantwal Hebbahalasinakate, Mayur Pai" userId="754cdd8c-0ff8-48ba-be35-c2e80932eaf7" providerId="ADAL" clId="{AED51D95-8F3A-4905-949C-6A498A67DCDF}" dt="2023-07-30T09:19:47.157" v="719" actId="478"/>
          <ac:grpSpMkLst>
            <pc:docMk/>
            <pc:sldMk cId="813780733" sldId="275"/>
            <ac:grpSpMk id="11" creationId="{5AC5ACF2-3BE4-4090-6B24-ECD3FFD9826B}"/>
          </ac:grpSpMkLst>
        </pc:grpChg>
        <pc:graphicFrameChg chg="del modGraphic">
          <ac:chgData name="Bantwal Hebbahalasinakate, Mayur Pai" userId="754cdd8c-0ff8-48ba-be35-c2e80932eaf7" providerId="ADAL" clId="{AED51D95-8F3A-4905-949C-6A498A67DCDF}" dt="2023-07-30T09:15:54.318" v="687" actId="478"/>
          <ac:graphicFrameMkLst>
            <pc:docMk/>
            <pc:sldMk cId="813780733" sldId="275"/>
            <ac:graphicFrameMk id="7" creationId="{72F3F8EF-729E-B04A-D5A6-CBDA516D4695}"/>
          </ac:graphicFrameMkLst>
        </pc:graphicFrameChg>
        <pc:picChg chg="add del mod">
          <ac:chgData name="Bantwal Hebbahalasinakate, Mayur Pai" userId="754cdd8c-0ff8-48ba-be35-c2e80932eaf7" providerId="ADAL" clId="{AED51D95-8F3A-4905-949C-6A498A67DCDF}" dt="2023-07-30T09:19:45.844" v="718" actId="478"/>
          <ac:picMkLst>
            <pc:docMk/>
            <pc:sldMk cId="813780733" sldId="275"/>
            <ac:picMk id="8" creationId="{AA7FED17-D2E9-986D-905D-E4AD5BA5D2B5}"/>
          </ac:picMkLst>
        </pc:picChg>
        <pc:picChg chg="add del mod">
          <ac:chgData name="Bantwal Hebbahalasinakate, Mayur Pai" userId="754cdd8c-0ff8-48ba-be35-c2e80932eaf7" providerId="ADAL" clId="{AED51D95-8F3A-4905-949C-6A498A67DCDF}" dt="2023-07-30T09:18:28.039" v="696" actId="27803"/>
          <ac:picMkLst>
            <pc:docMk/>
            <pc:sldMk cId="813780733" sldId="275"/>
            <ac:picMk id="10" creationId="{3C140081-89C6-A57B-B32E-E8FC1133B89E}"/>
          </ac:picMkLst>
        </pc:picChg>
        <pc:picChg chg="add mod">
          <ac:chgData name="Bantwal Hebbahalasinakate, Mayur Pai" userId="754cdd8c-0ff8-48ba-be35-c2e80932eaf7" providerId="ADAL" clId="{AED51D95-8F3A-4905-949C-6A498A67DCDF}" dt="2023-07-30T09:22:38.731" v="739" actId="14100"/>
          <ac:picMkLst>
            <pc:docMk/>
            <pc:sldMk cId="813780733" sldId="275"/>
            <ac:picMk id="1026" creationId="{09B171C4-B4FC-3CFB-6FDA-80649ECD6E87}"/>
          </ac:picMkLst>
        </pc:picChg>
      </pc:sldChg>
      <pc:sldChg chg="addSp delSp modSp add mod modTransition modAnim">
        <pc:chgData name="Bantwal Hebbahalasinakate, Mayur Pai" userId="754cdd8c-0ff8-48ba-be35-c2e80932eaf7" providerId="ADAL" clId="{AED51D95-8F3A-4905-949C-6A498A67DCDF}" dt="2023-07-31T09:52:52.285" v="3575"/>
        <pc:sldMkLst>
          <pc:docMk/>
          <pc:sldMk cId="3691786234" sldId="276"/>
        </pc:sldMkLst>
        <pc:spChg chg="add mod">
          <ac:chgData name="Bantwal Hebbahalasinakate, Mayur Pai" userId="754cdd8c-0ff8-48ba-be35-c2e80932eaf7" providerId="ADAL" clId="{AED51D95-8F3A-4905-949C-6A498A67DCDF}" dt="2023-07-30T09:38:29.620" v="782" actId="164"/>
          <ac:spMkLst>
            <pc:docMk/>
            <pc:sldMk cId="3691786234" sldId="276"/>
            <ac:spMk id="3" creationId="{58A6F66E-C803-D6B7-8B95-48BD1AF7EAF0}"/>
          </ac:spMkLst>
        </pc:spChg>
        <pc:spChg chg="mod">
          <ac:chgData name="Bantwal Hebbahalasinakate, Mayur Pai" userId="754cdd8c-0ff8-48ba-be35-c2e80932eaf7" providerId="ADAL" clId="{AED51D95-8F3A-4905-949C-6A498A67DCDF}" dt="2023-07-30T09:37:42.312" v="775" actId="1076"/>
          <ac:spMkLst>
            <pc:docMk/>
            <pc:sldMk cId="3691786234" sldId="276"/>
            <ac:spMk id="11" creationId="{1C178F6B-6958-723A-8438-C383E4076E8F}"/>
          </ac:spMkLst>
        </pc:spChg>
        <pc:grpChg chg="add mod">
          <ac:chgData name="Bantwal Hebbahalasinakate, Mayur Pai" userId="754cdd8c-0ff8-48ba-be35-c2e80932eaf7" providerId="ADAL" clId="{AED51D95-8F3A-4905-949C-6A498A67DCDF}" dt="2023-07-30T09:38:29.620" v="782" actId="164"/>
          <ac:grpSpMkLst>
            <pc:docMk/>
            <pc:sldMk cId="3691786234" sldId="276"/>
            <ac:grpSpMk id="9" creationId="{C738BACF-3B42-2621-79C8-1A17178DED6F}"/>
          </ac:grpSpMkLst>
        </pc:grpChg>
        <pc:grpChg chg="add mod">
          <ac:chgData name="Bantwal Hebbahalasinakate, Mayur Pai" userId="754cdd8c-0ff8-48ba-be35-c2e80932eaf7" providerId="ADAL" clId="{AED51D95-8F3A-4905-949C-6A498A67DCDF}" dt="2023-07-30T09:38:52.804" v="787" actId="1076"/>
          <ac:grpSpMkLst>
            <pc:docMk/>
            <pc:sldMk cId="3691786234" sldId="276"/>
            <ac:grpSpMk id="12" creationId="{4125CE78-5C7C-AC73-CA77-50B6C5FD43BA}"/>
          </ac:grpSpMkLst>
        </pc:grpChg>
        <pc:graphicFrameChg chg="del">
          <ac:chgData name="Bantwal Hebbahalasinakate, Mayur Pai" userId="754cdd8c-0ff8-48ba-be35-c2e80932eaf7" providerId="ADAL" clId="{AED51D95-8F3A-4905-949C-6A498A67DCDF}" dt="2023-07-30T09:35:32.332" v="744" actId="478"/>
          <ac:graphicFrameMkLst>
            <pc:docMk/>
            <pc:sldMk cId="3691786234" sldId="276"/>
            <ac:graphicFrameMk id="7" creationId="{72F3F8EF-729E-B04A-D5A6-CBDA516D4695}"/>
          </ac:graphicFrameMkLst>
        </pc:graphicFrameChg>
        <pc:picChg chg="add del mod">
          <ac:chgData name="Bantwal Hebbahalasinakate, Mayur Pai" userId="754cdd8c-0ff8-48ba-be35-c2e80932eaf7" providerId="ADAL" clId="{AED51D95-8F3A-4905-949C-6A498A67DCDF}" dt="2023-07-30T09:37:33.646" v="764" actId="478"/>
          <ac:picMkLst>
            <pc:docMk/>
            <pc:sldMk cId="3691786234" sldId="276"/>
            <ac:picMk id="8" creationId="{A17550F5-1589-26BB-EFE6-E4C025087591}"/>
          </ac:picMkLst>
        </pc:picChg>
        <pc:picChg chg="mod">
          <ac:chgData name="Bantwal Hebbahalasinakate, Mayur Pai" userId="754cdd8c-0ff8-48ba-be35-c2e80932eaf7" providerId="ADAL" clId="{AED51D95-8F3A-4905-949C-6A498A67DCDF}" dt="2023-07-30T09:37:30.928" v="762"/>
          <ac:picMkLst>
            <pc:docMk/>
            <pc:sldMk cId="3691786234" sldId="276"/>
            <ac:picMk id="10" creationId="{9D8D6D6B-E41F-6360-0332-A69887B389B3}"/>
          </ac:picMkLst>
        </pc:picChg>
      </pc:sldChg>
      <pc:sldChg chg="modSp add mod ord modTransition">
        <pc:chgData name="Bantwal Hebbahalasinakate, Mayur Pai" userId="754cdd8c-0ff8-48ba-be35-c2e80932eaf7" providerId="ADAL" clId="{AED51D95-8F3A-4905-949C-6A498A67DCDF}" dt="2023-07-31T09:52:52.285" v="3575"/>
        <pc:sldMkLst>
          <pc:docMk/>
          <pc:sldMk cId="1678855763" sldId="277"/>
        </pc:sldMkLst>
        <pc:spChg chg="mod">
          <ac:chgData name="Bantwal Hebbahalasinakate, Mayur Pai" userId="754cdd8c-0ff8-48ba-be35-c2e80932eaf7" providerId="ADAL" clId="{AED51D95-8F3A-4905-949C-6A498A67DCDF}" dt="2023-07-30T13:28:59.272" v="1114" actId="255"/>
          <ac:spMkLst>
            <pc:docMk/>
            <pc:sldMk cId="1678855763" sldId="277"/>
            <ac:spMk id="2" creationId="{652CD06E-EB43-4697-A9C1-290232C3BAD6}"/>
          </ac:spMkLst>
        </pc:spChg>
        <pc:graphicFrameChg chg="mod modGraphic">
          <ac:chgData name="Bantwal Hebbahalasinakate, Mayur Pai" userId="754cdd8c-0ff8-48ba-be35-c2e80932eaf7" providerId="ADAL" clId="{AED51D95-8F3A-4905-949C-6A498A67DCDF}" dt="2023-07-30T13:28:11.439" v="1095" actId="12789"/>
          <ac:graphicFrameMkLst>
            <pc:docMk/>
            <pc:sldMk cId="1678855763" sldId="277"/>
            <ac:graphicFrameMk id="7" creationId="{72F3F8EF-729E-B04A-D5A6-CBDA516D4695}"/>
          </ac:graphicFrameMkLst>
        </pc:graphicFrameChg>
      </pc:sldChg>
      <pc:sldChg chg="addSp delSp modSp add mod modTransition">
        <pc:chgData name="Bantwal Hebbahalasinakate, Mayur Pai" userId="754cdd8c-0ff8-48ba-be35-c2e80932eaf7" providerId="ADAL" clId="{AED51D95-8F3A-4905-949C-6A498A67DCDF}" dt="2023-07-31T09:52:52.285" v="3575"/>
        <pc:sldMkLst>
          <pc:docMk/>
          <pc:sldMk cId="2732172104" sldId="278"/>
        </pc:sldMkLst>
        <pc:spChg chg="mod">
          <ac:chgData name="Bantwal Hebbahalasinakate, Mayur Pai" userId="754cdd8c-0ff8-48ba-be35-c2e80932eaf7" providerId="ADAL" clId="{AED51D95-8F3A-4905-949C-6A498A67DCDF}" dt="2023-07-30T10:14:22.297" v="1047" actId="2711"/>
          <ac:spMkLst>
            <pc:docMk/>
            <pc:sldMk cId="2732172104" sldId="278"/>
            <ac:spMk id="2" creationId="{652CD06E-EB43-4697-A9C1-290232C3BAD6}"/>
          </ac:spMkLst>
        </pc:spChg>
        <pc:spChg chg="add del">
          <ac:chgData name="Bantwal Hebbahalasinakate, Mayur Pai" userId="754cdd8c-0ff8-48ba-be35-c2e80932eaf7" providerId="ADAL" clId="{AED51D95-8F3A-4905-949C-6A498A67DCDF}" dt="2023-07-30T09:50:09.068" v="897"/>
          <ac:spMkLst>
            <pc:docMk/>
            <pc:sldMk cId="2732172104" sldId="278"/>
            <ac:spMk id="3" creationId="{5B5EDFE2-8915-5FF5-B70F-3CA87D25EE2D}"/>
          </ac:spMkLst>
        </pc:spChg>
        <pc:spChg chg="add del mod">
          <ac:chgData name="Bantwal Hebbahalasinakate, Mayur Pai" userId="754cdd8c-0ff8-48ba-be35-c2e80932eaf7" providerId="ADAL" clId="{AED51D95-8F3A-4905-949C-6A498A67DCDF}" dt="2023-07-30T09:50:24.194" v="901" actId="767"/>
          <ac:spMkLst>
            <pc:docMk/>
            <pc:sldMk cId="2732172104" sldId="278"/>
            <ac:spMk id="8" creationId="{BD4DE66C-F1A7-24F0-9C16-271F12800082}"/>
          </ac:spMkLst>
        </pc:spChg>
        <pc:spChg chg="add del">
          <ac:chgData name="Bantwal Hebbahalasinakate, Mayur Pai" userId="754cdd8c-0ff8-48ba-be35-c2e80932eaf7" providerId="ADAL" clId="{AED51D95-8F3A-4905-949C-6A498A67DCDF}" dt="2023-07-30T09:50:23.617" v="900"/>
          <ac:spMkLst>
            <pc:docMk/>
            <pc:sldMk cId="2732172104" sldId="278"/>
            <ac:spMk id="9" creationId="{7DF49E8C-7602-C708-0BD3-B18A095BEE17}"/>
          </ac:spMkLst>
        </pc:spChg>
        <pc:spChg chg="add mod">
          <ac:chgData name="Bantwal Hebbahalasinakate, Mayur Pai" userId="754cdd8c-0ff8-48ba-be35-c2e80932eaf7" providerId="ADAL" clId="{AED51D95-8F3A-4905-949C-6A498A67DCDF}" dt="2023-07-30T15:40:54.156" v="1730" actId="1076"/>
          <ac:spMkLst>
            <pc:docMk/>
            <pc:sldMk cId="2732172104" sldId="278"/>
            <ac:spMk id="12" creationId="{6BE424DE-6664-4FBC-F726-205FAD8701FA}"/>
          </ac:spMkLst>
        </pc:spChg>
        <pc:spChg chg="add mod topLvl">
          <ac:chgData name="Bantwal Hebbahalasinakate, Mayur Pai" userId="754cdd8c-0ff8-48ba-be35-c2e80932eaf7" providerId="ADAL" clId="{AED51D95-8F3A-4905-949C-6A498A67DCDF}" dt="2023-07-30T17:16:45.677" v="2070" actId="1076"/>
          <ac:spMkLst>
            <pc:docMk/>
            <pc:sldMk cId="2732172104" sldId="278"/>
            <ac:spMk id="17" creationId="{FACB0C06-BECB-A291-7F86-703D5FC9425A}"/>
          </ac:spMkLst>
        </pc:spChg>
        <pc:spChg chg="add del mod">
          <ac:chgData name="Bantwal Hebbahalasinakate, Mayur Pai" userId="754cdd8c-0ff8-48ba-be35-c2e80932eaf7" providerId="ADAL" clId="{AED51D95-8F3A-4905-949C-6A498A67DCDF}" dt="2023-07-30T17:10:43.104" v="1982" actId="478"/>
          <ac:spMkLst>
            <pc:docMk/>
            <pc:sldMk cId="2732172104" sldId="278"/>
            <ac:spMk id="18" creationId="{A299002B-40E6-878A-DF79-C5FA13D1FFF9}"/>
          </ac:spMkLst>
        </pc:spChg>
        <pc:spChg chg="add del mod">
          <ac:chgData name="Bantwal Hebbahalasinakate, Mayur Pai" userId="754cdd8c-0ff8-48ba-be35-c2e80932eaf7" providerId="ADAL" clId="{AED51D95-8F3A-4905-949C-6A498A67DCDF}" dt="2023-07-30T17:10:37.535" v="1978" actId="478"/>
          <ac:spMkLst>
            <pc:docMk/>
            <pc:sldMk cId="2732172104" sldId="278"/>
            <ac:spMk id="19" creationId="{72027305-54B5-F337-08E6-743135089ED2}"/>
          </ac:spMkLst>
        </pc:spChg>
        <pc:spChg chg="add del mod">
          <ac:chgData name="Bantwal Hebbahalasinakate, Mayur Pai" userId="754cdd8c-0ff8-48ba-be35-c2e80932eaf7" providerId="ADAL" clId="{AED51D95-8F3A-4905-949C-6A498A67DCDF}" dt="2023-07-30T17:10:41.638" v="1981" actId="478"/>
          <ac:spMkLst>
            <pc:docMk/>
            <pc:sldMk cId="2732172104" sldId="278"/>
            <ac:spMk id="20" creationId="{5021B33B-10F8-1955-48E3-CC848D21A54A}"/>
          </ac:spMkLst>
        </pc:spChg>
        <pc:spChg chg="add del mod ord topLvl">
          <ac:chgData name="Bantwal Hebbahalasinakate, Mayur Pai" userId="754cdd8c-0ff8-48ba-be35-c2e80932eaf7" providerId="ADAL" clId="{AED51D95-8F3A-4905-949C-6A498A67DCDF}" dt="2023-07-30T17:11:55.472" v="1994" actId="478"/>
          <ac:spMkLst>
            <pc:docMk/>
            <pc:sldMk cId="2732172104" sldId="278"/>
            <ac:spMk id="31" creationId="{1B17B61A-B9D7-1D7B-5B21-A0C9B9D3FEA5}"/>
          </ac:spMkLst>
        </pc:spChg>
        <pc:spChg chg="add del mod">
          <ac:chgData name="Bantwal Hebbahalasinakate, Mayur Pai" userId="754cdd8c-0ff8-48ba-be35-c2e80932eaf7" providerId="ADAL" clId="{AED51D95-8F3A-4905-949C-6A498A67DCDF}" dt="2023-07-30T16:49:48.646" v="1877" actId="478"/>
          <ac:spMkLst>
            <pc:docMk/>
            <pc:sldMk cId="2732172104" sldId="278"/>
            <ac:spMk id="34" creationId="{0126AB0E-3EE8-6145-1BB4-E2F46EAD9537}"/>
          </ac:spMkLst>
        </pc:spChg>
        <pc:grpChg chg="add del mod">
          <ac:chgData name="Bantwal Hebbahalasinakate, Mayur Pai" userId="754cdd8c-0ff8-48ba-be35-c2e80932eaf7" providerId="ADAL" clId="{AED51D95-8F3A-4905-949C-6A498A67DCDF}" dt="2023-07-30T17:10:41.638" v="1981" actId="478"/>
          <ac:grpSpMkLst>
            <pc:docMk/>
            <pc:sldMk cId="2732172104" sldId="278"/>
            <ac:grpSpMk id="22" creationId="{56D84FDD-4D8A-E54B-689F-5B9861C3ECA6}"/>
          </ac:grpSpMkLst>
        </pc:grpChg>
        <pc:grpChg chg="add mod">
          <ac:chgData name="Bantwal Hebbahalasinakate, Mayur Pai" userId="754cdd8c-0ff8-48ba-be35-c2e80932eaf7" providerId="ADAL" clId="{AED51D95-8F3A-4905-949C-6A498A67DCDF}" dt="2023-07-30T15:38:46.050" v="1714" actId="164"/>
          <ac:grpSpMkLst>
            <pc:docMk/>
            <pc:sldMk cId="2732172104" sldId="278"/>
            <ac:grpSpMk id="30" creationId="{61501146-228E-3BC4-D06F-81EAA399D3D0}"/>
          </ac:grpSpMkLst>
        </pc:grpChg>
        <pc:grpChg chg="add del mod">
          <ac:chgData name="Bantwal Hebbahalasinakate, Mayur Pai" userId="754cdd8c-0ff8-48ba-be35-c2e80932eaf7" providerId="ADAL" clId="{AED51D95-8F3A-4905-949C-6A498A67DCDF}" dt="2023-07-30T17:11:55.472" v="1994" actId="478"/>
          <ac:grpSpMkLst>
            <pc:docMk/>
            <pc:sldMk cId="2732172104" sldId="278"/>
            <ac:grpSpMk id="32" creationId="{54A2FF9A-4DE3-C877-75AC-A685D16E48AA}"/>
          </ac:grpSpMkLst>
        </pc:grpChg>
        <pc:graphicFrameChg chg="del">
          <ac:chgData name="Bantwal Hebbahalasinakate, Mayur Pai" userId="754cdd8c-0ff8-48ba-be35-c2e80932eaf7" providerId="ADAL" clId="{AED51D95-8F3A-4905-949C-6A498A67DCDF}" dt="2023-07-30T09:50:06.233" v="895" actId="478"/>
          <ac:graphicFrameMkLst>
            <pc:docMk/>
            <pc:sldMk cId="2732172104" sldId="278"/>
            <ac:graphicFrameMk id="7" creationId="{72F3F8EF-729E-B04A-D5A6-CBDA516D4695}"/>
          </ac:graphicFrameMkLst>
        </pc:graphicFrameChg>
        <pc:picChg chg="add del mod">
          <ac:chgData name="Bantwal Hebbahalasinakate, Mayur Pai" userId="754cdd8c-0ff8-48ba-be35-c2e80932eaf7" providerId="ADAL" clId="{AED51D95-8F3A-4905-949C-6A498A67DCDF}" dt="2023-07-30T15:32:41.449" v="1670" actId="478"/>
          <ac:picMkLst>
            <pc:docMk/>
            <pc:sldMk cId="2732172104" sldId="278"/>
            <ac:picMk id="11" creationId="{76C61929-DFB0-BB4B-0B8B-41EF135E8EDC}"/>
          </ac:picMkLst>
        </pc:picChg>
        <pc:picChg chg="add del mod">
          <ac:chgData name="Bantwal Hebbahalasinakate, Mayur Pai" userId="754cdd8c-0ff8-48ba-be35-c2e80932eaf7" providerId="ADAL" clId="{AED51D95-8F3A-4905-949C-6A498A67DCDF}" dt="2023-07-30T15:29:52.081" v="1648" actId="21"/>
          <ac:picMkLst>
            <pc:docMk/>
            <pc:sldMk cId="2732172104" sldId="278"/>
            <ac:picMk id="14" creationId="{494E7540-86A8-0B46-3CC4-D7616A6E8315}"/>
          </ac:picMkLst>
        </pc:picChg>
        <pc:picChg chg="add del mod">
          <ac:chgData name="Bantwal Hebbahalasinakate, Mayur Pai" userId="754cdd8c-0ff8-48ba-be35-c2e80932eaf7" providerId="ADAL" clId="{AED51D95-8F3A-4905-949C-6A498A67DCDF}" dt="2023-07-30T15:40:27.459" v="1725" actId="478"/>
          <ac:picMkLst>
            <pc:docMk/>
            <pc:sldMk cId="2732172104" sldId="278"/>
            <ac:picMk id="16" creationId="{33B2BD28-EB5B-E854-A88E-C423FE55B4AA}"/>
          </ac:picMkLst>
        </pc:picChg>
      </pc:sldChg>
      <pc:sldChg chg="modSp add mod ord modTransition">
        <pc:chgData name="Bantwal Hebbahalasinakate, Mayur Pai" userId="754cdd8c-0ff8-48ba-be35-c2e80932eaf7" providerId="ADAL" clId="{AED51D95-8F3A-4905-949C-6A498A67DCDF}" dt="2023-07-31T09:52:52.285" v="3575"/>
        <pc:sldMkLst>
          <pc:docMk/>
          <pc:sldMk cId="2638589672" sldId="279"/>
        </pc:sldMkLst>
        <pc:spChg chg="mod">
          <ac:chgData name="Bantwal Hebbahalasinakate, Mayur Pai" userId="754cdd8c-0ff8-48ba-be35-c2e80932eaf7" providerId="ADAL" clId="{AED51D95-8F3A-4905-949C-6A498A67DCDF}" dt="2023-07-30T10:03:35.633" v="991" actId="20577"/>
          <ac:spMkLst>
            <pc:docMk/>
            <pc:sldMk cId="2638589672" sldId="279"/>
            <ac:spMk id="2" creationId="{652CD06E-EB43-4697-A9C1-290232C3BAD6}"/>
          </ac:spMkLst>
        </pc:spChg>
        <pc:graphicFrameChg chg="mod modGraphic">
          <ac:chgData name="Bantwal Hebbahalasinakate, Mayur Pai" userId="754cdd8c-0ff8-48ba-be35-c2e80932eaf7" providerId="ADAL" clId="{AED51D95-8F3A-4905-949C-6A498A67DCDF}" dt="2023-07-30T16:40:42.277" v="1777" actId="12788"/>
          <ac:graphicFrameMkLst>
            <pc:docMk/>
            <pc:sldMk cId="2638589672" sldId="279"/>
            <ac:graphicFrameMk id="7" creationId="{72F3F8EF-729E-B04A-D5A6-CBDA516D4695}"/>
          </ac:graphicFrameMkLst>
        </pc:graphicFrameChg>
      </pc:sldChg>
      <pc:sldChg chg="delSp add del setBg delDesignElem">
        <pc:chgData name="Bantwal Hebbahalasinakate, Mayur Pai" userId="754cdd8c-0ff8-48ba-be35-c2e80932eaf7" providerId="ADAL" clId="{AED51D95-8F3A-4905-949C-6A498A67DCDF}" dt="2023-07-30T10:03:24.508" v="982" actId="2696"/>
        <pc:sldMkLst>
          <pc:docMk/>
          <pc:sldMk cId="2818436250" sldId="279"/>
        </pc:sldMkLst>
        <pc:spChg chg="del">
          <ac:chgData name="Bantwal Hebbahalasinakate, Mayur Pai" userId="754cdd8c-0ff8-48ba-be35-c2e80932eaf7" providerId="ADAL" clId="{AED51D95-8F3A-4905-949C-6A498A67DCDF}" dt="2023-07-30T10:03:21.616" v="981"/>
          <ac:spMkLst>
            <pc:docMk/>
            <pc:sldMk cId="2818436250" sldId="279"/>
            <ac:spMk id="21" creationId="{E5A92FE9-DB05-4D0D-AF5A-BE8664B9FFB4}"/>
          </ac:spMkLst>
        </pc:spChg>
        <pc:grpChg chg="del">
          <ac:chgData name="Bantwal Hebbahalasinakate, Mayur Pai" userId="754cdd8c-0ff8-48ba-be35-c2e80932eaf7" providerId="ADAL" clId="{AED51D95-8F3A-4905-949C-6A498A67DCDF}" dt="2023-07-30T10:03:21.616" v="981"/>
          <ac:grpSpMkLst>
            <pc:docMk/>
            <pc:sldMk cId="2818436250" sldId="279"/>
            <ac:grpSpMk id="23" creationId="{53D9B26A-5143-49A7-BA98-D871D5BD719A}"/>
          </ac:grpSpMkLst>
        </pc:grpChg>
      </pc:sldChg>
      <pc:sldChg chg="addSp delSp modSp add del mod ord">
        <pc:chgData name="Bantwal Hebbahalasinakate, Mayur Pai" userId="754cdd8c-0ff8-48ba-be35-c2e80932eaf7" providerId="ADAL" clId="{AED51D95-8F3A-4905-949C-6A498A67DCDF}" dt="2023-07-30T17:16:15.380" v="2069" actId="2696"/>
        <pc:sldMkLst>
          <pc:docMk/>
          <pc:sldMk cId="3905364222" sldId="280"/>
        </pc:sldMkLst>
        <pc:spChg chg="mod">
          <ac:chgData name="Bantwal Hebbahalasinakate, Mayur Pai" userId="754cdd8c-0ff8-48ba-be35-c2e80932eaf7" providerId="ADAL" clId="{AED51D95-8F3A-4905-949C-6A498A67DCDF}" dt="2023-07-30T10:14:44.739" v="1050" actId="255"/>
          <ac:spMkLst>
            <pc:docMk/>
            <pc:sldMk cId="3905364222" sldId="280"/>
            <ac:spMk id="2" creationId="{652CD06E-EB43-4697-A9C1-290232C3BAD6}"/>
          </ac:spMkLst>
        </pc:spChg>
        <pc:spChg chg="mod">
          <ac:chgData name="Bantwal Hebbahalasinakate, Mayur Pai" userId="754cdd8c-0ff8-48ba-be35-c2e80932eaf7" providerId="ADAL" clId="{AED51D95-8F3A-4905-949C-6A498A67DCDF}" dt="2023-07-30T10:14:49.300" v="1055" actId="20577"/>
          <ac:spMkLst>
            <pc:docMk/>
            <pc:sldMk cId="3905364222" sldId="280"/>
            <ac:spMk id="12" creationId="{6BE424DE-6664-4FBC-F726-205FAD8701FA}"/>
          </ac:spMkLst>
        </pc:spChg>
        <pc:spChg chg="del mod topLvl">
          <ac:chgData name="Bantwal Hebbahalasinakate, Mayur Pai" userId="754cdd8c-0ff8-48ba-be35-c2e80932eaf7" providerId="ADAL" clId="{AED51D95-8F3A-4905-949C-6A498A67DCDF}" dt="2023-07-30T17:12:28.573" v="2004" actId="478"/>
          <ac:spMkLst>
            <pc:docMk/>
            <pc:sldMk cId="3905364222" sldId="280"/>
            <ac:spMk id="14" creationId="{99C68FAC-17CF-7824-B3B4-95D4787547F0}"/>
          </ac:spMkLst>
        </pc:spChg>
        <pc:spChg chg="del mod topLvl">
          <ac:chgData name="Bantwal Hebbahalasinakate, Mayur Pai" userId="754cdd8c-0ff8-48ba-be35-c2e80932eaf7" providerId="ADAL" clId="{AED51D95-8F3A-4905-949C-6A498A67DCDF}" dt="2023-07-30T17:16:08.945" v="2067"/>
          <ac:spMkLst>
            <pc:docMk/>
            <pc:sldMk cId="3905364222" sldId="280"/>
            <ac:spMk id="15" creationId="{BAE2C988-329D-083E-2A2A-76A4BDC7EF9C}"/>
          </ac:spMkLst>
        </pc:spChg>
        <pc:spChg chg="del mod">
          <ac:chgData name="Bantwal Hebbahalasinakate, Mayur Pai" userId="754cdd8c-0ff8-48ba-be35-c2e80932eaf7" providerId="ADAL" clId="{AED51D95-8F3A-4905-949C-6A498A67DCDF}" dt="2023-07-30T17:09:03.330" v="1960" actId="478"/>
          <ac:spMkLst>
            <pc:docMk/>
            <pc:sldMk cId="3905364222" sldId="280"/>
            <ac:spMk id="17" creationId="{B8F3982E-8E7D-1B88-278B-F2BEAFB187C9}"/>
          </ac:spMkLst>
        </pc:spChg>
        <pc:spChg chg="del mod">
          <ac:chgData name="Bantwal Hebbahalasinakate, Mayur Pai" userId="754cdd8c-0ff8-48ba-be35-c2e80932eaf7" providerId="ADAL" clId="{AED51D95-8F3A-4905-949C-6A498A67DCDF}" dt="2023-07-30T17:08:53.820" v="1956" actId="478"/>
          <ac:spMkLst>
            <pc:docMk/>
            <pc:sldMk cId="3905364222" sldId="280"/>
            <ac:spMk id="18" creationId="{4C353C69-2D0A-F81D-4DA9-41B21EDE23C2}"/>
          </ac:spMkLst>
        </pc:spChg>
        <pc:spChg chg="del mod">
          <ac:chgData name="Bantwal Hebbahalasinakate, Mayur Pai" userId="754cdd8c-0ff8-48ba-be35-c2e80932eaf7" providerId="ADAL" clId="{AED51D95-8F3A-4905-949C-6A498A67DCDF}" dt="2023-07-30T17:08:55.521" v="1957" actId="478"/>
          <ac:spMkLst>
            <pc:docMk/>
            <pc:sldMk cId="3905364222" sldId="280"/>
            <ac:spMk id="19" creationId="{3A3A9468-C9E0-EAA9-7532-879D3799645B}"/>
          </ac:spMkLst>
        </pc:spChg>
        <pc:spChg chg="add del mod">
          <ac:chgData name="Bantwal Hebbahalasinakate, Mayur Pai" userId="754cdd8c-0ff8-48ba-be35-c2e80932eaf7" providerId="ADAL" clId="{AED51D95-8F3A-4905-949C-6A498A67DCDF}" dt="2023-07-30T16:45:01.585" v="1829" actId="478"/>
          <ac:spMkLst>
            <pc:docMk/>
            <pc:sldMk cId="3905364222" sldId="280"/>
            <ac:spMk id="22" creationId="{102DEBCF-9CCA-350E-CC45-73C339DB2E8B}"/>
          </ac:spMkLst>
        </pc:spChg>
        <pc:grpChg chg="add del mod">
          <ac:chgData name="Bantwal Hebbahalasinakate, Mayur Pai" userId="754cdd8c-0ff8-48ba-be35-c2e80932eaf7" providerId="ADAL" clId="{AED51D95-8F3A-4905-949C-6A498A67DCDF}" dt="2023-07-30T17:12:22.115" v="2001" actId="165"/>
          <ac:grpSpMkLst>
            <pc:docMk/>
            <pc:sldMk cId="3905364222" sldId="280"/>
            <ac:grpSpMk id="13" creationId="{05680D02-2B1E-3E43-535F-C25453BE7BD3}"/>
          </ac:grpSpMkLst>
        </pc:grpChg>
        <pc:grpChg chg="del mod">
          <ac:chgData name="Bantwal Hebbahalasinakate, Mayur Pai" userId="754cdd8c-0ff8-48ba-be35-c2e80932eaf7" providerId="ADAL" clId="{AED51D95-8F3A-4905-949C-6A498A67DCDF}" dt="2023-07-30T17:08:55.521" v="1957" actId="478"/>
          <ac:grpSpMkLst>
            <pc:docMk/>
            <pc:sldMk cId="3905364222" sldId="280"/>
            <ac:grpSpMk id="16" creationId="{77F3008F-12F3-E1F9-D1D4-5EA75D17E7C2}"/>
          </ac:grpSpMkLst>
        </pc:grpChg>
        <pc:picChg chg="add del mod">
          <ac:chgData name="Bantwal Hebbahalasinakate, Mayur Pai" userId="754cdd8c-0ff8-48ba-be35-c2e80932eaf7" providerId="ADAL" clId="{AED51D95-8F3A-4905-949C-6A498A67DCDF}" dt="2023-07-30T10:21:42.971" v="1081" actId="478"/>
          <ac:picMkLst>
            <pc:docMk/>
            <pc:sldMk cId="3905364222" sldId="280"/>
            <ac:picMk id="7" creationId="{E80DC858-30E5-1506-9FC8-E4E6DD3D7C98}"/>
          </ac:picMkLst>
        </pc:picChg>
        <pc:picChg chg="add del mod">
          <ac:chgData name="Bantwal Hebbahalasinakate, Mayur Pai" userId="754cdd8c-0ff8-48ba-be35-c2e80932eaf7" providerId="ADAL" clId="{AED51D95-8F3A-4905-949C-6A498A67DCDF}" dt="2023-07-30T15:42:37.611" v="1737" actId="478"/>
          <ac:picMkLst>
            <pc:docMk/>
            <pc:sldMk cId="3905364222" sldId="280"/>
            <ac:picMk id="9" creationId="{61CEE67A-5060-E95C-AE9C-06220CEC5B4B}"/>
          </ac:picMkLst>
        </pc:picChg>
        <pc:picChg chg="add del mod">
          <ac:chgData name="Bantwal Hebbahalasinakate, Mayur Pai" userId="754cdd8c-0ff8-48ba-be35-c2e80932eaf7" providerId="ADAL" clId="{AED51D95-8F3A-4905-949C-6A498A67DCDF}" dt="2023-07-30T15:45:21.957" v="1759" actId="478"/>
          <ac:picMkLst>
            <pc:docMk/>
            <pc:sldMk cId="3905364222" sldId="280"/>
            <ac:picMk id="10" creationId="{21C38A7E-2626-D313-EA4F-DB0860B6180E}"/>
          </ac:picMkLst>
        </pc:picChg>
        <pc:picChg chg="add del">
          <ac:chgData name="Bantwal Hebbahalasinakate, Mayur Pai" userId="754cdd8c-0ff8-48ba-be35-c2e80932eaf7" providerId="ADAL" clId="{AED51D95-8F3A-4905-949C-6A498A67DCDF}" dt="2023-07-30T10:16:13.252" v="1059" actId="478"/>
          <ac:picMkLst>
            <pc:docMk/>
            <pc:sldMk cId="3905364222" sldId="280"/>
            <ac:picMk id="11" creationId="{76C61929-DFB0-BB4B-0B8B-41EF135E8EDC}"/>
          </ac:picMkLst>
        </pc:picChg>
      </pc:sldChg>
      <pc:sldChg chg="modSp add mod ord modTransition">
        <pc:chgData name="Bantwal Hebbahalasinakate, Mayur Pai" userId="754cdd8c-0ff8-48ba-be35-c2e80932eaf7" providerId="ADAL" clId="{AED51D95-8F3A-4905-949C-6A498A67DCDF}" dt="2023-07-31T09:52:52.285" v="3575"/>
        <pc:sldMkLst>
          <pc:docMk/>
          <pc:sldMk cId="2630727361" sldId="281"/>
        </pc:sldMkLst>
        <pc:spChg chg="mod">
          <ac:chgData name="Bantwal Hebbahalasinakate, Mayur Pai" userId="754cdd8c-0ff8-48ba-be35-c2e80932eaf7" providerId="ADAL" clId="{AED51D95-8F3A-4905-949C-6A498A67DCDF}" dt="2023-07-30T13:29:39.048" v="1116" actId="20577"/>
          <ac:spMkLst>
            <pc:docMk/>
            <pc:sldMk cId="2630727361" sldId="281"/>
            <ac:spMk id="2" creationId="{652CD06E-EB43-4697-A9C1-290232C3BAD6}"/>
          </ac:spMkLst>
        </pc:spChg>
        <pc:graphicFrameChg chg="mod modGraphic">
          <ac:chgData name="Bantwal Hebbahalasinakate, Mayur Pai" userId="754cdd8c-0ff8-48ba-be35-c2e80932eaf7" providerId="ADAL" clId="{AED51D95-8F3A-4905-949C-6A498A67DCDF}" dt="2023-07-30T13:24:51.095" v="1091" actId="12789"/>
          <ac:graphicFrameMkLst>
            <pc:docMk/>
            <pc:sldMk cId="2630727361" sldId="281"/>
            <ac:graphicFrameMk id="7" creationId="{72F3F8EF-729E-B04A-D5A6-CBDA516D4695}"/>
          </ac:graphicFrameMkLst>
        </pc:graphicFrameChg>
      </pc:sldChg>
      <pc:sldChg chg="addSp delSp modSp add mod modTransition">
        <pc:chgData name="Bantwal Hebbahalasinakate, Mayur Pai" userId="754cdd8c-0ff8-48ba-be35-c2e80932eaf7" providerId="ADAL" clId="{AED51D95-8F3A-4905-949C-6A498A67DCDF}" dt="2023-07-31T09:52:52.285" v="3575"/>
        <pc:sldMkLst>
          <pc:docMk/>
          <pc:sldMk cId="4021515972" sldId="282"/>
        </pc:sldMkLst>
        <pc:spChg chg="mod">
          <ac:chgData name="Bantwal Hebbahalasinakate, Mayur Pai" userId="754cdd8c-0ff8-48ba-be35-c2e80932eaf7" providerId="ADAL" clId="{AED51D95-8F3A-4905-949C-6A498A67DCDF}" dt="2023-07-30T15:15:07.720" v="1151"/>
          <ac:spMkLst>
            <pc:docMk/>
            <pc:sldMk cId="4021515972" sldId="282"/>
            <ac:spMk id="2" creationId="{652CD06E-EB43-4697-A9C1-290232C3BAD6}"/>
          </ac:spMkLst>
        </pc:spChg>
        <pc:spChg chg="del">
          <ac:chgData name="Bantwal Hebbahalasinakate, Mayur Pai" userId="754cdd8c-0ff8-48ba-be35-c2e80932eaf7" providerId="ADAL" clId="{AED51D95-8F3A-4905-949C-6A498A67DCDF}" dt="2023-07-30T15:15:12.140" v="1152" actId="478"/>
          <ac:spMkLst>
            <pc:docMk/>
            <pc:sldMk cId="4021515972" sldId="282"/>
            <ac:spMk id="12" creationId="{6BE424DE-6664-4FBC-F726-205FAD8701FA}"/>
          </ac:spMkLst>
        </pc:spChg>
        <pc:graphicFrameChg chg="add mod modGraphic">
          <ac:chgData name="Bantwal Hebbahalasinakate, Mayur Pai" userId="754cdd8c-0ff8-48ba-be35-c2e80932eaf7" providerId="ADAL" clId="{AED51D95-8F3A-4905-949C-6A498A67DCDF}" dt="2023-07-30T15:23:39.584" v="1632" actId="20577"/>
          <ac:graphicFrameMkLst>
            <pc:docMk/>
            <pc:sldMk cId="4021515972" sldId="282"/>
            <ac:graphicFrameMk id="3" creationId="{56071E65-A6B0-0969-A504-C57A24852B16}"/>
          </ac:graphicFrameMkLst>
        </pc:graphicFrameChg>
        <pc:picChg chg="add del mod">
          <ac:chgData name="Bantwal Hebbahalasinakate, Mayur Pai" userId="754cdd8c-0ff8-48ba-be35-c2e80932eaf7" providerId="ADAL" clId="{AED51D95-8F3A-4905-949C-6A498A67DCDF}" dt="2023-07-30T15:16:39.459" v="1159" actId="478"/>
          <ac:picMkLst>
            <pc:docMk/>
            <pc:sldMk cId="4021515972" sldId="282"/>
            <ac:picMk id="9" creationId="{61CEE67A-5060-E95C-AE9C-06220CEC5B4B}"/>
          </ac:picMkLst>
        </pc:picChg>
        <pc:picChg chg="add del mod">
          <ac:chgData name="Bantwal Hebbahalasinakate, Mayur Pai" userId="754cdd8c-0ff8-48ba-be35-c2e80932eaf7" providerId="ADAL" clId="{AED51D95-8F3A-4905-949C-6A498A67DCDF}" dt="2023-07-30T15:16:38.507" v="1158"/>
          <ac:picMkLst>
            <pc:docMk/>
            <pc:sldMk cId="4021515972" sldId="282"/>
            <ac:picMk id="3074" creationId="{53343323-5623-8501-6DBC-B56F463A5484}"/>
          </ac:picMkLst>
        </pc:picChg>
        <pc:picChg chg="add del mod">
          <ac:chgData name="Bantwal Hebbahalasinakate, Mayur Pai" userId="754cdd8c-0ff8-48ba-be35-c2e80932eaf7" providerId="ADAL" clId="{AED51D95-8F3A-4905-949C-6A498A67DCDF}" dt="2023-07-30T15:21:57.685" v="1606" actId="478"/>
          <ac:picMkLst>
            <pc:docMk/>
            <pc:sldMk cId="4021515972" sldId="282"/>
            <ac:picMk id="3076" creationId="{2940634C-6326-C692-09BF-123C66662615}"/>
          </ac:picMkLst>
        </pc:picChg>
      </pc:sldChg>
      <pc:sldChg chg="addSp delSp modSp add mod modTransition">
        <pc:chgData name="Bantwal Hebbahalasinakate, Mayur Pai" userId="754cdd8c-0ff8-48ba-be35-c2e80932eaf7" providerId="ADAL" clId="{AED51D95-8F3A-4905-949C-6A498A67DCDF}" dt="2023-07-31T09:52:52.285" v="3575"/>
        <pc:sldMkLst>
          <pc:docMk/>
          <pc:sldMk cId="1141551741" sldId="283"/>
        </pc:sldMkLst>
        <pc:spChg chg="add del mod">
          <ac:chgData name="Bantwal Hebbahalasinakate, Mayur Pai" userId="754cdd8c-0ff8-48ba-be35-c2e80932eaf7" providerId="ADAL" clId="{AED51D95-8F3A-4905-949C-6A498A67DCDF}" dt="2023-07-30T17:12:58.051" v="2014" actId="478"/>
          <ac:spMkLst>
            <pc:docMk/>
            <pc:sldMk cId="1141551741" sldId="283"/>
            <ac:spMk id="7" creationId="{95089B37-9405-AFF6-AD88-83F42BB52723}"/>
          </ac:spMkLst>
        </pc:spChg>
        <pc:spChg chg="del mod topLvl">
          <ac:chgData name="Bantwal Hebbahalasinakate, Mayur Pai" userId="754cdd8c-0ff8-48ba-be35-c2e80932eaf7" providerId="ADAL" clId="{AED51D95-8F3A-4905-949C-6A498A67DCDF}" dt="2023-07-30T17:12:42.978" v="2007" actId="478"/>
          <ac:spMkLst>
            <pc:docMk/>
            <pc:sldMk cId="1141551741" sldId="283"/>
            <ac:spMk id="14" creationId="{99C68FAC-17CF-7824-B3B4-95D4787547F0}"/>
          </ac:spMkLst>
        </pc:spChg>
        <pc:spChg chg="mod topLvl">
          <ac:chgData name="Bantwal Hebbahalasinakate, Mayur Pai" userId="754cdd8c-0ff8-48ba-be35-c2e80932eaf7" providerId="ADAL" clId="{AED51D95-8F3A-4905-949C-6A498A67DCDF}" dt="2023-07-30T17:18:00.078" v="2081" actId="255"/>
          <ac:spMkLst>
            <pc:docMk/>
            <pc:sldMk cId="1141551741" sldId="283"/>
            <ac:spMk id="15" creationId="{BAE2C988-329D-083E-2A2A-76A4BDC7EF9C}"/>
          </ac:spMkLst>
        </pc:spChg>
        <pc:spChg chg="mod">
          <ac:chgData name="Bantwal Hebbahalasinakate, Mayur Pai" userId="754cdd8c-0ff8-48ba-be35-c2e80932eaf7" providerId="ADAL" clId="{AED51D95-8F3A-4905-949C-6A498A67DCDF}" dt="2023-07-30T17:12:37.535" v="2005" actId="165"/>
          <ac:spMkLst>
            <pc:docMk/>
            <pc:sldMk cId="1141551741" sldId="283"/>
            <ac:spMk id="17" creationId="{B8F3982E-8E7D-1B88-278B-F2BEAFB187C9}"/>
          </ac:spMkLst>
        </pc:spChg>
        <pc:spChg chg="mod">
          <ac:chgData name="Bantwal Hebbahalasinakate, Mayur Pai" userId="754cdd8c-0ff8-48ba-be35-c2e80932eaf7" providerId="ADAL" clId="{AED51D95-8F3A-4905-949C-6A498A67DCDF}" dt="2023-07-30T17:12:37.535" v="2005" actId="165"/>
          <ac:spMkLst>
            <pc:docMk/>
            <pc:sldMk cId="1141551741" sldId="283"/>
            <ac:spMk id="18" creationId="{4C353C69-2D0A-F81D-4DA9-41B21EDE23C2}"/>
          </ac:spMkLst>
        </pc:spChg>
        <pc:spChg chg="mod">
          <ac:chgData name="Bantwal Hebbahalasinakate, Mayur Pai" userId="754cdd8c-0ff8-48ba-be35-c2e80932eaf7" providerId="ADAL" clId="{AED51D95-8F3A-4905-949C-6A498A67DCDF}" dt="2023-07-30T17:12:37.535" v="2005" actId="165"/>
          <ac:spMkLst>
            <pc:docMk/>
            <pc:sldMk cId="1141551741" sldId="283"/>
            <ac:spMk id="19" creationId="{3A3A9468-C9E0-EAA9-7532-879D3799645B}"/>
          </ac:spMkLst>
        </pc:spChg>
        <pc:spChg chg="add del mod">
          <ac:chgData name="Bantwal Hebbahalasinakate, Mayur Pai" userId="754cdd8c-0ff8-48ba-be35-c2e80932eaf7" providerId="ADAL" clId="{AED51D95-8F3A-4905-949C-6A498A67DCDF}" dt="2023-07-30T16:46:11.398" v="1840"/>
          <ac:spMkLst>
            <pc:docMk/>
            <pc:sldMk cId="1141551741" sldId="283"/>
            <ac:spMk id="22" creationId="{102DEBCF-9CCA-350E-CC45-73C339DB2E8B}"/>
          </ac:spMkLst>
        </pc:spChg>
        <pc:grpChg chg="del mod">
          <ac:chgData name="Bantwal Hebbahalasinakate, Mayur Pai" userId="754cdd8c-0ff8-48ba-be35-c2e80932eaf7" providerId="ADAL" clId="{AED51D95-8F3A-4905-949C-6A498A67DCDF}" dt="2023-07-30T17:12:37.535" v="2005" actId="165"/>
          <ac:grpSpMkLst>
            <pc:docMk/>
            <pc:sldMk cId="1141551741" sldId="283"/>
            <ac:grpSpMk id="13" creationId="{05680D02-2B1E-3E43-535F-C25453BE7BD3}"/>
          </ac:grpSpMkLst>
        </pc:grpChg>
        <pc:grpChg chg="del mod topLvl">
          <ac:chgData name="Bantwal Hebbahalasinakate, Mayur Pai" userId="754cdd8c-0ff8-48ba-be35-c2e80932eaf7" providerId="ADAL" clId="{AED51D95-8F3A-4905-949C-6A498A67DCDF}" dt="2023-07-30T17:12:40.860" v="2006" actId="478"/>
          <ac:grpSpMkLst>
            <pc:docMk/>
            <pc:sldMk cId="1141551741" sldId="283"/>
            <ac:grpSpMk id="16" creationId="{77F3008F-12F3-E1F9-D1D4-5EA75D17E7C2}"/>
          </ac:grpSpMkLst>
        </pc:grpChg>
      </pc:sldChg>
      <pc:sldChg chg="addSp delSp modSp add mod modTransition">
        <pc:chgData name="Bantwal Hebbahalasinakate, Mayur Pai" userId="754cdd8c-0ff8-48ba-be35-c2e80932eaf7" providerId="ADAL" clId="{AED51D95-8F3A-4905-949C-6A498A67DCDF}" dt="2023-07-31T10:52:34.345" v="3879" actId="20577"/>
        <pc:sldMkLst>
          <pc:docMk/>
          <pc:sldMk cId="644165493" sldId="284"/>
        </pc:sldMkLst>
        <pc:spChg chg="mod topLvl">
          <ac:chgData name="Bantwal Hebbahalasinakate, Mayur Pai" userId="754cdd8c-0ff8-48ba-be35-c2e80932eaf7" providerId="ADAL" clId="{AED51D95-8F3A-4905-949C-6A498A67DCDF}" dt="2023-07-31T10:52:34.345" v="3879" actId="20577"/>
          <ac:spMkLst>
            <pc:docMk/>
            <pc:sldMk cId="644165493" sldId="284"/>
            <ac:spMk id="17" creationId="{FACB0C06-BECB-A291-7F86-703D5FC9425A}"/>
          </ac:spMkLst>
        </pc:spChg>
        <pc:spChg chg="mod">
          <ac:chgData name="Bantwal Hebbahalasinakate, Mayur Pai" userId="754cdd8c-0ff8-48ba-be35-c2e80932eaf7" providerId="ADAL" clId="{AED51D95-8F3A-4905-949C-6A498A67DCDF}" dt="2023-07-30T17:12:05.960" v="1996" actId="165"/>
          <ac:spMkLst>
            <pc:docMk/>
            <pc:sldMk cId="644165493" sldId="284"/>
            <ac:spMk id="18" creationId="{A299002B-40E6-878A-DF79-C5FA13D1FFF9}"/>
          </ac:spMkLst>
        </pc:spChg>
        <pc:spChg chg="mod">
          <ac:chgData name="Bantwal Hebbahalasinakate, Mayur Pai" userId="754cdd8c-0ff8-48ba-be35-c2e80932eaf7" providerId="ADAL" clId="{AED51D95-8F3A-4905-949C-6A498A67DCDF}" dt="2023-07-30T17:12:05.960" v="1996" actId="165"/>
          <ac:spMkLst>
            <pc:docMk/>
            <pc:sldMk cId="644165493" sldId="284"/>
            <ac:spMk id="19" creationId="{72027305-54B5-F337-08E6-743135089ED2}"/>
          </ac:spMkLst>
        </pc:spChg>
        <pc:spChg chg="mod">
          <ac:chgData name="Bantwal Hebbahalasinakate, Mayur Pai" userId="754cdd8c-0ff8-48ba-be35-c2e80932eaf7" providerId="ADAL" clId="{AED51D95-8F3A-4905-949C-6A498A67DCDF}" dt="2023-07-30T17:12:05.960" v="1996" actId="165"/>
          <ac:spMkLst>
            <pc:docMk/>
            <pc:sldMk cId="644165493" sldId="284"/>
            <ac:spMk id="20" creationId="{5021B33B-10F8-1955-48E3-CC848D21A54A}"/>
          </ac:spMkLst>
        </pc:spChg>
        <pc:spChg chg="del mod topLvl">
          <ac:chgData name="Bantwal Hebbahalasinakate, Mayur Pai" userId="754cdd8c-0ff8-48ba-be35-c2e80932eaf7" providerId="ADAL" clId="{AED51D95-8F3A-4905-949C-6A498A67DCDF}" dt="2023-07-30T17:12:11.690" v="1999" actId="478"/>
          <ac:spMkLst>
            <pc:docMk/>
            <pc:sldMk cId="644165493" sldId="284"/>
            <ac:spMk id="31" creationId="{1B17B61A-B9D7-1D7B-5B21-A0C9B9D3FEA5}"/>
          </ac:spMkLst>
        </pc:spChg>
        <pc:spChg chg="add del mod">
          <ac:chgData name="Bantwal Hebbahalasinakate, Mayur Pai" userId="754cdd8c-0ff8-48ba-be35-c2e80932eaf7" providerId="ADAL" clId="{AED51D95-8F3A-4905-949C-6A498A67DCDF}" dt="2023-07-30T16:49:41.848" v="1875"/>
          <ac:spMkLst>
            <pc:docMk/>
            <pc:sldMk cId="644165493" sldId="284"/>
            <ac:spMk id="34" creationId="{0126AB0E-3EE8-6145-1BB4-E2F46EAD9537}"/>
          </ac:spMkLst>
        </pc:spChg>
        <pc:grpChg chg="del mod topLvl">
          <ac:chgData name="Bantwal Hebbahalasinakate, Mayur Pai" userId="754cdd8c-0ff8-48ba-be35-c2e80932eaf7" providerId="ADAL" clId="{AED51D95-8F3A-4905-949C-6A498A67DCDF}" dt="2023-07-30T17:12:13.789" v="2000" actId="478"/>
          <ac:grpSpMkLst>
            <pc:docMk/>
            <pc:sldMk cId="644165493" sldId="284"/>
            <ac:grpSpMk id="22" creationId="{56D84FDD-4D8A-E54B-689F-5B9861C3ECA6}"/>
          </ac:grpSpMkLst>
        </pc:grpChg>
        <pc:grpChg chg="del mod">
          <ac:chgData name="Bantwal Hebbahalasinakate, Mayur Pai" userId="754cdd8c-0ff8-48ba-be35-c2e80932eaf7" providerId="ADAL" clId="{AED51D95-8F3A-4905-949C-6A498A67DCDF}" dt="2023-07-30T17:12:05.960" v="1996" actId="165"/>
          <ac:grpSpMkLst>
            <pc:docMk/>
            <pc:sldMk cId="644165493" sldId="284"/>
            <ac:grpSpMk id="32" creationId="{54A2FF9A-4DE3-C877-75AC-A685D16E48AA}"/>
          </ac:grpSpMkLst>
        </pc:grpChg>
      </pc:sldChg>
      <pc:sldChg chg="addSp delSp modSp add mod ord modTransition">
        <pc:chgData name="Bantwal Hebbahalasinakate, Mayur Pai" userId="754cdd8c-0ff8-48ba-be35-c2e80932eaf7" providerId="ADAL" clId="{AED51D95-8F3A-4905-949C-6A498A67DCDF}" dt="2023-07-31T10:57:19.999" v="3893" actId="20577"/>
        <pc:sldMkLst>
          <pc:docMk/>
          <pc:sldMk cId="384890604" sldId="285"/>
        </pc:sldMkLst>
        <pc:spChg chg="mod">
          <ac:chgData name="Bantwal Hebbahalasinakate, Mayur Pai" userId="754cdd8c-0ff8-48ba-be35-c2e80932eaf7" providerId="ADAL" clId="{AED51D95-8F3A-4905-949C-6A498A67DCDF}" dt="2023-07-30T16:58:38.121" v="1915"/>
          <ac:spMkLst>
            <pc:docMk/>
            <pc:sldMk cId="384890604" sldId="285"/>
            <ac:spMk id="2" creationId="{652CD06E-EB43-4697-A9C1-290232C3BAD6}"/>
          </ac:spMkLst>
        </pc:spChg>
        <pc:spChg chg="add del">
          <ac:chgData name="Bantwal Hebbahalasinakate, Mayur Pai" userId="754cdd8c-0ff8-48ba-be35-c2e80932eaf7" providerId="ADAL" clId="{AED51D95-8F3A-4905-949C-6A498A67DCDF}" dt="2023-07-30T16:59:06.600" v="1921"/>
          <ac:spMkLst>
            <pc:docMk/>
            <pc:sldMk cId="384890604" sldId="285"/>
            <ac:spMk id="3" creationId="{D99115EB-C426-9767-2E8C-362A52E565A8}"/>
          </ac:spMkLst>
        </pc:spChg>
        <pc:spChg chg="add mod">
          <ac:chgData name="Bantwal Hebbahalasinakate, Mayur Pai" userId="754cdd8c-0ff8-48ba-be35-c2e80932eaf7" providerId="ADAL" clId="{AED51D95-8F3A-4905-949C-6A498A67DCDF}" dt="2023-07-30T17:19:52.906" v="2107" actId="2711"/>
          <ac:spMkLst>
            <pc:docMk/>
            <pc:sldMk cId="384890604" sldId="285"/>
            <ac:spMk id="7" creationId="{2423FF9D-73C4-44E4-0D7E-C85EF3B4784D}"/>
          </ac:spMkLst>
        </pc:spChg>
        <pc:spChg chg="add mod">
          <ac:chgData name="Bantwal Hebbahalasinakate, Mayur Pai" userId="754cdd8c-0ff8-48ba-be35-c2e80932eaf7" providerId="ADAL" clId="{AED51D95-8F3A-4905-949C-6A498A67DCDF}" dt="2023-07-31T10:57:19.999" v="3893" actId="20577"/>
          <ac:spMkLst>
            <pc:docMk/>
            <pc:sldMk cId="384890604" sldId="285"/>
            <ac:spMk id="8" creationId="{0C385C35-C975-52B4-FE98-4B318591390F}"/>
          </ac:spMkLst>
        </pc:spChg>
        <pc:spChg chg="mod">
          <ac:chgData name="Bantwal Hebbahalasinakate, Mayur Pai" userId="754cdd8c-0ff8-48ba-be35-c2e80932eaf7" providerId="ADAL" clId="{AED51D95-8F3A-4905-949C-6A498A67DCDF}" dt="2023-07-30T16:58:50.771" v="1919" actId="113"/>
          <ac:spMkLst>
            <pc:docMk/>
            <pc:sldMk cId="384890604" sldId="285"/>
            <ac:spMk id="12" creationId="{6BE424DE-6664-4FBC-F726-205FAD8701FA}"/>
          </ac:spMkLst>
        </pc:spChg>
        <pc:spChg chg="mod topLvl">
          <ac:chgData name="Bantwal Hebbahalasinakate, Mayur Pai" userId="754cdd8c-0ff8-48ba-be35-c2e80932eaf7" providerId="ADAL" clId="{AED51D95-8F3A-4905-949C-6A498A67DCDF}" dt="2023-07-30T17:19:52.906" v="2107" actId="2711"/>
          <ac:spMkLst>
            <pc:docMk/>
            <pc:sldMk cId="384890604" sldId="285"/>
            <ac:spMk id="17" creationId="{FACB0C06-BECB-A291-7F86-703D5FC9425A}"/>
          </ac:spMkLst>
        </pc:spChg>
        <pc:spChg chg="mod">
          <ac:chgData name="Bantwal Hebbahalasinakate, Mayur Pai" userId="754cdd8c-0ff8-48ba-be35-c2e80932eaf7" providerId="ADAL" clId="{AED51D95-8F3A-4905-949C-6A498A67DCDF}" dt="2023-07-30T17:17:13.116" v="2072" actId="165"/>
          <ac:spMkLst>
            <pc:docMk/>
            <pc:sldMk cId="384890604" sldId="285"/>
            <ac:spMk id="18" creationId="{A299002B-40E6-878A-DF79-C5FA13D1FFF9}"/>
          </ac:spMkLst>
        </pc:spChg>
        <pc:spChg chg="mod">
          <ac:chgData name="Bantwal Hebbahalasinakate, Mayur Pai" userId="754cdd8c-0ff8-48ba-be35-c2e80932eaf7" providerId="ADAL" clId="{AED51D95-8F3A-4905-949C-6A498A67DCDF}" dt="2023-07-30T17:17:13.116" v="2072" actId="165"/>
          <ac:spMkLst>
            <pc:docMk/>
            <pc:sldMk cId="384890604" sldId="285"/>
            <ac:spMk id="19" creationId="{72027305-54B5-F337-08E6-743135089ED2}"/>
          </ac:spMkLst>
        </pc:spChg>
        <pc:spChg chg="mod">
          <ac:chgData name="Bantwal Hebbahalasinakate, Mayur Pai" userId="754cdd8c-0ff8-48ba-be35-c2e80932eaf7" providerId="ADAL" clId="{AED51D95-8F3A-4905-949C-6A498A67DCDF}" dt="2023-07-30T17:17:13.116" v="2072" actId="165"/>
          <ac:spMkLst>
            <pc:docMk/>
            <pc:sldMk cId="384890604" sldId="285"/>
            <ac:spMk id="20" creationId="{5021B33B-10F8-1955-48E3-CC848D21A54A}"/>
          </ac:spMkLst>
        </pc:spChg>
        <pc:spChg chg="del mod topLvl">
          <ac:chgData name="Bantwal Hebbahalasinakate, Mayur Pai" userId="754cdd8c-0ff8-48ba-be35-c2e80932eaf7" providerId="ADAL" clId="{AED51D95-8F3A-4905-949C-6A498A67DCDF}" dt="2023-07-30T17:17:17.750" v="2074" actId="478"/>
          <ac:spMkLst>
            <pc:docMk/>
            <pc:sldMk cId="384890604" sldId="285"/>
            <ac:spMk id="31" creationId="{1B17B61A-B9D7-1D7B-5B21-A0C9B9D3FEA5}"/>
          </ac:spMkLst>
        </pc:spChg>
        <pc:grpChg chg="del mod topLvl">
          <ac:chgData name="Bantwal Hebbahalasinakate, Mayur Pai" userId="754cdd8c-0ff8-48ba-be35-c2e80932eaf7" providerId="ADAL" clId="{AED51D95-8F3A-4905-949C-6A498A67DCDF}" dt="2023-07-30T17:17:16.723" v="2073" actId="478"/>
          <ac:grpSpMkLst>
            <pc:docMk/>
            <pc:sldMk cId="384890604" sldId="285"/>
            <ac:grpSpMk id="22" creationId="{56D84FDD-4D8A-E54B-689F-5B9861C3ECA6}"/>
          </ac:grpSpMkLst>
        </pc:grpChg>
        <pc:grpChg chg="del mod">
          <ac:chgData name="Bantwal Hebbahalasinakate, Mayur Pai" userId="754cdd8c-0ff8-48ba-be35-c2e80932eaf7" providerId="ADAL" clId="{AED51D95-8F3A-4905-949C-6A498A67DCDF}" dt="2023-07-30T17:17:13.116" v="2072" actId="165"/>
          <ac:grpSpMkLst>
            <pc:docMk/>
            <pc:sldMk cId="384890604" sldId="285"/>
            <ac:grpSpMk id="32" creationId="{54A2FF9A-4DE3-C877-75AC-A685D16E48AA}"/>
          </ac:grpSpMkLst>
        </pc:grpChg>
      </pc:sldChg>
      <pc:sldChg chg="delSp modSp add del mod">
        <pc:chgData name="Bantwal Hebbahalasinakate, Mayur Pai" userId="754cdd8c-0ff8-48ba-be35-c2e80932eaf7" providerId="ADAL" clId="{AED51D95-8F3A-4905-949C-6A498A67DCDF}" dt="2023-07-30T17:20:24.070" v="2110" actId="47"/>
        <pc:sldMkLst>
          <pc:docMk/>
          <pc:sldMk cId="1302556706" sldId="286"/>
        </pc:sldMkLst>
        <pc:spChg chg="mod">
          <ac:chgData name="Bantwal Hebbahalasinakate, Mayur Pai" userId="754cdd8c-0ff8-48ba-be35-c2e80932eaf7" providerId="ADAL" clId="{AED51D95-8F3A-4905-949C-6A498A67DCDF}" dt="2023-07-30T17:00:39.132" v="1948" actId="255"/>
          <ac:spMkLst>
            <pc:docMk/>
            <pc:sldMk cId="1302556706" sldId="286"/>
            <ac:spMk id="12" creationId="{6BE424DE-6664-4FBC-F726-205FAD8701FA}"/>
          </ac:spMkLst>
        </pc:spChg>
        <pc:spChg chg="mod topLvl">
          <ac:chgData name="Bantwal Hebbahalasinakate, Mayur Pai" userId="754cdd8c-0ff8-48ba-be35-c2e80932eaf7" providerId="ADAL" clId="{AED51D95-8F3A-4905-949C-6A498A67DCDF}" dt="2023-07-30T17:17:23.351" v="2075" actId="165"/>
          <ac:spMkLst>
            <pc:docMk/>
            <pc:sldMk cId="1302556706" sldId="286"/>
            <ac:spMk id="17" creationId="{FACB0C06-BECB-A291-7F86-703D5FC9425A}"/>
          </ac:spMkLst>
        </pc:spChg>
        <pc:spChg chg="mod">
          <ac:chgData name="Bantwal Hebbahalasinakate, Mayur Pai" userId="754cdd8c-0ff8-48ba-be35-c2e80932eaf7" providerId="ADAL" clId="{AED51D95-8F3A-4905-949C-6A498A67DCDF}" dt="2023-07-30T17:17:23.351" v="2075" actId="165"/>
          <ac:spMkLst>
            <pc:docMk/>
            <pc:sldMk cId="1302556706" sldId="286"/>
            <ac:spMk id="18" creationId="{A299002B-40E6-878A-DF79-C5FA13D1FFF9}"/>
          </ac:spMkLst>
        </pc:spChg>
        <pc:spChg chg="mod">
          <ac:chgData name="Bantwal Hebbahalasinakate, Mayur Pai" userId="754cdd8c-0ff8-48ba-be35-c2e80932eaf7" providerId="ADAL" clId="{AED51D95-8F3A-4905-949C-6A498A67DCDF}" dt="2023-07-30T17:17:23.351" v="2075" actId="165"/>
          <ac:spMkLst>
            <pc:docMk/>
            <pc:sldMk cId="1302556706" sldId="286"/>
            <ac:spMk id="19" creationId="{72027305-54B5-F337-08E6-743135089ED2}"/>
          </ac:spMkLst>
        </pc:spChg>
        <pc:spChg chg="mod">
          <ac:chgData name="Bantwal Hebbahalasinakate, Mayur Pai" userId="754cdd8c-0ff8-48ba-be35-c2e80932eaf7" providerId="ADAL" clId="{AED51D95-8F3A-4905-949C-6A498A67DCDF}" dt="2023-07-30T17:17:23.351" v="2075" actId="165"/>
          <ac:spMkLst>
            <pc:docMk/>
            <pc:sldMk cId="1302556706" sldId="286"/>
            <ac:spMk id="20" creationId="{5021B33B-10F8-1955-48E3-CC848D21A54A}"/>
          </ac:spMkLst>
        </pc:spChg>
        <pc:spChg chg="del mod topLvl">
          <ac:chgData name="Bantwal Hebbahalasinakate, Mayur Pai" userId="754cdd8c-0ff8-48ba-be35-c2e80932eaf7" providerId="ADAL" clId="{AED51D95-8F3A-4905-949C-6A498A67DCDF}" dt="2023-07-30T17:17:27.989" v="2077" actId="478"/>
          <ac:spMkLst>
            <pc:docMk/>
            <pc:sldMk cId="1302556706" sldId="286"/>
            <ac:spMk id="31" creationId="{1B17B61A-B9D7-1D7B-5B21-A0C9B9D3FEA5}"/>
          </ac:spMkLst>
        </pc:spChg>
        <pc:grpChg chg="del mod topLvl">
          <ac:chgData name="Bantwal Hebbahalasinakate, Mayur Pai" userId="754cdd8c-0ff8-48ba-be35-c2e80932eaf7" providerId="ADAL" clId="{AED51D95-8F3A-4905-949C-6A498A67DCDF}" dt="2023-07-30T17:17:29.541" v="2078" actId="478"/>
          <ac:grpSpMkLst>
            <pc:docMk/>
            <pc:sldMk cId="1302556706" sldId="286"/>
            <ac:grpSpMk id="22" creationId="{56D84FDD-4D8A-E54B-689F-5B9861C3ECA6}"/>
          </ac:grpSpMkLst>
        </pc:grpChg>
        <pc:grpChg chg="del mod">
          <ac:chgData name="Bantwal Hebbahalasinakate, Mayur Pai" userId="754cdd8c-0ff8-48ba-be35-c2e80932eaf7" providerId="ADAL" clId="{AED51D95-8F3A-4905-949C-6A498A67DCDF}" dt="2023-07-30T17:17:23.351" v="2075" actId="165"/>
          <ac:grpSpMkLst>
            <pc:docMk/>
            <pc:sldMk cId="1302556706" sldId="286"/>
            <ac:grpSpMk id="32" creationId="{54A2FF9A-4DE3-C877-75AC-A685D16E48AA}"/>
          </ac:grpSpMkLst>
        </pc:grpChg>
      </pc:sldChg>
      <pc:sldChg chg="modSp add mod modTransition">
        <pc:chgData name="Bantwal Hebbahalasinakate, Mayur Pai" userId="754cdd8c-0ff8-48ba-be35-c2e80932eaf7" providerId="ADAL" clId="{AED51D95-8F3A-4905-949C-6A498A67DCDF}" dt="2023-07-31T10:52:39.719" v="3886" actId="20577"/>
        <pc:sldMkLst>
          <pc:docMk/>
          <pc:sldMk cId="1079853100" sldId="287"/>
        </pc:sldMkLst>
        <pc:spChg chg="mod">
          <ac:chgData name="Bantwal Hebbahalasinakate, Mayur Pai" userId="754cdd8c-0ff8-48ba-be35-c2e80932eaf7" providerId="ADAL" clId="{AED51D95-8F3A-4905-949C-6A498A67DCDF}" dt="2023-07-31T10:52:39.719" v="3886" actId="20577"/>
          <ac:spMkLst>
            <pc:docMk/>
            <pc:sldMk cId="1079853100" sldId="287"/>
            <ac:spMk id="15" creationId="{BAE2C988-329D-083E-2A2A-76A4BDC7EF9C}"/>
          </ac:spMkLst>
        </pc:spChg>
      </pc:sldChg>
      <pc:sldChg chg="add del">
        <pc:chgData name="Bantwal Hebbahalasinakate, Mayur Pai" userId="754cdd8c-0ff8-48ba-be35-c2e80932eaf7" providerId="ADAL" clId="{AED51D95-8F3A-4905-949C-6A498A67DCDF}" dt="2023-07-30T17:20:22.561" v="2109" actId="47"/>
        <pc:sldMkLst>
          <pc:docMk/>
          <pc:sldMk cId="614259687" sldId="288"/>
        </pc:sldMkLst>
      </pc:sldChg>
      <pc:sldChg chg="modSp add mod ord modTransition">
        <pc:chgData name="Bantwal Hebbahalasinakate, Mayur Pai" userId="754cdd8c-0ff8-48ba-be35-c2e80932eaf7" providerId="ADAL" clId="{AED51D95-8F3A-4905-949C-6A498A67DCDF}" dt="2023-07-31T09:52:52.285" v="3575"/>
        <pc:sldMkLst>
          <pc:docMk/>
          <pc:sldMk cId="1498244885" sldId="288"/>
        </pc:sldMkLst>
        <pc:spChg chg="mod">
          <ac:chgData name="Bantwal Hebbahalasinakate, Mayur Pai" userId="754cdd8c-0ff8-48ba-be35-c2e80932eaf7" providerId="ADAL" clId="{AED51D95-8F3A-4905-949C-6A498A67DCDF}" dt="2023-07-30T17:27:11.660" v="2142"/>
          <ac:spMkLst>
            <pc:docMk/>
            <pc:sldMk cId="1498244885" sldId="288"/>
            <ac:spMk id="2" creationId="{652CD06E-EB43-4697-A9C1-290232C3BAD6}"/>
          </ac:spMkLst>
        </pc:spChg>
        <pc:spChg chg="mod">
          <ac:chgData name="Bantwal Hebbahalasinakate, Mayur Pai" userId="754cdd8c-0ff8-48ba-be35-c2e80932eaf7" providerId="ADAL" clId="{AED51D95-8F3A-4905-949C-6A498A67DCDF}" dt="2023-07-30T17:22:04.831" v="2132" actId="20577"/>
          <ac:spMkLst>
            <pc:docMk/>
            <pc:sldMk cId="1498244885" sldId="288"/>
            <ac:spMk id="7" creationId="{A6747723-BAE5-C999-4896-8F92A872C1D9}"/>
          </ac:spMkLst>
        </pc:spChg>
        <pc:graphicFrameChg chg="mod modGraphic">
          <ac:chgData name="Bantwal Hebbahalasinakate, Mayur Pai" userId="754cdd8c-0ff8-48ba-be35-c2e80932eaf7" providerId="ADAL" clId="{AED51D95-8F3A-4905-949C-6A498A67DCDF}" dt="2023-07-30T17:23:15.750" v="2141" actId="207"/>
          <ac:graphicFrameMkLst>
            <pc:docMk/>
            <pc:sldMk cId="1498244885" sldId="288"/>
            <ac:graphicFrameMk id="8" creationId="{8B4D1E73-1821-51B0-7AA4-01D12E02C442}"/>
          </ac:graphicFrameMkLst>
        </pc:graphicFrameChg>
      </pc:sldChg>
      <pc:sldChg chg="addSp delSp modSp add mod modTransition">
        <pc:chgData name="Bantwal Hebbahalasinakate, Mayur Pai" userId="754cdd8c-0ff8-48ba-be35-c2e80932eaf7" providerId="ADAL" clId="{AED51D95-8F3A-4905-949C-6A498A67DCDF}" dt="2023-07-31T09:52:52.285" v="3575"/>
        <pc:sldMkLst>
          <pc:docMk/>
          <pc:sldMk cId="42181426" sldId="289"/>
        </pc:sldMkLst>
        <pc:spChg chg="mod">
          <ac:chgData name="Bantwal Hebbahalasinakate, Mayur Pai" userId="754cdd8c-0ff8-48ba-be35-c2e80932eaf7" providerId="ADAL" clId="{AED51D95-8F3A-4905-949C-6A498A67DCDF}" dt="2023-07-30T17:33:55.977" v="2229" actId="1076"/>
          <ac:spMkLst>
            <pc:docMk/>
            <pc:sldMk cId="42181426" sldId="289"/>
            <ac:spMk id="7" creationId="{A6747723-BAE5-C999-4896-8F92A872C1D9}"/>
          </ac:spMkLst>
        </pc:spChg>
        <pc:spChg chg="add del">
          <ac:chgData name="Bantwal Hebbahalasinakate, Mayur Pai" userId="754cdd8c-0ff8-48ba-be35-c2e80932eaf7" providerId="ADAL" clId="{AED51D95-8F3A-4905-949C-6A498A67DCDF}" dt="2023-07-30T17:28:24.210" v="2153"/>
          <ac:spMkLst>
            <pc:docMk/>
            <pc:sldMk cId="42181426" sldId="289"/>
            <ac:spMk id="9" creationId="{5D788A50-DC86-7BE0-1C53-A204B24A8674}"/>
          </ac:spMkLst>
        </pc:spChg>
        <pc:spChg chg="add mod">
          <ac:chgData name="Bantwal Hebbahalasinakate, Mayur Pai" userId="754cdd8c-0ff8-48ba-be35-c2e80932eaf7" providerId="ADAL" clId="{AED51D95-8F3A-4905-949C-6A498A67DCDF}" dt="2023-07-30T17:33:08.819" v="2222" actId="1076"/>
          <ac:spMkLst>
            <pc:docMk/>
            <pc:sldMk cId="42181426" sldId="289"/>
            <ac:spMk id="11" creationId="{EE9782A5-1465-38F7-C145-662AC5B677F6}"/>
          </ac:spMkLst>
        </pc:spChg>
        <pc:spChg chg="add del mod">
          <ac:chgData name="Bantwal Hebbahalasinakate, Mayur Pai" userId="754cdd8c-0ff8-48ba-be35-c2e80932eaf7" providerId="ADAL" clId="{AED51D95-8F3A-4905-949C-6A498A67DCDF}" dt="2023-07-30T17:33:32.167" v="2225"/>
          <ac:spMkLst>
            <pc:docMk/>
            <pc:sldMk cId="42181426" sldId="289"/>
            <ac:spMk id="13" creationId="{4CAEA1A9-55D7-4F8E-61F4-08A5EF126DCF}"/>
          </ac:spMkLst>
        </pc:spChg>
        <pc:spChg chg="add mod">
          <ac:chgData name="Bantwal Hebbahalasinakate, Mayur Pai" userId="754cdd8c-0ff8-48ba-be35-c2e80932eaf7" providerId="ADAL" clId="{AED51D95-8F3A-4905-949C-6A498A67DCDF}" dt="2023-07-30T17:34:10.756" v="2237" actId="20577"/>
          <ac:spMkLst>
            <pc:docMk/>
            <pc:sldMk cId="42181426" sldId="289"/>
            <ac:spMk id="15" creationId="{E4A5A0F0-968F-7C81-4B80-F5DCFC416FF5}"/>
          </ac:spMkLst>
        </pc:spChg>
        <pc:graphicFrameChg chg="del">
          <ac:chgData name="Bantwal Hebbahalasinakate, Mayur Pai" userId="754cdd8c-0ff8-48ba-be35-c2e80932eaf7" providerId="ADAL" clId="{AED51D95-8F3A-4905-949C-6A498A67DCDF}" dt="2023-07-30T17:28:21.259" v="2151" actId="478"/>
          <ac:graphicFrameMkLst>
            <pc:docMk/>
            <pc:sldMk cId="42181426" sldId="289"/>
            <ac:graphicFrameMk id="8" creationId="{8B4D1E73-1821-51B0-7AA4-01D12E02C442}"/>
          </ac:graphicFrameMkLst>
        </pc:graphicFrameChg>
        <pc:picChg chg="del">
          <ac:chgData name="Bantwal Hebbahalasinakate, Mayur Pai" userId="754cdd8c-0ff8-48ba-be35-c2e80932eaf7" providerId="ADAL" clId="{AED51D95-8F3A-4905-949C-6A498A67DCDF}" dt="2023-07-30T17:27:37.037" v="2145" actId="478"/>
          <ac:picMkLst>
            <pc:docMk/>
            <pc:sldMk cId="42181426" sldId="289"/>
            <ac:picMk id="3" creationId="{1EEFA630-2D25-D222-F4B5-F13D5DB1CFD6}"/>
          </ac:picMkLst>
        </pc:picChg>
        <pc:picChg chg="add del mod">
          <ac:chgData name="Bantwal Hebbahalasinakate, Mayur Pai" userId="754cdd8c-0ff8-48ba-be35-c2e80932eaf7" providerId="ADAL" clId="{AED51D95-8F3A-4905-949C-6A498A67DCDF}" dt="2023-07-30T17:33:32.167" v="2225"/>
          <ac:picMkLst>
            <pc:docMk/>
            <pc:sldMk cId="42181426" sldId="289"/>
            <ac:picMk id="12" creationId="{38F82A3A-9731-708C-23AE-88634DE0018D}"/>
          </ac:picMkLst>
        </pc:picChg>
        <pc:picChg chg="add mod">
          <ac:chgData name="Bantwal Hebbahalasinakate, Mayur Pai" userId="754cdd8c-0ff8-48ba-be35-c2e80932eaf7" providerId="ADAL" clId="{AED51D95-8F3A-4905-949C-6A498A67DCDF}" dt="2023-07-30T17:33:34.059" v="2226"/>
          <ac:picMkLst>
            <pc:docMk/>
            <pc:sldMk cId="42181426" sldId="289"/>
            <ac:picMk id="14" creationId="{3BCE63B3-D40B-1502-6FFD-0D8FCB8CAC21}"/>
          </ac:picMkLst>
        </pc:picChg>
      </pc:sldChg>
      <pc:sldChg chg="addSp delSp modSp add mod modTransition">
        <pc:chgData name="Bantwal Hebbahalasinakate, Mayur Pai" userId="754cdd8c-0ff8-48ba-be35-c2e80932eaf7" providerId="ADAL" clId="{AED51D95-8F3A-4905-949C-6A498A67DCDF}" dt="2023-07-31T09:52:52.285" v="3575"/>
        <pc:sldMkLst>
          <pc:docMk/>
          <pc:sldMk cId="946741077" sldId="290"/>
        </pc:sldMkLst>
        <pc:spChg chg="add del">
          <ac:chgData name="Bantwal Hebbahalasinakate, Mayur Pai" userId="754cdd8c-0ff8-48ba-be35-c2e80932eaf7" providerId="ADAL" clId="{AED51D95-8F3A-4905-949C-6A498A67DCDF}" dt="2023-07-30T17:30:40.729" v="2179"/>
          <ac:spMkLst>
            <pc:docMk/>
            <pc:sldMk cId="946741077" sldId="290"/>
            <ac:spMk id="3" creationId="{6680C0F1-58C8-9914-6BCC-707482BBB7B8}"/>
          </ac:spMkLst>
        </pc:spChg>
        <pc:spChg chg="mod">
          <ac:chgData name="Bantwal Hebbahalasinakate, Mayur Pai" userId="754cdd8c-0ff8-48ba-be35-c2e80932eaf7" providerId="ADAL" clId="{AED51D95-8F3A-4905-949C-6A498A67DCDF}" dt="2023-07-30T17:34:51.024" v="2243" actId="33524"/>
          <ac:spMkLst>
            <pc:docMk/>
            <pc:sldMk cId="946741077" sldId="290"/>
            <ac:spMk id="7" creationId="{A6747723-BAE5-C999-4896-8F92A872C1D9}"/>
          </ac:spMkLst>
        </pc:spChg>
        <pc:spChg chg="add del mod">
          <ac:chgData name="Bantwal Hebbahalasinakate, Mayur Pai" userId="754cdd8c-0ff8-48ba-be35-c2e80932eaf7" providerId="ADAL" clId="{AED51D95-8F3A-4905-949C-6A498A67DCDF}" dt="2023-07-30T17:32:32.289" v="2221" actId="14100"/>
          <ac:spMkLst>
            <pc:docMk/>
            <pc:sldMk cId="946741077" sldId="290"/>
            <ac:spMk id="11" creationId="{EE9782A5-1465-38F7-C145-662AC5B677F6}"/>
          </ac:spMkLst>
        </pc:spChg>
      </pc:sldChg>
      <pc:sldChg chg="addSp delSp modSp add mod ord modTransition">
        <pc:chgData name="Bantwal Hebbahalasinakate, Mayur Pai" userId="754cdd8c-0ff8-48ba-be35-c2e80932eaf7" providerId="ADAL" clId="{AED51D95-8F3A-4905-949C-6A498A67DCDF}" dt="2023-07-31T09:52:52.285" v="3575"/>
        <pc:sldMkLst>
          <pc:docMk/>
          <pc:sldMk cId="1756440057" sldId="291"/>
        </pc:sldMkLst>
        <pc:spChg chg="add del">
          <ac:chgData name="Bantwal Hebbahalasinakate, Mayur Pai" userId="754cdd8c-0ff8-48ba-be35-c2e80932eaf7" providerId="ADAL" clId="{AED51D95-8F3A-4905-949C-6A498A67DCDF}" dt="2023-07-30T17:35:43.090" v="2257"/>
          <ac:spMkLst>
            <pc:docMk/>
            <pc:sldMk cId="1756440057" sldId="291"/>
            <ac:spMk id="3" creationId="{12CF8D27-077C-FC34-1E71-0ECF30CA4418}"/>
          </ac:spMkLst>
        </pc:spChg>
        <pc:spChg chg="mod">
          <ac:chgData name="Bantwal Hebbahalasinakate, Mayur Pai" userId="754cdd8c-0ff8-48ba-be35-c2e80932eaf7" providerId="ADAL" clId="{AED51D95-8F3A-4905-949C-6A498A67DCDF}" dt="2023-07-30T17:36:11.005" v="2262" actId="113"/>
          <ac:spMkLst>
            <pc:docMk/>
            <pc:sldMk cId="1756440057" sldId="291"/>
            <ac:spMk id="7" creationId="{A6747723-BAE5-C999-4896-8F92A872C1D9}"/>
          </ac:spMkLst>
        </pc:spChg>
        <pc:spChg chg="del mod">
          <ac:chgData name="Bantwal Hebbahalasinakate, Mayur Pai" userId="754cdd8c-0ff8-48ba-be35-c2e80932eaf7" providerId="ADAL" clId="{AED51D95-8F3A-4905-949C-6A498A67DCDF}" dt="2023-07-30T17:40:21.552" v="2287" actId="478"/>
          <ac:spMkLst>
            <pc:docMk/>
            <pc:sldMk cId="1756440057" sldId="291"/>
            <ac:spMk id="11" creationId="{EE9782A5-1465-38F7-C145-662AC5B677F6}"/>
          </ac:spMkLst>
        </pc:spChg>
        <pc:spChg chg="mod">
          <ac:chgData name="Bantwal Hebbahalasinakate, Mayur Pai" userId="754cdd8c-0ff8-48ba-be35-c2e80932eaf7" providerId="ADAL" clId="{AED51D95-8F3A-4905-949C-6A498A67DCDF}" dt="2023-07-30T17:35:11.321" v="2250" actId="20577"/>
          <ac:spMkLst>
            <pc:docMk/>
            <pc:sldMk cId="1756440057" sldId="291"/>
            <ac:spMk id="15" creationId="{E4A5A0F0-968F-7C81-4B80-F5DCFC416FF5}"/>
          </ac:spMkLst>
        </pc:spChg>
      </pc:sldChg>
      <pc:sldChg chg="delSp modSp add mod modTransition">
        <pc:chgData name="Bantwal Hebbahalasinakate, Mayur Pai" userId="754cdd8c-0ff8-48ba-be35-c2e80932eaf7" providerId="ADAL" clId="{AED51D95-8F3A-4905-949C-6A498A67DCDF}" dt="2023-07-31T09:52:52.285" v="3575"/>
        <pc:sldMkLst>
          <pc:docMk/>
          <pc:sldMk cId="910173664" sldId="292"/>
        </pc:sldMkLst>
        <pc:spChg chg="del">
          <ac:chgData name="Bantwal Hebbahalasinakate, Mayur Pai" userId="754cdd8c-0ff8-48ba-be35-c2e80932eaf7" providerId="ADAL" clId="{AED51D95-8F3A-4905-949C-6A498A67DCDF}" dt="2023-07-30T17:39:30.134" v="2277" actId="478"/>
          <ac:spMkLst>
            <pc:docMk/>
            <pc:sldMk cId="910173664" sldId="292"/>
            <ac:spMk id="7" creationId="{A6747723-BAE5-C999-4896-8F92A872C1D9}"/>
          </ac:spMkLst>
        </pc:spChg>
        <pc:spChg chg="mod">
          <ac:chgData name="Bantwal Hebbahalasinakate, Mayur Pai" userId="754cdd8c-0ff8-48ba-be35-c2e80932eaf7" providerId="ADAL" clId="{AED51D95-8F3A-4905-949C-6A498A67DCDF}" dt="2023-07-30T17:40:36.905" v="2288" actId="9"/>
          <ac:spMkLst>
            <pc:docMk/>
            <pc:sldMk cId="910173664" sldId="292"/>
            <ac:spMk id="11" creationId="{EE9782A5-1465-38F7-C145-662AC5B677F6}"/>
          </ac:spMkLst>
        </pc:spChg>
        <pc:spChg chg="del">
          <ac:chgData name="Bantwal Hebbahalasinakate, Mayur Pai" userId="754cdd8c-0ff8-48ba-be35-c2e80932eaf7" providerId="ADAL" clId="{AED51D95-8F3A-4905-949C-6A498A67DCDF}" dt="2023-07-30T17:39:28.668" v="2276" actId="478"/>
          <ac:spMkLst>
            <pc:docMk/>
            <pc:sldMk cId="910173664" sldId="292"/>
            <ac:spMk id="15" creationId="{E4A5A0F0-968F-7C81-4B80-F5DCFC416FF5}"/>
          </ac:spMkLst>
        </pc:spChg>
        <pc:picChg chg="del">
          <ac:chgData name="Bantwal Hebbahalasinakate, Mayur Pai" userId="754cdd8c-0ff8-48ba-be35-c2e80932eaf7" providerId="ADAL" clId="{AED51D95-8F3A-4905-949C-6A498A67DCDF}" dt="2023-07-30T17:39:28.668" v="2276" actId="478"/>
          <ac:picMkLst>
            <pc:docMk/>
            <pc:sldMk cId="910173664" sldId="292"/>
            <ac:picMk id="14" creationId="{3BCE63B3-D40B-1502-6FFD-0D8FCB8CAC21}"/>
          </ac:picMkLst>
        </pc:picChg>
      </pc:sldChg>
      <pc:sldChg chg="add del">
        <pc:chgData name="Bantwal Hebbahalasinakate, Mayur Pai" userId="754cdd8c-0ff8-48ba-be35-c2e80932eaf7" providerId="ADAL" clId="{AED51D95-8F3A-4905-949C-6A498A67DCDF}" dt="2023-07-30T17:41:16.290" v="2290" actId="47"/>
        <pc:sldMkLst>
          <pc:docMk/>
          <pc:sldMk cId="2155445832" sldId="293"/>
        </pc:sldMkLst>
      </pc:sldChg>
      <pc:sldChg chg="addSp delSp modSp add mod ord modTransition">
        <pc:chgData name="Bantwal Hebbahalasinakate, Mayur Pai" userId="754cdd8c-0ff8-48ba-be35-c2e80932eaf7" providerId="ADAL" clId="{AED51D95-8F3A-4905-949C-6A498A67DCDF}" dt="2023-07-31T09:52:52.285" v="3575"/>
        <pc:sldMkLst>
          <pc:docMk/>
          <pc:sldMk cId="2284323290" sldId="293"/>
        </pc:sldMkLst>
        <pc:spChg chg="add del">
          <ac:chgData name="Bantwal Hebbahalasinakate, Mayur Pai" userId="754cdd8c-0ff8-48ba-be35-c2e80932eaf7" providerId="ADAL" clId="{AED51D95-8F3A-4905-949C-6A498A67DCDF}" dt="2023-07-30T17:41:44.100" v="2301"/>
          <ac:spMkLst>
            <pc:docMk/>
            <pc:sldMk cId="2284323290" sldId="293"/>
            <ac:spMk id="3" creationId="{AAE21B96-05C4-1610-D228-6C9016FA0DEC}"/>
          </ac:spMkLst>
        </pc:spChg>
        <pc:spChg chg="mod">
          <ac:chgData name="Bantwal Hebbahalasinakate, Mayur Pai" userId="754cdd8c-0ff8-48ba-be35-c2e80932eaf7" providerId="ADAL" clId="{AED51D95-8F3A-4905-949C-6A498A67DCDF}" dt="2023-07-30T17:41:33.399" v="2299" actId="113"/>
          <ac:spMkLst>
            <pc:docMk/>
            <pc:sldMk cId="2284323290" sldId="293"/>
            <ac:spMk id="7" creationId="{A6747723-BAE5-C999-4896-8F92A872C1D9}"/>
          </ac:spMkLst>
        </pc:spChg>
        <pc:spChg chg="mod">
          <ac:chgData name="Bantwal Hebbahalasinakate, Mayur Pai" userId="754cdd8c-0ff8-48ba-be35-c2e80932eaf7" providerId="ADAL" clId="{AED51D95-8F3A-4905-949C-6A498A67DCDF}" dt="2023-07-30T17:41:58.148" v="2303" actId="113"/>
          <ac:spMkLst>
            <pc:docMk/>
            <pc:sldMk cId="2284323290" sldId="293"/>
            <ac:spMk id="11" creationId="{EE9782A5-1465-38F7-C145-662AC5B677F6}"/>
          </ac:spMkLst>
        </pc:spChg>
      </pc:sldChg>
      <pc:sldChg chg="addSp modSp add mod ord modTransition">
        <pc:chgData name="Bantwal Hebbahalasinakate, Mayur Pai" userId="754cdd8c-0ff8-48ba-be35-c2e80932eaf7" providerId="ADAL" clId="{AED51D95-8F3A-4905-949C-6A498A67DCDF}" dt="2023-07-31T09:52:52.285" v="3575"/>
        <pc:sldMkLst>
          <pc:docMk/>
          <pc:sldMk cId="3001727739" sldId="294"/>
        </pc:sldMkLst>
        <pc:spChg chg="mod">
          <ac:chgData name="Bantwal Hebbahalasinakate, Mayur Pai" userId="754cdd8c-0ff8-48ba-be35-c2e80932eaf7" providerId="ADAL" clId="{AED51D95-8F3A-4905-949C-6A498A67DCDF}" dt="2023-07-30T17:43:45.522" v="2325" actId="255"/>
          <ac:spMkLst>
            <pc:docMk/>
            <pc:sldMk cId="3001727739" sldId="294"/>
            <ac:spMk id="7" creationId="{A6747723-BAE5-C999-4896-8F92A872C1D9}"/>
          </ac:spMkLst>
        </pc:spChg>
        <pc:spChg chg="add mod">
          <ac:chgData name="Bantwal Hebbahalasinakate, Mayur Pai" userId="754cdd8c-0ff8-48ba-be35-c2e80932eaf7" providerId="ADAL" clId="{AED51D95-8F3A-4905-949C-6A498A67DCDF}" dt="2023-07-30T17:44:15.334" v="2332" actId="1076"/>
          <ac:spMkLst>
            <pc:docMk/>
            <pc:sldMk cId="3001727739" sldId="294"/>
            <ac:spMk id="8" creationId="{7EF1A497-3842-FBAA-9924-495511B1754D}"/>
          </ac:spMkLst>
        </pc:spChg>
        <pc:spChg chg="add mod">
          <ac:chgData name="Bantwal Hebbahalasinakate, Mayur Pai" userId="754cdd8c-0ff8-48ba-be35-c2e80932eaf7" providerId="ADAL" clId="{AED51D95-8F3A-4905-949C-6A498A67DCDF}" dt="2023-07-30T17:44:53.870" v="2339" actId="1076"/>
          <ac:spMkLst>
            <pc:docMk/>
            <pc:sldMk cId="3001727739" sldId="294"/>
            <ac:spMk id="10" creationId="{647EAB4A-7999-BDDF-8B5D-E27BA8CC02DC}"/>
          </ac:spMkLst>
        </pc:spChg>
        <pc:spChg chg="mod">
          <ac:chgData name="Bantwal Hebbahalasinakate, Mayur Pai" userId="754cdd8c-0ff8-48ba-be35-c2e80932eaf7" providerId="ADAL" clId="{AED51D95-8F3A-4905-949C-6A498A67DCDF}" dt="2023-07-30T17:43:06.220" v="2316" actId="20577"/>
          <ac:spMkLst>
            <pc:docMk/>
            <pc:sldMk cId="3001727739" sldId="294"/>
            <ac:spMk id="15" creationId="{E4A5A0F0-968F-7C81-4B80-F5DCFC416FF5}"/>
          </ac:spMkLst>
        </pc:spChg>
      </pc:sldChg>
      <pc:sldChg chg="addSp delSp modSp add mod ord modTransition">
        <pc:chgData name="Bantwal Hebbahalasinakate, Mayur Pai" userId="754cdd8c-0ff8-48ba-be35-c2e80932eaf7" providerId="ADAL" clId="{AED51D95-8F3A-4905-949C-6A498A67DCDF}" dt="2023-07-31T09:52:52.285" v="3575"/>
        <pc:sldMkLst>
          <pc:docMk/>
          <pc:sldMk cId="2517337445" sldId="295"/>
        </pc:sldMkLst>
        <pc:spChg chg="add del">
          <ac:chgData name="Bantwal Hebbahalasinakate, Mayur Pai" userId="754cdd8c-0ff8-48ba-be35-c2e80932eaf7" providerId="ADAL" clId="{AED51D95-8F3A-4905-949C-6A498A67DCDF}" dt="2023-07-30T17:45:18.050" v="2344"/>
          <ac:spMkLst>
            <pc:docMk/>
            <pc:sldMk cId="2517337445" sldId="295"/>
            <ac:spMk id="3" creationId="{6FB81ED0-3273-7787-84C4-88A5ED8A00C2}"/>
          </ac:spMkLst>
        </pc:spChg>
        <pc:spChg chg="mod">
          <ac:chgData name="Bantwal Hebbahalasinakate, Mayur Pai" userId="754cdd8c-0ff8-48ba-be35-c2e80932eaf7" providerId="ADAL" clId="{AED51D95-8F3A-4905-949C-6A498A67DCDF}" dt="2023-07-30T17:47:14.871" v="2359" actId="14100"/>
          <ac:spMkLst>
            <pc:docMk/>
            <pc:sldMk cId="2517337445" sldId="295"/>
            <ac:spMk id="11" creationId="{EE9782A5-1465-38F7-C145-662AC5B677F6}"/>
          </ac:spMkLst>
        </pc:spChg>
      </pc:sldChg>
      <pc:sldChg chg="addSp delSp modSp add mod ord modTransition">
        <pc:chgData name="Bantwal Hebbahalasinakate, Mayur Pai" userId="754cdd8c-0ff8-48ba-be35-c2e80932eaf7" providerId="ADAL" clId="{AED51D95-8F3A-4905-949C-6A498A67DCDF}" dt="2023-07-31T09:52:52.285" v="3575"/>
        <pc:sldMkLst>
          <pc:docMk/>
          <pc:sldMk cId="1289317786" sldId="296"/>
        </pc:sldMkLst>
        <pc:spChg chg="mod">
          <ac:chgData name="Bantwal Hebbahalasinakate, Mayur Pai" userId="754cdd8c-0ff8-48ba-be35-c2e80932eaf7" providerId="ADAL" clId="{AED51D95-8F3A-4905-949C-6A498A67DCDF}" dt="2023-07-30T18:00:32.289" v="2555" actId="20577"/>
          <ac:spMkLst>
            <pc:docMk/>
            <pc:sldMk cId="1289317786" sldId="296"/>
            <ac:spMk id="2" creationId="{652CD06E-EB43-4697-A9C1-290232C3BAD6}"/>
          </ac:spMkLst>
        </pc:spChg>
        <pc:spChg chg="mod">
          <ac:chgData name="Bantwal Hebbahalasinakate, Mayur Pai" userId="754cdd8c-0ff8-48ba-be35-c2e80932eaf7" providerId="ADAL" clId="{AED51D95-8F3A-4905-949C-6A498A67DCDF}" dt="2023-07-30T17:49:57.314" v="2374" actId="1076"/>
          <ac:spMkLst>
            <pc:docMk/>
            <pc:sldMk cId="1289317786" sldId="296"/>
            <ac:spMk id="7" creationId="{A6747723-BAE5-C999-4896-8F92A872C1D9}"/>
          </ac:spMkLst>
        </pc:spChg>
        <pc:spChg chg="del mod">
          <ac:chgData name="Bantwal Hebbahalasinakate, Mayur Pai" userId="754cdd8c-0ff8-48ba-be35-c2e80932eaf7" providerId="ADAL" clId="{AED51D95-8F3A-4905-949C-6A498A67DCDF}" dt="2023-07-30T17:52:10.400" v="2391" actId="478"/>
          <ac:spMkLst>
            <pc:docMk/>
            <pc:sldMk cId="1289317786" sldId="296"/>
            <ac:spMk id="8" creationId="{7EF1A497-3842-FBAA-9924-495511B1754D}"/>
          </ac:spMkLst>
        </pc:spChg>
        <pc:spChg chg="add mod">
          <ac:chgData name="Bantwal Hebbahalasinakate, Mayur Pai" userId="754cdd8c-0ff8-48ba-be35-c2e80932eaf7" providerId="ADAL" clId="{AED51D95-8F3A-4905-949C-6A498A67DCDF}" dt="2023-07-30T17:55:17.996" v="2446" actId="113"/>
          <ac:spMkLst>
            <pc:docMk/>
            <pc:sldMk cId="1289317786" sldId="296"/>
            <ac:spMk id="9" creationId="{1BB91893-10C6-7EF6-FC2E-E54CC5360D46}"/>
          </ac:spMkLst>
        </pc:spChg>
        <pc:spChg chg="mod">
          <ac:chgData name="Bantwal Hebbahalasinakate, Mayur Pai" userId="754cdd8c-0ff8-48ba-be35-c2e80932eaf7" providerId="ADAL" clId="{AED51D95-8F3A-4905-949C-6A498A67DCDF}" dt="2023-07-30T17:54:59.149" v="2440" actId="1076"/>
          <ac:spMkLst>
            <pc:docMk/>
            <pc:sldMk cId="1289317786" sldId="296"/>
            <ac:spMk id="10" creationId="{647EAB4A-7999-BDDF-8B5D-E27BA8CC02DC}"/>
          </ac:spMkLst>
        </pc:spChg>
        <pc:spChg chg="add mod">
          <ac:chgData name="Bantwal Hebbahalasinakate, Mayur Pai" userId="754cdd8c-0ff8-48ba-be35-c2e80932eaf7" providerId="ADAL" clId="{AED51D95-8F3A-4905-949C-6A498A67DCDF}" dt="2023-07-30T17:55:26.681" v="2447" actId="1076"/>
          <ac:spMkLst>
            <pc:docMk/>
            <pc:sldMk cId="1289317786" sldId="296"/>
            <ac:spMk id="12" creationId="{1C94346F-CFE5-6FCE-3101-2994B6CA3D94}"/>
          </ac:spMkLst>
        </pc:spChg>
        <pc:spChg chg="mod">
          <ac:chgData name="Bantwal Hebbahalasinakate, Mayur Pai" userId="754cdd8c-0ff8-48ba-be35-c2e80932eaf7" providerId="ADAL" clId="{AED51D95-8F3A-4905-949C-6A498A67DCDF}" dt="2023-07-30T17:51:15.630" v="2383" actId="1076"/>
          <ac:spMkLst>
            <pc:docMk/>
            <pc:sldMk cId="1289317786" sldId="296"/>
            <ac:spMk id="15" creationId="{E4A5A0F0-968F-7C81-4B80-F5DCFC416FF5}"/>
          </ac:spMkLst>
        </pc:spChg>
        <pc:picChg chg="mod">
          <ac:chgData name="Bantwal Hebbahalasinakate, Mayur Pai" userId="754cdd8c-0ff8-48ba-be35-c2e80932eaf7" providerId="ADAL" clId="{AED51D95-8F3A-4905-949C-6A498A67DCDF}" dt="2023-07-30T17:51:15.630" v="2383" actId="1076"/>
          <ac:picMkLst>
            <pc:docMk/>
            <pc:sldMk cId="1289317786" sldId="296"/>
            <ac:picMk id="14" creationId="{3BCE63B3-D40B-1502-6FFD-0D8FCB8CAC21}"/>
          </ac:picMkLst>
        </pc:picChg>
      </pc:sldChg>
      <pc:sldChg chg="addSp delSp modSp add mod modTransition">
        <pc:chgData name="Bantwal Hebbahalasinakate, Mayur Pai" userId="754cdd8c-0ff8-48ba-be35-c2e80932eaf7" providerId="ADAL" clId="{AED51D95-8F3A-4905-949C-6A498A67DCDF}" dt="2023-07-31T09:52:52.285" v="3575"/>
        <pc:sldMkLst>
          <pc:docMk/>
          <pc:sldMk cId="2125886986" sldId="297"/>
        </pc:sldMkLst>
        <pc:spChg chg="mod">
          <ac:chgData name="Bantwal Hebbahalasinakate, Mayur Pai" userId="754cdd8c-0ff8-48ba-be35-c2e80932eaf7" providerId="ADAL" clId="{AED51D95-8F3A-4905-949C-6A498A67DCDF}" dt="2023-07-30T18:01:26.227" v="2575"/>
          <ac:spMkLst>
            <pc:docMk/>
            <pc:sldMk cId="2125886986" sldId="297"/>
            <ac:spMk id="2" creationId="{652CD06E-EB43-4697-A9C1-290232C3BAD6}"/>
          </ac:spMkLst>
        </pc:spChg>
        <pc:spChg chg="mod">
          <ac:chgData name="Bantwal Hebbahalasinakate, Mayur Pai" userId="754cdd8c-0ff8-48ba-be35-c2e80932eaf7" providerId="ADAL" clId="{AED51D95-8F3A-4905-949C-6A498A67DCDF}" dt="2023-07-30T17:57:46.677" v="2492" actId="207"/>
          <ac:spMkLst>
            <pc:docMk/>
            <pc:sldMk cId="2125886986" sldId="297"/>
            <ac:spMk id="7" creationId="{A6747723-BAE5-C999-4896-8F92A872C1D9}"/>
          </ac:spMkLst>
        </pc:spChg>
        <pc:spChg chg="add mod">
          <ac:chgData name="Bantwal Hebbahalasinakate, Mayur Pai" userId="754cdd8c-0ff8-48ba-be35-c2e80932eaf7" providerId="ADAL" clId="{AED51D95-8F3A-4905-949C-6A498A67DCDF}" dt="2023-07-30T17:58:34.372" v="2502" actId="1076"/>
          <ac:spMkLst>
            <pc:docMk/>
            <pc:sldMk cId="2125886986" sldId="297"/>
            <ac:spMk id="8" creationId="{7E6F9EAC-BB38-4029-6B70-BA0C441CE391}"/>
          </ac:spMkLst>
        </pc:spChg>
        <pc:spChg chg="del mod">
          <ac:chgData name="Bantwal Hebbahalasinakate, Mayur Pai" userId="754cdd8c-0ff8-48ba-be35-c2e80932eaf7" providerId="ADAL" clId="{AED51D95-8F3A-4905-949C-6A498A67DCDF}" dt="2023-07-30T17:59:27.495" v="2512" actId="478"/>
          <ac:spMkLst>
            <pc:docMk/>
            <pc:sldMk cId="2125886986" sldId="297"/>
            <ac:spMk id="9" creationId="{1BB91893-10C6-7EF6-FC2E-E54CC5360D46}"/>
          </ac:spMkLst>
        </pc:spChg>
        <pc:spChg chg="del mod">
          <ac:chgData name="Bantwal Hebbahalasinakate, Mayur Pai" userId="754cdd8c-0ff8-48ba-be35-c2e80932eaf7" providerId="ADAL" clId="{AED51D95-8F3A-4905-949C-6A498A67DCDF}" dt="2023-07-30T17:59:28.880" v="2513" actId="478"/>
          <ac:spMkLst>
            <pc:docMk/>
            <pc:sldMk cId="2125886986" sldId="297"/>
            <ac:spMk id="10" creationId="{647EAB4A-7999-BDDF-8B5D-E27BA8CC02DC}"/>
          </ac:spMkLst>
        </pc:spChg>
        <pc:spChg chg="add mod">
          <ac:chgData name="Bantwal Hebbahalasinakate, Mayur Pai" userId="754cdd8c-0ff8-48ba-be35-c2e80932eaf7" providerId="ADAL" clId="{AED51D95-8F3A-4905-949C-6A498A67DCDF}" dt="2023-07-30T17:58:28.745" v="2501" actId="1076"/>
          <ac:spMkLst>
            <pc:docMk/>
            <pc:sldMk cId="2125886986" sldId="297"/>
            <ac:spMk id="11" creationId="{D9BA7331-D5EF-1AED-2E56-B081539782A5}"/>
          </ac:spMkLst>
        </pc:spChg>
        <pc:spChg chg="mod">
          <ac:chgData name="Bantwal Hebbahalasinakate, Mayur Pai" userId="754cdd8c-0ff8-48ba-be35-c2e80932eaf7" providerId="ADAL" clId="{AED51D95-8F3A-4905-949C-6A498A67DCDF}" dt="2023-07-30T17:59:38.951" v="2520" actId="1076"/>
          <ac:spMkLst>
            <pc:docMk/>
            <pc:sldMk cId="2125886986" sldId="297"/>
            <ac:spMk id="12" creationId="{1C94346F-CFE5-6FCE-3101-2994B6CA3D94}"/>
          </ac:spMkLst>
        </pc:spChg>
        <pc:spChg chg="del">
          <ac:chgData name="Bantwal Hebbahalasinakate, Mayur Pai" userId="754cdd8c-0ff8-48ba-be35-c2e80932eaf7" providerId="ADAL" clId="{AED51D95-8F3A-4905-949C-6A498A67DCDF}" dt="2023-07-30T17:57:11.138" v="2459" actId="478"/>
          <ac:spMkLst>
            <pc:docMk/>
            <pc:sldMk cId="2125886986" sldId="297"/>
            <ac:spMk id="15" creationId="{E4A5A0F0-968F-7C81-4B80-F5DCFC416FF5}"/>
          </ac:spMkLst>
        </pc:spChg>
        <pc:spChg chg="add mod">
          <ac:chgData name="Bantwal Hebbahalasinakate, Mayur Pai" userId="754cdd8c-0ff8-48ba-be35-c2e80932eaf7" providerId="ADAL" clId="{AED51D95-8F3A-4905-949C-6A498A67DCDF}" dt="2023-07-30T17:58:17.192" v="2500" actId="113"/>
          <ac:spMkLst>
            <pc:docMk/>
            <pc:sldMk cId="2125886986" sldId="297"/>
            <ac:spMk id="16" creationId="{F780BE51-5F4A-F6B8-5434-5B85602AA346}"/>
          </ac:spMkLst>
        </pc:spChg>
        <pc:spChg chg="add mod">
          <ac:chgData name="Bantwal Hebbahalasinakate, Mayur Pai" userId="754cdd8c-0ff8-48ba-be35-c2e80932eaf7" providerId="ADAL" clId="{AED51D95-8F3A-4905-949C-6A498A67DCDF}" dt="2023-07-30T17:59:16.999" v="2510" actId="14100"/>
          <ac:spMkLst>
            <pc:docMk/>
            <pc:sldMk cId="2125886986" sldId="297"/>
            <ac:spMk id="18" creationId="{6AD90358-C504-D894-2229-0E75ECF3598A}"/>
          </ac:spMkLst>
        </pc:spChg>
        <pc:picChg chg="del">
          <ac:chgData name="Bantwal Hebbahalasinakate, Mayur Pai" userId="754cdd8c-0ff8-48ba-be35-c2e80932eaf7" providerId="ADAL" clId="{AED51D95-8F3A-4905-949C-6A498A67DCDF}" dt="2023-07-30T17:57:09.160" v="2458" actId="478"/>
          <ac:picMkLst>
            <pc:docMk/>
            <pc:sldMk cId="2125886986" sldId="297"/>
            <ac:picMk id="14" creationId="{3BCE63B3-D40B-1502-6FFD-0D8FCB8CAC21}"/>
          </ac:picMkLst>
        </pc:picChg>
      </pc:sldChg>
      <pc:sldChg chg="modSp add mod ord modTransition">
        <pc:chgData name="Bantwal Hebbahalasinakate, Mayur Pai" userId="754cdd8c-0ff8-48ba-be35-c2e80932eaf7" providerId="ADAL" clId="{AED51D95-8F3A-4905-949C-6A498A67DCDF}" dt="2023-07-31T09:52:52.285" v="3575"/>
        <pc:sldMkLst>
          <pc:docMk/>
          <pc:sldMk cId="2709182394" sldId="298"/>
        </pc:sldMkLst>
        <pc:spChg chg="mod">
          <ac:chgData name="Bantwal Hebbahalasinakate, Mayur Pai" userId="754cdd8c-0ff8-48ba-be35-c2e80932eaf7" providerId="ADAL" clId="{AED51D95-8F3A-4905-949C-6A498A67DCDF}" dt="2023-07-30T18:01:33.876" v="2576"/>
          <ac:spMkLst>
            <pc:docMk/>
            <pc:sldMk cId="2709182394" sldId="298"/>
            <ac:spMk id="2" creationId="{652CD06E-EB43-4697-A9C1-290232C3BAD6}"/>
          </ac:spMkLst>
        </pc:spChg>
        <pc:spChg chg="mod">
          <ac:chgData name="Bantwal Hebbahalasinakate, Mayur Pai" userId="754cdd8c-0ff8-48ba-be35-c2e80932eaf7" providerId="ADAL" clId="{AED51D95-8F3A-4905-949C-6A498A67DCDF}" dt="2023-07-30T18:02:13.583" v="2589" actId="113"/>
          <ac:spMkLst>
            <pc:docMk/>
            <pc:sldMk cId="2709182394" sldId="298"/>
            <ac:spMk id="7" creationId="{A6747723-BAE5-C999-4896-8F92A872C1D9}"/>
          </ac:spMkLst>
        </pc:spChg>
        <pc:spChg chg="mod">
          <ac:chgData name="Bantwal Hebbahalasinakate, Mayur Pai" userId="754cdd8c-0ff8-48ba-be35-c2e80932eaf7" providerId="ADAL" clId="{AED51D95-8F3A-4905-949C-6A498A67DCDF}" dt="2023-07-30T18:06:40.622" v="2641" actId="20577"/>
          <ac:spMkLst>
            <pc:docMk/>
            <pc:sldMk cId="2709182394" sldId="298"/>
            <ac:spMk id="11" creationId="{EE9782A5-1465-38F7-C145-662AC5B677F6}"/>
          </ac:spMkLst>
        </pc:spChg>
        <pc:spChg chg="mod">
          <ac:chgData name="Bantwal Hebbahalasinakate, Mayur Pai" userId="754cdd8c-0ff8-48ba-be35-c2e80932eaf7" providerId="ADAL" clId="{AED51D95-8F3A-4905-949C-6A498A67DCDF}" dt="2023-07-30T18:01:53.579" v="2584" actId="20577"/>
          <ac:spMkLst>
            <pc:docMk/>
            <pc:sldMk cId="2709182394" sldId="298"/>
            <ac:spMk id="15" creationId="{E4A5A0F0-968F-7C81-4B80-F5DCFC416FF5}"/>
          </ac:spMkLst>
        </pc:spChg>
      </pc:sldChg>
      <pc:sldChg chg="addSp delSp modSp add mod ord modTransition">
        <pc:chgData name="Bantwal Hebbahalasinakate, Mayur Pai" userId="754cdd8c-0ff8-48ba-be35-c2e80932eaf7" providerId="ADAL" clId="{AED51D95-8F3A-4905-949C-6A498A67DCDF}" dt="2023-07-31T09:52:52.285" v="3575"/>
        <pc:sldMkLst>
          <pc:docMk/>
          <pc:sldMk cId="1482511295" sldId="299"/>
        </pc:sldMkLst>
        <pc:spChg chg="mod">
          <ac:chgData name="Bantwal Hebbahalasinakate, Mayur Pai" userId="754cdd8c-0ff8-48ba-be35-c2e80932eaf7" providerId="ADAL" clId="{AED51D95-8F3A-4905-949C-6A498A67DCDF}" dt="2023-07-30T18:03:16.365" v="2599" actId="113"/>
          <ac:spMkLst>
            <pc:docMk/>
            <pc:sldMk cId="1482511295" sldId="299"/>
            <ac:spMk id="7" creationId="{A6747723-BAE5-C999-4896-8F92A872C1D9}"/>
          </ac:spMkLst>
        </pc:spChg>
        <pc:spChg chg="add mod">
          <ac:chgData name="Bantwal Hebbahalasinakate, Mayur Pai" userId="754cdd8c-0ff8-48ba-be35-c2e80932eaf7" providerId="ADAL" clId="{AED51D95-8F3A-4905-949C-6A498A67DCDF}" dt="2023-07-30T18:06:51.106" v="2664" actId="20577"/>
          <ac:spMkLst>
            <pc:docMk/>
            <pc:sldMk cId="1482511295" sldId="299"/>
            <ac:spMk id="8" creationId="{C83310C4-B743-FA26-A187-EBC1E41FB39D}"/>
          </ac:spMkLst>
        </pc:spChg>
        <pc:spChg chg="del">
          <ac:chgData name="Bantwal Hebbahalasinakate, Mayur Pai" userId="754cdd8c-0ff8-48ba-be35-c2e80932eaf7" providerId="ADAL" clId="{AED51D95-8F3A-4905-949C-6A498A67DCDF}" dt="2023-07-30T18:03:30.188" v="2603" actId="478"/>
          <ac:spMkLst>
            <pc:docMk/>
            <pc:sldMk cId="1482511295" sldId="299"/>
            <ac:spMk id="9" creationId="{1BB91893-10C6-7EF6-FC2E-E54CC5360D46}"/>
          </ac:spMkLst>
        </pc:spChg>
        <pc:spChg chg="del">
          <ac:chgData name="Bantwal Hebbahalasinakate, Mayur Pai" userId="754cdd8c-0ff8-48ba-be35-c2e80932eaf7" providerId="ADAL" clId="{AED51D95-8F3A-4905-949C-6A498A67DCDF}" dt="2023-07-30T18:03:26.717" v="2600" actId="478"/>
          <ac:spMkLst>
            <pc:docMk/>
            <pc:sldMk cId="1482511295" sldId="299"/>
            <ac:spMk id="10" creationId="{647EAB4A-7999-BDDF-8B5D-E27BA8CC02DC}"/>
          </ac:spMkLst>
        </pc:spChg>
        <pc:spChg chg="del">
          <ac:chgData name="Bantwal Hebbahalasinakate, Mayur Pai" userId="754cdd8c-0ff8-48ba-be35-c2e80932eaf7" providerId="ADAL" clId="{AED51D95-8F3A-4905-949C-6A498A67DCDF}" dt="2023-07-30T18:03:31.267" v="2604" actId="478"/>
          <ac:spMkLst>
            <pc:docMk/>
            <pc:sldMk cId="1482511295" sldId="299"/>
            <ac:spMk id="12" creationId="{1C94346F-CFE5-6FCE-3101-2994B6CA3D94}"/>
          </ac:spMkLst>
        </pc:spChg>
        <pc:spChg chg="del">
          <ac:chgData name="Bantwal Hebbahalasinakate, Mayur Pai" userId="754cdd8c-0ff8-48ba-be35-c2e80932eaf7" providerId="ADAL" clId="{AED51D95-8F3A-4905-949C-6A498A67DCDF}" dt="2023-07-30T18:03:28.291" v="2601" actId="478"/>
          <ac:spMkLst>
            <pc:docMk/>
            <pc:sldMk cId="1482511295" sldId="299"/>
            <ac:spMk id="15" creationId="{E4A5A0F0-968F-7C81-4B80-F5DCFC416FF5}"/>
          </ac:spMkLst>
        </pc:spChg>
        <pc:picChg chg="del">
          <ac:chgData name="Bantwal Hebbahalasinakate, Mayur Pai" userId="754cdd8c-0ff8-48ba-be35-c2e80932eaf7" providerId="ADAL" clId="{AED51D95-8F3A-4905-949C-6A498A67DCDF}" dt="2023-07-30T18:03:29.086" v="2602" actId="478"/>
          <ac:picMkLst>
            <pc:docMk/>
            <pc:sldMk cId="1482511295" sldId="299"/>
            <ac:picMk id="14" creationId="{3BCE63B3-D40B-1502-6FFD-0D8FCB8CAC21}"/>
          </ac:picMkLst>
        </pc:picChg>
      </pc:sldChg>
      <pc:sldChg chg="modSp add mod modTransition">
        <pc:chgData name="Bantwal Hebbahalasinakate, Mayur Pai" userId="754cdd8c-0ff8-48ba-be35-c2e80932eaf7" providerId="ADAL" clId="{AED51D95-8F3A-4905-949C-6A498A67DCDF}" dt="2023-07-31T09:52:52.285" v="3575"/>
        <pc:sldMkLst>
          <pc:docMk/>
          <pc:sldMk cId="3283570850" sldId="300"/>
        </pc:sldMkLst>
        <pc:spChg chg="mod">
          <ac:chgData name="Bantwal Hebbahalasinakate, Mayur Pai" userId="754cdd8c-0ff8-48ba-be35-c2e80932eaf7" providerId="ADAL" clId="{AED51D95-8F3A-4905-949C-6A498A67DCDF}" dt="2023-07-30T18:05:49.170" v="2627" actId="113"/>
          <ac:spMkLst>
            <pc:docMk/>
            <pc:sldMk cId="3283570850" sldId="300"/>
            <ac:spMk id="7" creationId="{A6747723-BAE5-C999-4896-8F92A872C1D9}"/>
          </ac:spMkLst>
        </pc:spChg>
        <pc:spChg chg="mod">
          <ac:chgData name="Bantwal Hebbahalasinakate, Mayur Pai" userId="754cdd8c-0ff8-48ba-be35-c2e80932eaf7" providerId="ADAL" clId="{AED51D95-8F3A-4905-949C-6A498A67DCDF}" dt="2023-07-30T18:07:23.500" v="2666" actId="20577"/>
          <ac:spMkLst>
            <pc:docMk/>
            <pc:sldMk cId="3283570850" sldId="300"/>
            <ac:spMk id="8" creationId="{C83310C4-B743-FA26-A187-EBC1E41FB39D}"/>
          </ac:spMkLst>
        </pc:spChg>
      </pc:sldChg>
      <pc:sldChg chg="modSp add mod modTransition">
        <pc:chgData name="Bantwal Hebbahalasinakate, Mayur Pai" userId="754cdd8c-0ff8-48ba-be35-c2e80932eaf7" providerId="ADAL" clId="{AED51D95-8F3A-4905-949C-6A498A67DCDF}" dt="2023-07-31T09:52:52.285" v="3575"/>
        <pc:sldMkLst>
          <pc:docMk/>
          <pc:sldMk cId="89900639" sldId="301"/>
        </pc:sldMkLst>
        <pc:spChg chg="mod">
          <ac:chgData name="Bantwal Hebbahalasinakate, Mayur Pai" userId="754cdd8c-0ff8-48ba-be35-c2e80932eaf7" providerId="ADAL" clId="{AED51D95-8F3A-4905-949C-6A498A67DCDF}" dt="2023-07-30T18:07:49.327" v="2671" actId="113"/>
          <ac:spMkLst>
            <pc:docMk/>
            <pc:sldMk cId="89900639" sldId="301"/>
            <ac:spMk id="7" creationId="{A6747723-BAE5-C999-4896-8F92A872C1D9}"/>
          </ac:spMkLst>
        </pc:spChg>
        <pc:spChg chg="mod">
          <ac:chgData name="Bantwal Hebbahalasinakate, Mayur Pai" userId="754cdd8c-0ff8-48ba-be35-c2e80932eaf7" providerId="ADAL" clId="{AED51D95-8F3A-4905-949C-6A498A67DCDF}" dt="2023-07-30T18:08:12.420" v="2674" actId="1076"/>
          <ac:spMkLst>
            <pc:docMk/>
            <pc:sldMk cId="89900639" sldId="301"/>
            <ac:spMk id="8" creationId="{C83310C4-B743-FA26-A187-EBC1E41FB39D}"/>
          </ac:spMkLst>
        </pc:spChg>
      </pc:sldChg>
      <pc:sldChg chg="delSp modSp add mod ord modTransition">
        <pc:chgData name="Bantwal Hebbahalasinakate, Mayur Pai" userId="754cdd8c-0ff8-48ba-be35-c2e80932eaf7" providerId="ADAL" clId="{AED51D95-8F3A-4905-949C-6A498A67DCDF}" dt="2023-07-31T09:52:52.285" v="3575"/>
        <pc:sldMkLst>
          <pc:docMk/>
          <pc:sldMk cId="364888085" sldId="302"/>
        </pc:sldMkLst>
        <pc:spChg chg="del">
          <ac:chgData name="Bantwal Hebbahalasinakate, Mayur Pai" userId="754cdd8c-0ff8-48ba-be35-c2e80932eaf7" providerId="ADAL" clId="{AED51D95-8F3A-4905-949C-6A498A67DCDF}" dt="2023-07-30T18:10:02.977" v="2685" actId="478"/>
          <ac:spMkLst>
            <pc:docMk/>
            <pc:sldMk cId="364888085" sldId="302"/>
            <ac:spMk id="7" creationId="{A6747723-BAE5-C999-4896-8F92A872C1D9}"/>
          </ac:spMkLst>
        </pc:spChg>
        <pc:spChg chg="mod">
          <ac:chgData name="Bantwal Hebbahalasinakate, Mayur Pai" userId="754cdd8c-0ff8-48ba-be35-c2e80932eaf7" providerId="ADAL" clId="{AED51D95-8F3A-4905-949C-6A498A67DCDF}" dt="2023-07-30T18:10:11.382" v="2688" actId="20577"/>
          <ac:spMkLst>
            <pc:docMk/>
            <pc:sldMk cId="364888085" sldId="302"/>
            <ac:spMk id="11" creationId="{EE9782A5-1465-38F7-C145-662AC5B677F6}"/>
          </ac:spMkLst>
        </pc:spChg>
        <pc:spChg chg="mod">
          <ac:chgData name="Bantwal Hebbahalasinakate, Mayur Pai" userId="754cdd8c-0ff8-48ba-be35-c2e80932eaf7" providerId="ADAL" clId="{AED51D95-8F3A-4905-949C-6A498A67DCDF}" dt="2023-07-30T18:08:39.748" v="2682" actId="20577"/>
          <ac:spMkLst>
            <pc:docMk/>
            <pc:sldMk cId="364888085" sldId="302"/>
            <ac:spMk id="15" creationId="{E4A5A0F0-968F-7C81-4B80-F5DCFC416FF5}"/>
          </ac:spMkLst>
        </pc:spChg>
      </pc:sldChg>
      <pc:sldChg chg="modSp add mod ord modTransition">
        <pc:chgData name="Bantwal Hebbahalasinakate, Mayur Pai" userId="754cdd8c-0ff8-48ba-be35-c2e80932eaf7" providerId="ADAL" clId="{AED51D95-8F3A-4905-949C-6A498A67DCDF}" dt="2023-07-31T09:52:52.285" v="3575"/>
        <pc:sldMkLst>
          <pc:docMk/>
          <pc:sldMk cId="3390838574" sldId="303"/>
        </pc:sldMkLst>
        <pc:spChg chg="mod">
          <ac:chgData name="Bantwal Hebbahalasinakate, Mayur Pai" userId="754cdd8c-0ff8-48ba-be35-c2e80932eaf7" providerId="ADAL" clId="{AED51D95-8F3A-4905-949C-6A498A67DCDF}" dt="2023-07-30T18:12:14.707" v="2705"/>
          <ac:spMkLst>
            <pc:docMk/>
            <pc:sldMk cId="3390838574" sldId="303"/>
            <ac:spMk id="2" creationId="{652CD06E-EB43-4697-A9C1-290232C3BAD6}"/>
          </ac:spMkLst>
        </pc:spChg>
        <pc:spChg chg="mod">
          <ac:chgData name="Bantwal Hebbahalasinakate, Mayur Pai" userId="754cdd8c-0ff8-48ba-be35-c2e80932eaf7" providerId="ADAL" clId="{AED51D95-8F3A-4905-949C-6A498A67DCDF}" dt="2023-07-30T18:11:05.349" v="2698" actId="113"/>
          <ac:spMkLst>
            <pc:docMk/>
            <pc:sldMk cId="3390838574" sldId="303"/>
            <ac:spMk id="7" creationId="{A6747723-BAE5-C999-4896-8F92A872C1D9}"/>
          </ac:spMkLst>
        </pc:spChg>
        <pc:spChg chg="mod">
          <ac:chgData name="Bantwal Hebbahalasinakate, Mayur Pai" userId="754cdd8c-0ff8-48ba-be35-c2e80932eaf7" providerId="ADAL" clId="{AED51D95-8F3A-4905-949C-6A498A67DCDF}" dt="2023-07-30T18:11:52.241" v="2704" actId="1076"/>
          <ac:spMkLst>
            <pc:docMk/>
            <pc:sldMk cId="3390838574" sldId="303"/>
            <ac:spMk id="8" creationId="{C83310C4-B743-FA26-A187-EBC1E41FB39D}"/>
          </ac:spMkLst>
        </pc:spChg>
      </pc:sldChg>
      <pc:sldChg chg="modSp add mod ord modTransition">
        <pc:chgData name="Bantwal Hebbahalasinakate, Mayur Pai" userId="754cdd8c-0ff8-48ba-be35-c2e80932eaf7" providerId="ADAL" clId="{AED51D95-8F3A-4905-949C-6A498A67DCDF}" dt="2023-07-31T09:52:52.285" v="3575"/>
        <pc:sldMkLst>
          <pc:docMk/>
          <pc:sldMk cId="248011784" sldId="304"/>
        </pc:sldMkLst>
        <pc:spChg chg="mod">
          <ac:chgData name="Bantwal Hebbahalasinakate, Mayur Pai" userId="754cdd8c-0ff8-48ba-be35-c2e80932eaf7" providerId="ADAL" clId="{AED51D95-8F3A-4905-949C-6A498A67DCDF}" dt="2023-07-30T18:13:38.198" v="2721" actId="20577"/>
          <ac:spMkLst>
            <pc:docMk/>
            <pc:sldMk cId="248011784" sldId="304"/>
            <ac:spMk id="11" creationId="{EE9782A5-1465-38F7-C145-662AC5B677F6}"/>
          </ac:spMkLst>
        </pc:spChg>
        <pc:spChg chg="mod">
          <ac:chgData name="Bantwal Hebbahalasinakate, Mayur Pai" userId="754cdd8c-0ff8-48ba-be35-c2e80932eaf7" providerId="ADAL" clId="{AED51D95-8F3A-4905-949C-6A498A67DCDF}" dt="2023-07-30T18:12:36.689" v="2713" actId="20577"/>
          <ac:spMkLst>
            <pc:docMk/>
            <pc:sldMk cId="248011784" sldId="304"/>
            <ac:spMk id="15" creationId="{E4A5A0F0-968F-7C81-4B80-F5DCFC416FF5}"/>
          </ac:spMkLst>
        </pc:spChg>
      </pc:sldChg>
      <pc:sldChg chg="addSp delSp add del setBg delDesignElem">
        <pc:chgData name="Bantwal Hebbahalasinakate, Mayur Pai" userId="754cdd8c-0ff8-48ba-be35-c2e80932eaf7" providerId="ADAL" clId="{AED51D95-8F3A-4905-949C-6A498A67DCDF}" dt="2023-07-30T19:22:04.299" v="3541"/>
        <pc:sldMkLst>
          <pc:docMk/>
          <pc:sldMk cId="1596447954" sldId="305"/>
        </pc:sldMkLst>
        <pc:spChg chg="add del">
          <ac:chgData name="Bantwal Hebbahalasinakate, Mayur Pai" userId="754cdd8c-0ff8-48ba-be35-c2e80932eaf7" providerId="ADAL" clId="{AED51D95-8F3A-4905-949C-6A498A67DCDF}" dt="2023-07-30T19:22:04.299" v="3541"/>
          <ac:spMkLst>
            <pc:docMk/>
            <pc:sldMk cId="1596447954" sldId="305"/>
            <ac:spMk id="21" creationId="{E5A92FE9-DB05-4D0D-AF5A-BE8664B9FFB4}"/>
          </ac:spMkLst>
        </pc:spChg>
        <pc:grpChg chg="add del">
          <ac:chgData name="Bantwal Hebbahalasinakate, Mayur Pai" userId="754cdd8c-0ff8-48ba-be35-c2e80932eaf7" providerId="ADAL" clId="{AED51D95-8F3A-4905-949C-6A498A67DCDF}" dt="2023-07-30T19:22:04.299" v="3541"/>
          <ac:grpSpMkLst>
            <pc:docMk/>
            <pc:sldMk cId="1596447954" sldId="305"/>
            <ac:grpSpMk id="23" creationId="{53D9B26A-5143-49A7-BA98-D871D5BD719A}"/>
          </ac:grpSpMkLst>
        </pc:grpChg>
      </pc:sldChg>
      <pc:sldChg chg="addSp delSp modSp add del mod ord modTransition">
        <pc:chgData name="Bantwal Hebbahalasinakate, Mayur Pai" userId="754cdd8c-0ff8-48ba-be35-c2e80932eaf7" providerId="ADAL" clId="{AED51D95-8F3A-4905-949C-6A498A67DCDF}" dt="2023-07-31T09:52:52.285" v="3575"/>
        <pc:sldMkLst>
          <pc:docMk/>
          <pc:sldMk cId="1875253346" sldId="305"/>
        </pc:sldMkLst>
        <pc:spChg chg="mod">
          <ac:chgData name="Bantwal Hebbahalasinakate, Mayur Pai" userId="754cdd8c-0ff8-48ba-be35-c2e80932eaf7" providerId="ADAL" clId="{AED51D95-8F3A-4905-949C-6A498A67DCDF}" dt="2023-07-30T18:28:13.120" v="2896" actId="255"/>
          <ac:spMkLst>
            <pc:docMk/>
            <pc:sldMk cId="1875253346" sldId="305"/>
            <ac:spMk id="2" creationId="{652CD06E-EB43-4697-A9C1-290232C3BAD6}"/>
          </ac:spMkLst>
        </pc:spChg>
        <pc:spChg chg="mod">
          <ac:chgData name="Bantwal Hebbahalasinakate, Mayur Pai" userId="754cdd8c-0ff8-48ba-be35-c2e80932eaf7" providerId="ADAL" clId="{AED51D95-8F3A-4905-949C-6A498A67DCDF}" dt="2023-07-30T18:56:32.430" v="3101" actId="255"/>
          <ac:spMkLst>
            <pc:docMk/>
            <pc:sldMk cId="1875253346" sldId="305"/>
            <ac:spMk id="7" creationId="{6A6218F9-690F-5347-D24F-C7E7FF1636F8}"/>
          </ac:spMkLst>
        </pc:spChg>
        <pc:spChg chg="add del mod">
          <ac:chgData name="Bantwal Hebbahalasinakate, Mayur Pai" userId="754cdd8c-0ff8-48ba-be35-c2e80932eaf7" providerId="ADAL" clId="{AED51D95-8F3A-4905-949C-6A498A67DCDF}" dt="2023-07-30T18:56:57.628" v="3105" actId="478"/>
          <ac:spMkLst>
            <pc:docMk/>
            <pc:sldMk cId="1875253346" sldId="305"/>
            <ac:spMk id="9" creationId="{607A4B90-90F6-3DCA-8CCF-FAA260819329}"/>
          </ac:spMkLst>
        </pc:spChg>
        <pc:spChg chg="del mod">
          <ac:chgData name="Bantwal Hebbahalasinakate, Mayur Pai" userId="754cdd8c-0ff8-48ba-be35-c2e80932eaf7" providerId="ADAL" clId="{AED51D95-8F3A-4905-949C-6A498A67DCDF}" dt="2023-07-30T18:30:31.677" v="2929" actId="478"/>
          <ac:spMkLst>
            <pc:docMk/>
            <pc:sldMk cId="1875253346" sldId="305"/>
            <ac:spMk id="12" creationId="{F2EED59C-A79D-AD6F-157F-290A100D2310}"/>
          </ac:spMkLst>
        </pc:spChg>
        <pc:spChg chg="add mod">
          <ac:chgData name="Bantwal Hebbahalasinakate, Mayur Pai" userId="754cdd8c-0ff8-48ba-be35-c2e80932eaf7" providerId="ADAL" clId="{AED51D95-8F3A-4905-949C-6A498A67DCDF}" dt="2023-07-30T18:57:26.708" v="3111" actId="1076"/>
          <ac:spMkLst>
            <pc:docMk/>
            <pc:sldMk cId="1875253346" sldId="305"/>
            <ac:spMk id="13" creationId="{9932E0B3-AB34-3AA8-9375-B09A46BE4CCC}"/>
          </ac:spMkLst>
        </pc:spChg>
        <pc:spChg chg="del">
          <ac:chgData name="Bantwal Hebbahalasinakate, Mayur Pai" userId="754cdd8c-0ff8-48ba-be35-c2e80932eaf7" providerId="ADAL" clId="{AED51D95-8F3A-4905-949C-6A498A67DCDF}" dt="2023-07-30T18:29:21.059" v="2917" actId="478"/>
          <ac:spMkLst>
            <pc:docMk/>
            <pc:sldMk cId="1875253346" sldId="305"/>
            <ac:spMk id="14" creationId="{925E25E7-A148-706A-09F9-01FC366CF289}"/>
          </ac:spMkLst>
        </pc:spChg>
        <pc:spChg chg="add mod">
          <ac:chgData name="Bantwal Hebbahalasinakate, Mayur Pai" userId="754cdd8c-0ff8-48ba-be35-c2e80932eaf7" providerId="ADAL" clId="{AED51D95-8F3A-4905-949C-6A498A67DCDF}" dt="2023-07-31T08:43:27.812" v="3559" actId="113"/>
          <ac:spMkLst>
            <pc:docMk/>
            <pc:sldMk cId="1875253346" sldId="305"/>
            <ac:spMk id="16" creationId="{F6B1D062-A422-9F56-C274-5EAAD980F91F}"/>
          </ac:spMkLst>
        </pc:spChg>
        <pc:spChg chg="add mod">
          <ac:chgData name="Bantwal Hebbahalasinakate, Mayur Pai" userId="754cdd8c-0ff8-48ba-be35-c2e80932eaf7" providerId="ADAL" clId="{AED51D95-8F3A-4905-949C-6A498A67DCDF}" dt="2023-07-31T08:43:43.973" v="3563" actId="207"/>
          <ac:spMkLst>
            <pc:docMk/>
            <pc:sldMk cId="1875253346" sldId="305"/>
            <ac:spMk id="18" creationId="{86A69D06-DCBE-C05C-54DA-1BB6C152BF3B}"/>
          </ac:spMkLst>
        </pc:spChg>
        <pc:spChg chg="add del mod">
          <ac:chgData name="Bantwal Hebbahalasinakate, Mayur Pai" userId="754cdd8c-0ff8-48ba-be35-c2e80932eaf7" providerId="ADAL" clId="{AED51D95-8F3A-4905-949C-6A498A67DCDF}" dt="2023-07-30T18:35:09.690" v="2980" actId="21"/>
          <ac:spMkLst>
            <pc:docMk/>
            <pc:sldMk cId="1875253346" sldId="305"/>
            <ac:spMk id="20" creationId="{A58C1003-D410-9263-0AD7-24655BDE539C}"/>
          </ac:spMkLst>
        </pc:spChg>
        <pc:spChg chg="add mod">
          <ac:chgData name="Bantwal Hebbahalasinakate, Mayur Pai" userId="754cdd8c-0ff8-48ba-be35-c2e80932eaf7" providerId="ADAL" clId="{AED51D95-8F3A-4905-949C-6A498A67DCDF}" dt="2023-07-30T18:57:04.364" v="3106" actId="1076"/>
          <ac:spMkLst>
            <pc:docMk/>
            <pc:sldMk cId="1875253346" sldId="305"/>
            <ac:spMk id="22" creationId="{ADC9BB9F-B665-617C-7A01-5DDCE3DF5346}"/>
          </ac:spMkLst>
        </pc:spChg>
        <pc:spChg chg="add del">
          <ac:chgData name="Bantwal Hebbahalasinakate, Mayur Pai" userId="754cdd8c-0ff8-48ba-be35-c2e80932eaf7" providerId="ADAL" clId="{AED51D95-8F3A-4905-949C-6A498A67DCDF}" dt="2023-07-30T18:57:56.846" v="3117"/>
          <ac:spMkLst>
            <pc:docMk/>
            <pc:sldMk cId="1875253346" sldId="305"/>
            <ac:spMk id="30" creationId="{1B3973CB-9FA4-23A7-8BB9-D1DB6C112CE5}"/>
          </ac:spMkLst>
        </pc:spChg>
        <pc:spChg chg="add del">
          <ac:chgData name="Bantwal Hebbahalasinakate, Mayur Pai" userId="754cdd8c-0ff8-48ba-be35-c2e80932eaf7" providerId="ADAL" clId="{AED51D95-8F3A-4905-949C-6A498A67DCDF}" dt="2023-07-30T18:58:25.151" v="3123"/>
          <ac:spMkLst>
            <pc:docMk/>
            <pc:sldMk cId="1875253346" sldId="305"/>
            <ac:spMk id="31" creationId="{C2AA83C1-3EC9-3D1F-C048-25D57F4A4C4F}"/>
          </ac:spMkLst>
        </pc:spChg>
        <pc:spChg chg="add del mod">
          <ac:chgData name="Bantwal Hebbahalasinakate, Mayur Pai" userId="754cdd8c-0ff8-48ba-be35-c2e80932eaf7" providerId="ADAL" clId="{AED51D95-8F3A-4905-949C-6A498A67DCDF}" dt="2023-07-30T18:59:54.333" v="3134" actId="478"/>
          <ac:spMkLst>
            <pc:docMk/>
            <pc:sldMk cId="1875253346" sldId="305"/>
            <ac:spMk id="32" creationId="{3B44F479-50A4-66B0-7F19-85BEAC1D62AD}"/>
          </ac:spMkLst>
        </pc:spChg>
        <pc:graphicFrameChg chg="del">
          <ac:chgData name="Bantwal Hebbahalasinakate, Mayur Pai" userId="754cdd8c-0ff8-48ba-be35-c2e80932eaf7" providerId="ADAL" clId="{AED51D95-8F3A-4905-949C-6A498A67DCDF}" dt="2023-07-30T18:28:38.989" v="2901" actId="478"/>
          <ac:graphicFrameMkLst>
            <pc:docMk/>
            <pc:sldMk cId="1875253346" sldId="305"/>
            <ac:graphicFrameMk id="10" creationId="{BAFF8ECE-3505-A900-D643-75D2F7DA591F}"/>
          </ac:graphicFrameMkLst>
        </pc:graphicFrameChg>
      </pc:sldChg>
      <pc:sldChg chg="add del">
        <pc:chgData name="Bantwal Hebbahalasinakate, Mayur Pai" userId="754cdd8c-0ff8-48ba-be35-c2e80932eaf7" providerId="ADAL" clId="{AED51D95-8F3A-4905-949C-6A498A67DCDF}" dt="2023-07-30T18:34:50.912" v="2956" actId="2890"/>
        <pc:sldMkLst>
          <pc:docMk/>
          <pc:sldMk cId="929712062" sldId="306"/>
        </pc:sldMkLst>
      </pc:sldChg>
      <pc:sldChg chg="addSp delSp modSp add del mod">
        <pc:chgData name="Bantwal Hebbahalasinakate, Mayur Pai" userId="754cdd8c-0ff8-48ba-be35-c2e80932eaf7" providerId="ADAL" clId="{AED51D95-8F3A-4905-949C-6A498A67DCDF}" dt="2023-07-30T18:59:07.785" v="3131" actId="47"/>
        <pc:sldMkLst>
          <pc:docMk/>
          <pc:sldMk cId="1301446316" sldId="306"/>
        </pc:sldMkLst>
        <pc:spChg chg="del mod">
          <ac:chgData name="Bantwal Hebbahalasinakate, Mayur Pai" userId="754cdd8c-0ff8-48ba-be35-c2e80932eaf7" providerId="ADAL" clId="{AED51D95-8F3A-4905-949C-6A498A67DCDF}" dt="2023-07-30T18:35:37.170" v="2989" actId="478"/>
          <ac:spMkLst>
            <pc:docMk/>
            <pc:sldMk cId="1301446316" sldId="306"/>
            <ac:spMk id="7" creationId="{6A6218F9-690F-5347-D24F-C7E7FF1636F8}"/>
          </ac:spMkLst>
        </pc:spChg>
        <pc:spChg chg="add mod">
          <ac:chgData name="Bantwal Hebbahalasinakate, Mayur Pai" userId="754cdd8c-0ff8-48ba-be35-c2e80932eaf7" providerId="ADAL" clId="{AED51D95-8F3A-4905-949C-6A498A67DCDF}" dt="2023-07-30T18:35:51.843" v="2996" actId="20577"/>
          <ac:spMkLst>
            <pc:docMk/>
            <pc:sldMk cId="1301446316" sldId="306"/>
            <ac:spMk id="8" creationId="{6FB520DB-DE55-FEA2-DB0A-39AB0D383213}"/>
          </ac:spMkLst>
        </pc:spChg>
        <pc:spChg chg="mod">
          <ac:chgData name="Bantwal Hebbahalasinakate, Mayur Pai" userId="754cdd8c-0ff8-48ba-be35-c2e80932eaf7" providerId="ADAL" clId="{AED51D95-8F3A-4905-949C-6A498A67DCDF}" dt="2023-07-30T18:36:00.205" v="2997" actId="1076"/>
          <ac:spMkLst>
            <pc:docMk/>
            <pc:sldMk cId="1301446316" sldId="306"/>
            <ac:spMk id="9" creationId="{607A4B90-90F6-3DCA-8CCF-FAA260819329}"/>
          </ac:spMkLst>
        </pc:spChg>
        <pc:spChg chg="del mod">
          <ac:chgData name="Bantwal Hebbahalasinakate, Mayur Pai" userId="754cdd8c-0ff8-48ba-be35-c2e80932eaf7" providerId="ADAL" clId="{AED51D95-8F3A-4905-949C-6A498A67DCDF}" dt="2023-07-30T18:35:40.495" v="2991" actId="478"/>
          <ac:spMkLst>
            <pc:docMk/>
            <pc:sldMk cId="1301446316" sldId="306"/>
            <ac:spMk id="13" creationId="{9932E0B3-AB34-3AA8-9375-B09A46BE4CCC}"/>
          </ac:spMkLst>
        </pc:spChg>
        <pc:spChg chg="del">
          <ac:chgData name="Bantwal Hebbahalasinakate, Mayur Pai" userId="754cdd8c-0ff8-48ba-be35-c2e80932eaf7" providerId="ADAL" clId="{AED51D95-8F3A-4905-949C-6A498A67DCDF}" dt="2023-07-30T18:35:41.884" v="2992" actId="478"/>
          <ac:spMkLst>
            <pc:docMk/>
            <pc:sldMk cId="1301446316" sldId="306"/>
            <ac:spMk id="16" creationId="{F6B1D062-A422-9F56-C274-5EAAD980F91F}"/>
          </ac:spMkLst>
        </pc:spChg>
        <pc:spChg chg="del">
          <ac:chgData name="Bantwal Hebbahalasinakate, Mayur Pai" userId="754cdd8c-0ff8-48ba-be35-c2e80932eaf7" providerId="ADAL" clId="{AED51D95-8F3A-4905-949C-6A498A67DCDF}" dt="2023-07-30T18:35:43.283" v="2993" actId="478"/>
          <ac:spMkLst>
            <pc:docMk/>
            <pc:sldMk cId="1301446316" sldId="306"/>
            <ac:spMk id="18" creationId="{86A69D06-DCBE-C05C-54DA-1BB6C152BF3B}"/>
          </ac:spMkLst>
        </pc:spChg>
        <pc:picChg chg="del">
          <ac:chgData name="Bantwal Hebbahalasinakate, Mayur Pai" userId="754cdd8c-0ff8-48ba-be35-c2e80932eaf7" providerId="ADAL" clId="{AED51D95-8F3A-4905-949C-6A498A67DCDF}" dt="2023-07-30T18:35:36.320" v="2988" actId="478"/>
          <ac:picMkLst>
            <pc:docMk/>
            <pc:sldMk cId="1301446316" sldId="306"/>
            <ac:picMk id="3" creationId="{9ADD726C-B2B3-B424-1740-AC7F0E5C10BE}"/>
          </ac:picMkLst>
        </pc:picChg>
      </pc:sldChg>
      <pc:sldChg chg="addSp delSp modSp add del mod ord modTransition">
        <pc:chgData name="Bantwal Hebbahalasinakate, Mayur Pai" userId="754cdd8c-0ff8-48ba-be35-c2e80932eaf7" providerId="ADAL" clId="{AED51D95-8F3A-4905-949C-6A498A67DCDF}" dt="2023-08-02T09:38:30.531" v="3895" actId="1076"/>
        <pc:sldMkLst>
          <pc:docMk/>
          <pc:sldMk cId="103969031" sldId="307"/>
        </pc:sldMkLst>
        <pc:spChg chg="mod">
          <ac:chgData name="Bantwal Hebbahalasinakate, Mayur Pai" userId="754cdd8c-0ff8-48ba-be35-c2e80932eaf7" providerId="ADAL" clId="{AED51D95-8F3A-4905-949C-6A498A67DCDF}" dt="2023-07-30T18:44:12.912" v="3007" actId="207"/>
          <ac:spMkLst>
            <pc:docMk/>
            <pc:sldMk cId="103969031" sldId="307"/>
            <ac:spMk id="7" creationId="{6A6218F9-690F-5347-D24F-C7E7FF1636F8}"/>
          </ac:spMkLst>
        </pc:spChg>
        <pc:spChg chg="add del">
          <ac:chgData name="Bantwal Hebbahalasinakate, Mayur Pai" userId="754cdd8c-0ff8-48ba-be35-c2e80932eaf7" providerId="ADAL" clId="{AED51D95-8F3A-4905-949C-6A498A67DCDF}" dt="2023-07-30T18:44:23.819" v="3009"/>
          <ac:spMkLst>
            <pc:docMk/>
            <pc:sldMk cId="103969031" sldId="307"/>
            <ac:spMk id="8" creationId="{FAC2DB7B-8D93-490D-0A15-E359DAD7B267}"/>
          </ac:spMkLst>
        </pc:spChg>
        <pc:spChg chg="mod">
          <ac:chgData name="Bantwal Hebbahalasinakate, Mayur Pai" userId="754cdd8c-0ff8-48ba-be35-c2e80932eaf7" providerId="ADAL" clId="{AED51D95-8F3A-4905-949C-6A498A67DCDF}" dt="2023-07-30T18:45:18.674" v="3024" actId="113"/>
          <ac:spMkLst>
            <pc:docMk/>
            <pc:sldMk cId="103969031" sldId="307"/>
            <ac:spMk id="9" creationId="{607A4B90-90F6-3DCA-8CCF-FAA260819329}"/>
          </ac:spMkLst>
        </pc:spChg>
        <pc:spChg chg="add del">
          <ac:chgData name="Bantwal Hebbahalasinakate, Mayur Pai" userId="754cdd8c-0ff8-48ba-be35-c2e80932eaf7" providerId="ADAL" clId="{AED51D95-8F3A-4905-949C-6A498A67DCDF}" dt="2023-07-30T18:44:33.070" v="3011"/>
          <ac:spMkLst>
            <pc:docMk/>
            <pc:sldMk cId="103969031" sldId="307"/>
            <ac:spMk id="10" creationId="{67089050-B748-8734-930C-6BD325C0DFAB}"/>
          </ac:spMkLst>
        </pc:spChg>
        <pc:spChg chg="add mod">
          <ac:chgData name="Bantwal Hebbahalasinakate, Mayur Pai" userId="754cdd8c-0ff8-48ba-be35-c2e80932eaf7" providerId="ADAL" clId="{AED51D95-8F3A-4905-949C-6A498A67DCDF}" dt="2023-08-02T09:38:30.531" v="3895" actId="1076"/>
          <ac:spMkLst>
            <pc:docMk/>
            <pc:sldMk cId="103969031" sldId="307"/>
            <ac:spMk id="12" creationId="{8F76BE52-3E45-2BCA-3460-6ED5C6697D16}"/>
          </ac:spMkLst>
        </pc:spChg>
        <pc:spChg chg="del">
          <ac:chgData name="Bantwal Hebbahalasinakate, Mayur Pai" userId="754cdd8c-0ff8-48ba-be35-c2e80932eaf7" providerId="ADAL" clId="{AED51D95-8F3A-4905-949C-6A498A67DCDF}" dt="2023-07-30T18:45:22.584" v="3025" actId="478"/>
          <ac:spMkLst>
            <pc:docMk/>
            <pc:sldMk cId="103969031" sldId="307"/>
            <ac:spMk id="13" creationId="{9932E0B3-AB34-3AA8-9375-B09A46BE4CCC}"/>
          </ac:spMkLst>
        </pc:spChg>
        <pc:spChg chg="add mod">
          <ac:chgData name="Bantwal Hebbahalasinakate, Mayur Pai" userId="754cdd8c-0ff8-48ba-be35-c2e80932eaf7" providerId="ADAL" clId="{AED51D95-8F3A-4905-949C-6A498A67DCDF}" dt="2023-07-30T18:55:50.970" v="3084" actId="1076"/>
          <ac:spMkLst>
            <pc:docMk/>
            <pc:sldMk cId="103969031" sldId="307"/>
            <ac:spMk id="15" creationId="{7AD0CA6E-E7C4-9A02-6060-F3FA3FD83F6B}"/>
          </ac:spMkLst>
        </pc:spChg>
        <pc:spChg chg="del">
          <ac:chgData name="Bantwal Hebbahalasinakate, Mayur Pai" userId="754cdd8c-0ff8-48ba-be35-c2e80932eaf7" providerId="ADAL" clId="{AED51D95-8F3A-4905-949C-6A498A67DCDF}" dt="2023-07-30T18:45:57.941" v="3030" actId="478"/>
          <ac:spMkLst>
            <pc:docMk/>
            <pc:sldMk cId="103969031" sldId="307"/>
            <ac:spMk id="16" creationId="{F6B1D062-A422-9F56-C274-5EAAD980F91F}"/>
          </ac:spMkLst>
        </pc:spChg>
        <pc:spChg chg="del">
          <ac:chgData name="Bantwal Hebbahalasinakate, Mayur Pai" userId="754cdd8c-0ff8-48ba-be35-c2e80932eaf7" providerId="ADAL" clId="{AED51D95-8F3A-4905-949C-6A498A67DCDF}" dt="2023-07-30T18:45:58.962" v="3031" actId="478"/>
          <ac:spMkLst>
            <pc:docMk/>
            <pc:sldMk cId="103969031" sldId="307"/>
            <ac:spMk id="18" creationId="{86A69D06-DCBE-C05C-54DA-1BB6C152BF3B}"/>
          </ac:spMkLst>
        </pc:spChg>
      </pc:sldChg>
      <pc:sldChg chg="addSp delSp add del setBg delDesignElem">
        <pc:chgData name="Bantwal Hebbahalasinakate, Mayur Pai" userId="754cdd8c-0ff8-48ba-be35-c2e80932eaf7" providerId="ADAL" clId="{AED51D95-8F3A-4905-949C-6A498A67DCDF}" dt="2023-07-30T19:22:04.299" v="3541"/>
        <pc:sldMkLst>
          <pc:docMk/>
          <pc:sldMk cId="1759929539" sldId="307"/>
        </pc:sldMkLst>
        <pc:spChg chg="add del">
          <ac:chgData name="Bantwal Hebbahalasinakate, Mayur Pai" userId="754cdd8c-0ff8-48ba-be35-c2e80932eaf7" providerId="ADAL" clId="{AED51D95-8F3A-4905-949C-6A498A67DCDF}" dt="2023-07-30T19:22:04.299" v="3541"/>
          <ac:spMkLst>
            <pc:docMk/>
            <pc:sldMk cId="1759929539" sldId="307"/>
            <ac:spMk id="21" creationId="{E5A92FE9-DB05-4D0D-AF5A-BE8664B9FFB4}"/>
          </ac:spMkLst>
        </pc:spChg>
        <pc:grpChg chg="add del">
          <ac:chgData name="Bantwal Hebbahalasinakate, Mayur Pai" userId="754cdd8c-0ff8-48ba-be35-c2e80932eaf7" providerId="ADAL" clId="{AED51D95-8F3A-4905-949C-6A498A67DCDF}" dt="2023-07-30T19:22:04.299" v="3541"/>
          <ac:grpSpMkLst>
            <pc:docMk/>
            <pc:sldMk cId="1759929539" sldId="307"/>
            <ac:grpSpMk id="23" creationId="{53D9B26A-5143-49A7-BA98-D871D5BD719A}"/>
          </ac:grpSpMkLst>
        </pc:grpChg>
      </pc:sldChg>
      <pc:sldChg chg="add del">
        <pc:chgData name="Bantwal Hebbahalasinakate, Mayur Pai" userId="754cdd8c-0ff8-48ba-be35-c2e80932eaf7" providerId="ADAL" clId="{AED51D95-8F3A-4905-949C-6A498A67DCDF}" dt="2023-07-30T18:59:09.394" v="3132" actId="47"/>
        <pc:sldMkLst>
          <pc:docMk/>
          <pc:sldMk cId="1566152929" sldId="308"/>
        </pc:sldMkLst>
      </pc:sldChg>
      <pc:sldChg chg="addSp delSp add del setBg delDesignElem">
        <pc:chgData name="Bantwal Hebbahalasinakate, Mayur Pai" userId="754cdd8c-0ff8-48ba-be35-c2e80932eaf7" providerId="ADAL" clId="{AED51D95-8F3A-4905-949C-6A498A67DCDF}" dt="2023-07-30T19:22:04.299" v="3541"/>
        <pc:sldMkLst>
          <pc:docMk/>
          <pc:sldMk cId="9613761" sldId="309"/>
        </pc:sldMkLst>
        <pc:spChg chg="add del">
          <ac:chgData name="Bantwal Hebbahalasinakate, Mayur Pai" userId="754cdd8c-0ff8-48ba-be35-c2e80932eaf7" providerId="ADAL" clId="{AED51D95-8F3A-4905-949C-6A498A67DCDF}" dt="2023-07-30T19:22:04.299" v="3541"/>
          <ac:spMkLst>
            <pc:docMk/>
            <pc:sldMk cId="9613761" sldId="309"/>
            <ac:spMk id="21" creationId="{E5A92FE9-DB05-4D0D-AF5A-BE8664B9FFB4}"/>
          </ac:spMkLst>
        </pc:spChg>
        <pc:grpChg chg="add del">
          <ac:chgData name="Bantwal Hebbahalasinakate, Mayur Pai" userId="754cdd8c-0ff8-48ba-be35-c2e80932eaf7" providerId="ADAL" clId="{AED51D95-8F3A-4905-949C-6A498A67DCDF}" dt="2023-07-30T19:22:04.299" v="3541"/>
          <ac:grpSpMkLst>
            <pc:docMk/>
            <pc:sldMk cId="9613761" sldId="309"/>
            <ac:grpSpMk id="23" creationId="{53D9B26A-5143-49A7-BA98-D871D5BD719A}"/>
          </ac:grpSpMkLst>
        </pc:grpChg>
      </pc:sldChg>
      <pc:sldChg chg="delSp modSp add del mod ord modTransition">
        <pc:chgData name="Bantwal Hebbahalasinakate, Mayur Pai" userId="754cdd8c-0ff8-48ba-be35-c2e80932eaf7" providerId="ADAL" clId="{AED51D95-8F3A-4905-949C-6A498A67DCDF}" dt="2023-07-31T09:52:52.285" v="3575"/>
        <pc:sldMkLst>
          <pc:docMk/>
          <pc:sldMk cId="2869559811" sldId="309"/>
        </pc:sldMkLst>
        <pc:spChg chg="mod">
          <ac:chgData name="Bantwal Hebbahalasinakate, Mayur Pai" userId="754cdd8c-0ff8-48ba-be35-c2e80932eaf7" providerId="ADAL" clId="{AED51D95-8F3A-4905-949C-6A498A67DCDF}" dt="2023-07-30T19:02:02.811" v="3181" actId="255"/>
          <ac:spMkLst>
            <pc:docMk/>
            <pc:sldMk cId="2869559811" sldId="309"/>
            <ac:spMk id="2" creationId="{652CD06E-EB43-4697-A9C1-290232C3BAD6}"/>
          </ac:spMkLst>
        </pc:spChg>
        <pc:spChg chg="mod">
          <ac:chgData name="Bantwal Hebbahalasinakate, Mayur Pai" userId="754cdd8c-0ff8-48ba-be35-c2e80932eaf7" providerId="ADAL" clId="{AED51D95-8F3A-4905-949C-6A498A67DCDF}" dt="2023-07-30T18:50:27.027" v="3041" actId="20577"/>
          <ac:spMkLst>
            <pc:docMk/>
            <pc:sldMk cId="2869559811" sldId="309"/>
            <ac:spMk id="7" creationId="{6A6218F9-690F-5347-D24F-C7E7FF1636F8}"/>
          </ac:spMkLst>
        </pc:spChg>
        <pc:spChg chg="del">
          <ac:chgData name="Bantwal Hebbahalasinakate, Mayur Pai" userId="754cdd8c-0ff8-48ba-be35-c2e80932eaf7" providerId="ADAL" clId="{AED51D95-8F3A-4905-949C-6A498A67DCDF}" dt="2023-07-30T18:50:50.089" v="3046" actId="478"/>
          <ac:spMkLst>
            <pc:docMk/>
            <pc:sldMk cId="2869559811" sldId="309"/>
            <ac:spMk id="12" creationId="{F2EED59C-A79D-AD6F-157F-290A100D2310}"/>
          </ac:spMkLst>
        </pc:spChg>
        <pc:spChg chg="del">
          <ac:chgData name="Bantwal Hebbahalasinakate, Mayur Pai" userId="754cdd8c-0ff8-48ba-be35-c2e80932eaf7" providerId="ADAL" clId="{AED51D95-8F3A-4905-949C-6A498A67DCDF}" dt="2023-07-30T18:50:48.549" v="3045" actId="478"/>
          <ac:spMkLst>
            <pc:docMk/>
            <pc:sldMk cId="2869559811" sldId="309"/>
            <ac:spMk id="14" creationId="{925E25E7-A148-706A-09F9-01FC366CF289}"/>
          </ac:spMkLst>
        </pc:spChg>
        <pc:graphicFrameChg chg="mod modGraphic">
          <ac:chgData name="Bantwal Hebbahalasinakate, Mayur Pai" userId="754cdd8c-0ff8-48ba-be35-c2e80932eaf7" providerId="ADAL" clId="{AED51D95-8F3A-4905-949C-6A498A67DCDF}" dt="2023-07-30T18:52:59.568" v="3074" actId="123"/>
          <ac:graphicFrameMkLst>
            <pc:docMk/>
            <pc:sldMk cId="2869559811" sldId="309"/>
            <ac:graphicFrameMk id="10" creationId="{BAFF8ECE-3505-A900-D643-75D2F7DA591F}"/>
          </ac:graphicFrameMkLst>
        </pc:graphicFrameChg>
      </pc:sldChg>
      <pc:sldChg chg="addSp delSp modSp add del mod ord modTransition">
        <pc:chgData name="Bantwal Hebbahalasinakate, Mayur Pai" userId="754cdd8c-0ff8-48ba-be35-c2e80932eaf7" providerId="ADAL" clId="{AED51D95-8F3A-4905-949C-6A498A67DCDF}" dt="2023-07-31T09:52:52.285" v="3575"/>
        <pc:sldMkLst>
          <pc:docMk/>
          <pc:sldMk cId="1104629518" sldId="310"/>
        </pc:sldMkLst>
        <pc:spChg chg="del">
          <ac:chgData name="Bantwal Hebbahalasinakate, Mayur Pai" userId="754cdd8c-0ff8-48ba-be35-c2e80932eaf7" providerId="ADAL" clId="{AED51D95-8F3A-4905-949C-6A498A67DCDF}" dt="2023-07-30T18:59:59.316" v="3135" actId="478"/>
          <ac:spMkLst>
            <pc:docMk/>
            <pc:sldMk cId="1104629518" sldId="310"/>
            <ac:spMk id="7" creationId="{6A6218F9-690F-5347-D24F-C7E7FF1636F8}"/>
          </ac:spMkLst>
        </pc:spChg>
        <pc:spChg chg="add del">
          <ac:chgData name="Bantwal Hebbahalasinakate, Mayur Pai" userId="754cdd8c-0ff8-48ba-be35-c2e80932eaf7" providerId="ADAL" clId="{AED51D95-8F3A-4905-949C-6A498A67DCDF}" dt="2023-07-30T19:00:10.556" v="3138"/>
          <ac:spMkLst>
            <pc:docMk/>
            <pc:sldMk cId="1104629518" sldId="310"/>
            <ac:spMk id="8" creationId="{71A62074-0D63-0451-957E-C0D1747CFD69}"/>
          </ac:spMkLst>
        </pc:spChg>
        <pc:spChg chg="add del">
          <ac:chgData name="Bantwal Hebbahalasinakate, Mayur Pai" userId="754cdd8c-0ff8-48ba-be35-c2e80932eaf7" providerId="ADAL" clId="{AED51D95-8F3A-4905-949C-6A498A67DCDF}" dt="2023-07-30T19:00:14.906" v="3140"/>
          <ac:spMkLst>
            <pc:docMk/>
            <pc:sldMk cId="1104629518" sldId="310"/>
            <ac:spMk id="9" creationId="{44DFA28F-A317-C8A0-9D3B-5D1EA69848AC}"/>
          </ac:spMkLst>
        </pc:spChg>
        <pc:spChg chg="add mod">
          <ac:chgData name="Bantwal Hebbahalasinakate, Mayur Pai" userId="754cdd8c-0ff8-48ba-be35-c2e80932eaf7" providerId="ADAL" clId="{AED51D95-8F3A-4905-949C-6A498A67DCDF}" dt="2023-07-30T19:01:33.901" v="3163" actId="1076"/>
          <ac:spMkLst>
            <pc:docMk/>
            <pc:sldMk cId="1104629518" sldId="310"/>
            <ac:spMk id="11" creationId="{D568A3C8-405D-0EA4-4BDA-3E42D8038985}"/>
          </ac:spMkLst>
        </pc:spChg>
        <pc:spChg chg="del mod">
          <ac:chgData name="Bantwal Hebbahalasinakate, Mayur Pai" userId="754cdd8c-0ff8-48ba-be35-c2e80932eaf7" providerId="ADAL" clId="{AED51D95-8F3A-4905-949C-6A498A67DCDF}" dt="2023-07-30T19:00:54.453" v="3150" actId="478"/>
          <ac:spMkLst>
            <pc:docMk/>
            <pc:sldMk cId="1104629518" sldId="310"/>
            <ac:spMk id="13" creationId="{9932E0B3-AB34-3AA8-9375-B09A46BE4CCC}"/>
          </ac:spMkLst>
        </pc:spChg>
        <pc:spChg chg="mod">
          <ac:chgData name="Bantwal Hebbahalasinakate, Mayur Pai" userId="754cdd8c-0ff8-48ba-be35-c2e80932eaf7" providerId="ADAL" clId="{AED51D95-8F3A-4905-949C-6A498A67DCDF}" dt="2023-07-31T08:43:59.935" v="3568" actId="207"/>
          <ac:spMkLst>
            <pc:docMk/>
            <pc:sldMk cId="1104629518" sldId="310"/>
            <ac:spMk id="16" creationId="{F6B1D062-A422-9F56-C274-5EAAD980F91F}"/>
          </ac:spMkLst>
        </pc:spChg>
        <pc:spChg chg="del">
          <ac:chgData name="Bantwal Hebbahalasinakate, Mayur Pai" userId="754cdd8c-0ff8-48ba-be35-c2e80932eaf7" providerId="ADAL" clId="{AED51D95-8F3A-4905-949C-6A498A67DCDF}" dt="2023-07-30T19:00:29.262" v="3144" actId="478"/>
          <ac:spMkLst>
            <pc:docMk/>
            <pc:sldMk cId="1104629518" sldId="310"/>
            <ac:spMk id="18" creationId="{86A69D06-DCBE-C05C-54DA-1BB6C152BF3B}"/>
          </ac:spMkLst>
        </pc:spChg>
        <pc:spChg chg="del">
          <ac:chgData name="Bantwal Hebbahalasinakate, Mayur Pai" userId="754cdd8c-0ff8-48ba-be35-c2e80932eaf7" providerId="ADAL" clId="{AED51D95-8F3A-4905-949C-6A498A67DCDF}" dt="2023-07-30T19:00:50.713" v="3148" actId="478"/>
          <ac:spMkLst>
            <pc:docMk/>
            <pc:sldMk cId="1104629518" sldId="310"/>
            <ac:spMk id="22" creationId="{ADC9BB9F-B665-617C-7A01-5DDCE3DF5346}"/>
          </ac:spMkLst>
        </pc:spChg>
        <pc:spChg chg="mod">
          <ac:chgData name="Bantwal Hebbahalasinakate, Mayur Pai" userId="754cdd8c-0ff8-48ba-be35-c2e80932eaf7" providerId="ADAL" clId="{AED51D95-8F3A-4905-949C-6A498A67DCDF}" dt="2023-07-30T19:00:06.386" v="3136" actId="1076"/>
          <ac:spMkLst>
            <pc:docMk/>
            <pc:sldMk cId="1104629518" sldId="310"/>
            <ac:spMk id="32" creationId="{3B44F479-50A4-66B0-7F19-85BEAC1D62AD}"/>
          </ac:spMkLst>
        </pc:spChg>
        <pc:picChg chg="del">
          <ac:chgData name="Bantwal Hebbahalasinakate, Mayur Pai" userId="754cdd8c-0ff8-48ba-be35-c2e80932eaf7" providerId="ADAL" clId="{AED51D95-8F3A-4905-949C-6A498A67DCDF}" dt="2023-07-30T18:59:59.316" v="3135" actId="478"/>
          <ac:picMkLst>
            <pc:docMk/>
            <pc:sldMk cId="1104629518" sldId="310"/>
            <ac:picMk id="3" creationId="{9ADD726C-B2B3-B424-1740-AC7F0E5C10BE}"/>
          </ac:picMkLst>
        </pc:picChg>
      </pc:sldChg>
      <pc:sldChg chg="addSp delSp add del setBg delDesignElem">
        <pc:chgData name="Bantwal Hebbahalasinakate, Mayur Pai" userId="754cdd8c-0ff8-48ba-be35-c2e80932eaf7" providerId="ADAL" clId="{AED51D95-8F3A-4905-949C-6A498A67DCDF}" dt="2023-07-30T19:22:04.299" v="3541"/>
        <pc:sldMkLst>
          <pc:docMk/>
          <pc:sldMk cId="1467677890" sldId="310"/>
        </pc:sldMkLst>
        <pc:spChg chg="add del">
          <ac:chgData name="Bantwal Hebbahalasinakate, Mayur Pai" userId="754cdd8c-0ff8-48ba-be35-c2e80932eaf7" providerId="ADAL" clId="{AED51D95-8F3A-4905-949C-6A498A67DCDF}" dt="2023-07-30T19:22:04.299" v="3541"/>
          <ac:spMkLst>
            <pc:docMk/>
            <pc:sldMk cId="1467677890" sldId="310"/>
            <ac:spMk id="21" creationId="{E5A92FE9-DB05-4D0D-AF5A-BE8664B9FFB4}"/>
          </ac:spMkLst>
        </pc:spChg>
        <pc:grpChg chg="add del">
          <ac:chgData name="Bantwal Hebbahalasinakate, Mayur Pai" userId="754cdd8c-0ff8-48ba-be35-c2e80932eaf7" providerId="ADAL" clId="{AED51D95-8F3A-4905-949C-6A498A67DCDF}" dt="2023-07-30T19:22:04.299" v="3541"/>
          <ac:grpSpMkLst>
            <pc:docMk/>
            <pc:sldMk cId="1467677890" sldId="310"/>
            <ac:grpSpMk id="23" creationId="{53D9B26A-5143-49A7-BA98-D871D5BD719A}"/>
          </ac:grpSpMkLst>
        </pc:grpChg>
      </pc:sldChg>
      <pc:sldChg chg="addSp delSp modSp add mod ord modTransition">
        <pc:chgData name="Bantwal Hebbahalasinakate, Mayur Pai" userId="754cdd8c-0ff8-48ba-be35-c2e80932eaf7" providerId="ADAL" clId="{AED51D95-8F3A-4905-949C-6A498A67DCDF}" dt="2023-07-31T09:52:52.285" v="3575"/>
        <pc:sldMkLst>
          <pc:docMk/>
          <pc:sldMk cId="3739180194" sldId="311"/>
        </pc:sldMkLst>
        <pc:spChg chg="mod">
          <ac:chgData name="Bantwal Hebbahalasinakate, Mayur Pai" userId="754cdd8c-0ff8-48ba-be35-c2e80932eaf7" providerId="ADAL" clId="{AED51D95-8F3A-4905-949C-6A498A67DCDF}" dt="2023-07-30T19:07:36.641" v="3238" actId="2711"/>
          <ac:spMkLst>
            <pc:docMk/>
            <pc:sldMk cId="3739180194" sldId="311"/>
            <ac:spMk id="2" creationId="{652CD06E-EB43-4697-A9C1-290232C3BAD6}"/>
          </ac:spMkLst>
        </pc:spChg>
        <pc:spChg chg="del mod">
          <ac:chgData name="Bantwal Hebbahalasinakate, Mayur Pai" userId="754cdd8c-0ff8-48ba-be35-c2e80932eaf7" providerId="ADAL" clId="{AED51D95-8F3A-4905-949C-6A498A67DCDF}" dt="2023-07-30T19:08:46.216" v="3264"/>
          <ac:spMkLst>
            <pc:docMk/>
            <pc:sldMk cId="3739180194" sldId="311"/>
            <ac:spMk id="7" creationId="{E9009C35-E6AA-8762-6F34-87778CA11A60}"/>
          </ac:spMkLst>
        </pc:spChg>
        <pc:spChg chg="add mod">
          <ac:chgData name="Bantwal Hebbahalasinakate, Mayur Pai" userId="754cdd8c-0ff8-48ba-be35-c2e80932eaf7" providerId="ADAL" clId="{AED51D95-8F3A-4905-949C-6A498A67DCDF}" dt="2023-07-30T19:08:16.775" v="3253" actId="20577"/>
          <ac:spMkLst>
            <pc:docMk/>
            <pc:sldMk cId="3739180194" sldId="311"/>
            <ac:spMk id="8" creationId="{D4ED547F-5481-5A84-025F-0747C12D7A3A}"/>
          </ac:spMkLst>
        </pc:spChg>
        <pc:spChg chg="del mod">
          <ac:chgData name="Bantwal Hebbahalasinakate, Mayur Pai" userId="754cdd8c-0ff8-48ba-be35-c2e80932eaf7" providerId="ADAL" clId="{AED51D95-8F3A-4905-949C-6A498A67DCDF}" dt="2023-07-30T19:11:00.564" v="3290" actId="478"/>
          <ac:spMkLst>
            <pc:docMk/>
            <pc:sldMk cId="3739180194" sldId="311"/>
            <ac:spMk id="9" creationId="{B5307D09-04E5-35AB-323A-B896FFCE319D}"/>
          </ac:spMkLst>
        </pc:spChg>
        <pc:spChg chg="add del mod">
          <ac:chgData name="Bantwal Hebbahalasinakate, Mayur Pai" userId="754cdd8c-0ff8-48ba-be35-c2e80932eaf7" providerId="ADAL" clId="{AED51D95-8F3A-4905-949C-6A498A67DCDF}" dt="2023-07-30T19:08:02.412" v="3243"/>
          <ac:spMkLst>
            <pc:docMk/>
            <pc:sldMk cId="3739180194" sldId="311"/>
            <ac:spMk id="11" creationId="{52EB631C-5B9B-5890-4309-6235621AB2B3}"/>
          </ac:spMkLst>
        </pc:spChg>
        <pc:spChg chg="add del">
          <ac:chgData name="Bantwal Hebbahalasinakate, Mayur Pai" userId="754cdd8c-0ff8-48ba-be35-c2e80932eaf7" providerId="ADAL" clId="{AED51D95-8F3A-4905-949C-6A498A67DCDF}" dt="2023-07-30T19:08:28.104" v="3255"/>
          <ac:spMkLst>
            <pc:docMk/>
            <pc:sldMk cId="3739180194" sldId="311"/>
            <ac:spMk id="12" creationId="{93D1C3E8-E7C1-0985-AC94-2CC1E2A3448D}"/>
          </ac:spMkLst>
        </pc:spChg>
        <pc:spChg chg="add mod">
          <ac:chgData name="Bantwal Hebbahalasinakate, Mayur Pai" userId="754cdd8c-0ff8-48ba-be35-c2e80932eaf7" providerId="ADAL" clId="{AED51D95-8F3A-4905-949C-6A498A67DCDF}" dt="2023-07-30T19:09:36.925" v="3273" actId="1076"/>
          <ac:spMkLst>
            <pc:docMk/>
            <pc:sldMk cId="3739180194" sldId="311"/>
            <ac:spMk id="13" creationId="{36F21DAD-2527-12E2-B24A-33BBDB19E208}"/>
          </ac:spMkLst>
        </pc:spChg>
        <pc:spChg chg="add mod">
          <ac:chgData name="Bantwal Hebbahalasinakate, Mayur Pai" userId="754cdd8c-0ff8-48ba-be35-c2e80932eaf7" providerId="ADAL" clId="{AED51D95-8F3A-4905-949C-6A498A67DCDF}" dt="2023-07-30T19:11:55.289" v="3307" actId="1076"/>
          <ac:spMkLst>
            <pc:docMk/>
            <pc:sldMk cId="3739180194" sldId="311"/>
            <ac:spMk id="15" creationId="{AEF967F1-68B5-C4C7-368F-5E215E8BB49B}"/>
          </ac:spMkLst>
        </pc:spChg>
        <pc:spChg chg="add del mod">
          <ac:chgData name="Bantwal Hebbahalasinakate, Mayur Pai" userId="754cdd8c-0ff8-48ba-be35-c2e80932eaf7" providerId="ADAL" clId="{AED51D95-8F3A-4905-949C-6A498A67DCDF}" dt="2023-07-30T19:10:44.524" v="3286" actId="478"/>
          <ac:spMkLst>
            <pc:docMk/>
            <pc:sldMk cId="3739180194" sldId="311"/>
            <ac:spMk id="16" creationId="{BE45677C-6787-1442-2866-FB9575918395}"/>
          </ac:spMkLst>
        </pc:spChg>
        <pc:spChg chg="add mod">
          <ac:chgData name="Bantwal Hebbahalasinakate, Mayur Pai" userId="754cdd8c-0ff8-48ba-be35-c2e80932eaf7" providerId="ADAL" clId="{AED51D95-8F3A-4905-949C-6A498A67DCDF}" dt="2023-07-30T19:11:45.628" v="3306" actId="123"/>
          <ac:spMkLst>
            <pc:docMk/>
            <pc:sldMk cId="3739180194" sldId="311"/>
            <ac:spMk id="18" creationId="{859C6102-89C3-D569-9EBF-32F47F919A89}"/>
          </ac:spMkLst>
        </pc:spChg>
        <pc:picChg chg="add mod">
          <ac:chgData name="Bantwal Hebbahalasinakate, Mayur Pai" userId="754cdd8c-0ff8-48ba-be35-c2e80932eaf7" providerId="ADAL" clId="{AED51D95-8F3A-4905-949C-6A498A67DCDF}" dt="2023-07-30T19:07:52.954" v="3239"/>
          <ac:picMkLst>
            <pc:docMk/>
            <pc:sldMk cId="3739180194" sldId="311"/>
            <ac:picMk id="3" creationId="{77D1A364-80B2-DA98-6726-A7D3C518C811}"/>
          </ac:picMkLst>
        </pc:picChg>
        <pc:picChg chg="add del mod">
          <ac:chgData name="Bantwal Hebbahalasinakate, Mayur Pai" userId="754cdd8c-0ff8-48ba-be35-c2e80932eaf7" providerId="ADAL" clId="{AED51D95-8F3A-4905-949C-6A498A67DCDF}" dt="2023-07-30T19:08:02.412" v="3243"/>
          <ac:picMkLst>
            <pc:docMk/>
            <pc:sldMk cId="3739180194" sldId="311"/>
            <ac:picMk id="10" creationId="{83B256A5-A74D-C389-3CE0-230817DE378C}"/>
          </ac:picMkLst>
        </pc:picChg>
      </pc:sldChg>
      <pc:sldChg chg="addSp delSp modSp add mod ord modTransition">
        <pc:chgData name="Bantwal Hebbahalasinakate, Mayur Pai" userId="754cdd8c-0ff8-48ba-be35-c2e80932eaf7" providerId="ADAL" clId="{AED51D95-8F3A-4905-949C-6A498A67DCDF}" dt="2023-07-31T09:52:52.285" v="3575"/>
        <pc:sldMkLst>
          <pc:docMk/>
          <pc:sldMk cId="4205040047" sldId="312"/>
        </pc:sldMkLst>
        <pc:spChg chg="add del">
          <ac:chgData name="Bantwal Hebbahalasinakate, Mayur Pai" userId="754cdd8c-0ff8-48ba-be35-c2e80932eaf7" providerId="ADAL" clId="{AED51D95-8F3A-4905-949C-6A498A67DCDF}" dt="2023-07-30T19:12:38.986" v="3314"/>
          <ac:spMkLst>
            <pc:docMk/>
            <pc:sldMk cId="4205040047" sldId="312"/>
            <ac:spMk id="7" creationId="{E52687BB-CA59-021E-29CB-0A1ADE32DE9D}"/>
          </ac:spMkLst>
        </pc:spChg>
        <pc:spChg chg="mod">
          <ac:chgData name="Bantwal Hebbahalasinakate, Mayur Pai" userId="754cdd8c-0ff8-48ba-be35-c2e80932eaf7" providerId="ADAL" clId="{AED51D95-8F3A-4905-949C-6A498A67DCDF}" dt="2023-07-30T19:12:23.233" v="3312" actId="255"/>
          <ac:spMkLst>
            <pc:docMk/>
            <pc:sldMk cId="4205040047" sldId="312"/>
            <ac:spMk id="8" creationId="{D4ED547F-5481-5A84-025F-0747C12D7A3A}"/>
          </ac:spMkLst>
        </pc:spChg>
        <pc:spChg chg="add mod">
          <ac:chgData name="Bantwal Hebbahalasinakate, Mayur Pai" userId="754cdd8c-0ff8-48ba-be35-c2e80932eaf7" providerId="ADAL" clId="{AED51D95-8F3A-4905-949C-6A498A67DCDF}" dt="2023-07-30T19:12:50.748" v="3324" actId="21"/>
          <ac:spMkLst>
            <pc:docMk/>
            <pc:sldMk cId="4205040047" sldId="312"/>
            <ac:spMk id="9" creationId="{5F5CBF9A-7044-2D40-DD3D-6D5CD114F99B}"/>
          </ac:spMkLst>
        </pc:spChg>
        <pc:spChg chg="del">
          <ac:chgData name="Bantwal Hebbahalasinakate, Mayur Pai" userId="754cdd8c-0ff8-48ba-be35-c2e80932eaf7" providerId="ADAL" clId="{AED51D95-8F3A-4905-949C-6A498A67DCDF}" dt="2023-07-30T19:13:12.441" v="3333" actId="478"/>
          <ac:spMkLst>
            <pc:docMk/>
            <pc:sldMk cId="4205040047" sldId="312"/>
            <ac:spMk id="13" creationId="{36F21DAD-2527-12E2-B24A-33BBDB19E208}"/>
          </ac:spMkLst>
        </pc:spChg>
        <pc:spChg chg="del">
          <ac:chgData name="Bantwal Hebbahalasinakate, Mayur Pai" userId="754cdd8c-0ff8-48ba-be35-c2e80932eaf7" providerId="ADAL" clId="{AED51D95-8F3A-4905-949C-6A498A67DCDF}" dt="2023-07-30T19:13:15.327" v="3334" actId="478"/>
          <ac:spMkLst>
            <pc:docMk/>
            <pc:sldMk cId="4205040047" sldId="312"/>
            <ac:spMk id="15" creationId="{AEF967F1-68B5-C4C7-368F-5E215E8BB49B}"/>
          </ac:spMkLst>
        </pc:spChg>
        <pc:spChg chg="mod">
          <ac:chgData name="Bantwal Hebbahalasinakate, Mayur Pai" userId="754cdd8c-0ff8-48ba-be35-c2e80932eaf7" providerId="ADAL" clId="{AED51D95-8F3A-4905-949C-6A498A67DCDF}" dt="2023-07-30T19:13:39.072" v="3342" actId="1076"/>
          <ac:spMkLst>
            <pc:docMk/>
            <pc:sldMk cId="4205040047" sldId="312"/>
            <ac:spMk id="18" creationId="{859C6102-89C3-D569-9EBF-32F47F919A89}"/>
          </ac:spMkLst>
        </pc:spChg>
      </pc:sldChg>
      <pc:sldChg chg="addSp delSp modSp add mod ord modTransition">
        <pc:chgData name="Bantwal Hebbahalasinakate, Mayur Pai" userId="754cdd8c-0ff8-48ba-be35-c2e80932eaf7" providerId="ADAL" clId="{AED51D95-8F3A-4905-949C-6A498A67DCDF}" dt="2023-08-02T09:42:22.368" v="3896" actId="20577"/>
        <pc:sldMkLst>
          <pc:docMk/>
          <pc:sldMk cId="3916401870" sldId="313"/>
        </pc:sldMkLst>
        <pc:spChg chg="mod">
          <ac:chgData name="Bantwal Hebbahalasinakate, Mayur Pai" userId="754cdd8c-0ff8-48ba-be35-c2e80932eaf7" providerId="ADAL" clId="{AED51D95-8F3A-4905-949C-6A498A67DCDF}" dt="2023-07-30T19:13:56.019" v="3346"/>
          <ac:spMkLst>
            <pc:docMk/>
            <pc:sldMk cId="3916401870" sldId="313"/>
            <ac:spMk id="2" creationId="{652CD06E-EB43-4697-A9C1-290232C3BAD6}"/>
          </ac:spMkLst>
        </pc:spChg>
        <pc:spChg chg="mod">
          <ac:chgData name="Bantwal Hebbahalasinakate, Mayur Pai" userId="754cdd8c-0ff8-48ba-be35-c2e80932eaf7" providerId="ADAL" clId="{AED51D95-8F3A-4905-949C-6A498A67DCDF}" dt="2023-07-30T19:14:41.394" v="3364" actId="1076"/>
          <ac:spMkLst>
            <pc:docMk/>
            <pc:sldMk cId="3916401870" sldId="313"/>
            <ac:spMk id="7" creationId="{E9009C35-E6AA-8762-6F34-87778CA11A60}"/>
          </ac:spMkLst>
        </pc:spChg>
        <pc:spChg chg="add mod">
          <ac:chgData name="Bantwal Hebbahalasinakate, Mayur Pai" userId="754cdd8c-0ff8-48ba-be35-c2e80932eaf7" providerId="ADAL" clId="{AED51D95-8F3A-4905-949C-6A498A67DCDF}" dt="2023-08-02T09:42:22.368" v="3896" actId="20577"/>
          <ac:spMkLst>
            <pc:docMk/>
            <pc:sldMk cId="3916401870" sldId="313"/>
            <ac:spMk id="8" creationId="{25174B4A-1FA2-B7EA-253F-AD35CF305DF4}"/>
          </ac:spMkLst>
        </pc:spChg>
        <pc:spChg chg="del">
          <ac:chgData name="Bantwal Hebbahalasinakate, Mayur Pai" userId="754cdd8c-0ff8-48ba-be35-c2e80932eaf7" providerId="ADAL" clId="{AED51D95-8F3A-4905-949C-6A498A67DCDF}" dt="2023-07-30T19:14:27.687" v="3357" actId="478"/>
          <ac:spMkLst>
            <pc:docMk/>
            <pc:sldMk cId="3916401870" sldId="313"/>
            <ac:spMk id="9" creationId="{B5307D09-04E5-35AB-323A-B896FFCE319D}"/>
          </ac:spMkLst>
        </pc:spChg>
        <pc:spChg chg="add del mod">
          <ac:chgData name="Bantwal Hebbahalasinakate, Mayur Pai" userId="754cdd8c-0ff8-48ba-be35-c2e80932eaf7" providerId="ADAL" clId="{AED51D95-8F3A-4905-949C-6A498A67DCDF}" dt="2023-07-30T19:15:21.801" v="3374"/>
          <ac:spMkLst>
            <pc:docMk/>
            <pc:sldMk cId="3916401870" sldId="313"/>
            <ac:spMk id="10" creationId="{507FF83E-E50C-EC83-7AC0-CBBF416E851D}"/>
          </ac:spMkLst>
        </pc:spChg>
        <pc:spChg chg="add mod">
          <ac:chgData name="Bantwal Hebbahalasinakate, Mayur Pai" userId="754cdd8c-0ff8-48ba-be35-c2e80932eaf7" providerId="ADAL" clId="{AED51D95-8F3A-4905-949C-6A498A67DCDF}" dt="2023-07-30T19:15:43.410" v="3386" actId="20577"/>
          <ac:spMkLst>
            <pc:docMk/>
            <pc:sldMk cId="3916401870" sldId="313"/>
            <ac:spMk id="12" creationId="{C4980DD9-4D97-8249-BA41-370BBA2ECA7E}"/>
          </ac:spMkLst>
        </pc:spChg>
        <pc:spChg chg="add mod">
          <ac:chgData name="Bantwal Hebbahalasinakate, Mayur Pai" userId="754cdd8c-0ff8-48ba-be35-c2e80932eaf7" providerId="ADAL" clId="{AED51D95-8F3A-4905-949C-6A498A67DCDF}" dt="2023-07-30T19:15:34.694" v="3380"/>
          <ac:spMkLst>
            <pc:docMk/>
            <pc:sldMk cId="3916401870" sldId="313"/>
            <ac:spMk id="13" creationId="{70E54996-DC28-0742-01D7-ADE09F30D33E}"/>
          </ac:spMkLst>
        </pc:spChg>
      </pc:sldChg>
      <pc:sldChg chg="addSp modSp add mod ord modTransition">
        <pc:chgData name="Bantwal Hebbahalasinakate, Mayur Pai" userId="754cdd8c-0ff8-48ba-be35-c2e80932eaf7" providerId="ADAL" clId="{AED51D95-8F3A-4905-949C-6A498A67DCDF}" dt="2023-07-31T09:52:52.285" v="3575"/>
        <pc:sldMkLst>
          <pc:docMk/>
          <pc:sldMk cId="1141028428" sldId="314"/>
        </pc:sldMkLst>
        <pc:spChg chg="mod">
          <ac:chgData name="Bantwal Hebbahalasinakate, Mayur Pai" userId="754cdd8c-0ff8-48ba-be35-c2e80932eaf7" providerId="ADAL" clId="{AED51D95-8F3A-4905-949C-6A498A67DCDF}" dt="2023-07-30T19:16:08.884" v="3397" actId="207"/>
          <ac:spMkLst>
            <pc:docMk/>
            <pc:sldMk cId="1141028428" sldId="314"/>
            <ac:spMk id="8" creationId="{D4ED547F-5481-5A84-025F-0747C12D7A3A}"/>
          </ac:spMkLst>
        </pc:spChg>
        <pc:spChg chg="mod">
          <ac:chgData name="Bantwal Hebbahalasinakate, Mayur Pai" userId="754cdd8c-0ff8-48ba-be35-c2e80932eaf7" providerId="ADAL" clId="{AED51D95-8F3A-4905-949C-6A498A67DCDF}" dt="2023-07-30T19:18:04.775" v="3437" actId="14100"/>
          <ac:spMkLst>
            <pc:docMk/>
            <pc:sldMk cId="1141028428" sldId="314"/>
            <ac:spMk id="18" creationId="{859C6102-89C3-D569-9EBF-32F47F919A89}"/>
          </ac:spMkLst>
        </pc:spChg>
        <pc:picChg chg="add mod">
          <ac:chgData name="Bantwal Hebbahalasinakate, Mayur Pai" userId="754cdd8c-0ff8-48ba-be35-c2e80932eaf7" providerId="ADAL" clId="{AED51D95-8F3A-4905-949C-6A498A67DCDF}" dt="2023-07-30T19:18:19.387" v="3438" actId="1076"/>
          <ac:picMkLst>
            <pc:docMk/>
            <pc:sldMk cId="1141028428" sldId="314"/>
            <ac:picMk id="17410" creationId="{833858AB-A56F-0C02-B80C-01048F3080DF}"/>
          </ac:picMkLst>
        </pc:picChg>
      </pc:sldChg>
      <pc:sldChg chg="addSp delSp modSp add mod">
        <pc:chgData name="Bantwal Hebbahalasinakate, Mayur Pai" userId="754cdd8c-0ff8-48ba-be35-c2e80932eaf7" providerId="ADAL" clId="{AED51D95-8F3A-4905-949C-6A498A67DCDF}" dt="2023-07-31T10:17:22.265" v="3646" actId="14100"/>
        <pc:sldMkLst>
          <pc:docMk/>
          <pc:sldMk cId="1789559125" sldId="315"/>
        </pc:sldMkLst>
        <pc:spChg chg="mod">
          <ac:chgData name="Bantwal Hebbahalasinakate, Mayur Pai" userId="754cdd8c-0ff8-48ba-be35-c2e80932eaf7" providerId="ADAL" clId="{AED51D95-8F3A-4905-949C-6A498A67DCDF}" dt="2023-07-31T10:11:43.185" v="3622" actId="255"/>
          <ac:spMkLst>
            <pc:docMk/>
            <pc:sldMk cId="1789559125" sldId="315"/>
            <ac:spMk id="2" creationId="{652CD06E-EB43-4697-A9C1-290232C3BAD6}"/>
          </ac:spMkLst>
        </pc:spChg>
        <pc:spChg chg="add mod">
          <ac:chgData name="Bantwal Hebbahalasinakate, Mayur Pai" userId="754cdd8c-0ff8-48ba-be35-c2e80932eaf7" providerId="ADAL" clId="{AED51D95-8F3A-4905-949C-6A498A67DCDF}" dt="2023-07-31T10:13:34.456" v="3631" actId="1076"/>
          <ac:spMkLst>
            <pc:docMk/>
            <pc:sldMk cId="1789559125" sldId="315"/>
            <ac:spMk id="7" creationId="{024FD8B7-D15A-EE64-272E-12976B56E47D}"/>
          </ac:spMkLst>
        </pc:spChg>
        <pc:spChg chg="del mod">
          <ac:chgData name="Bantwal Hebbahalasinakate, Mayur Pai" userId="754cdd8c-0ff8-48ba-be35-c2e80932eaf7" providerId="ADAL" clId="{AED51D95-8F3A-4905-949C-6A498A67DCDF}" dt="2023-07-31T10:13:25.576" v="3629" actId="478"/>
          <ac:spMkLst>
            <pc:docMk/>
            <pc:sldMk cId="1789559125" sldId="315"/>
            <ac:spMk id="8" creationId="{323CBA7D-B90D-B001-5C5C-C294A0D9F97A}"/>
          </ac:spMkLst>
        </pc:spChg>
        <pc:spChg chg="del">
          <ac:chgData name="Bantwal Hebbahalasinakate, Mayur Pai" userId="754cdd8c-0ff8-48ba-be35-c2e80932eaf7" providerId="ADAL" clId="{AED51D95-8F3A-4905-949C-6A498A67DCDF}" dt="2023-07-31T10:16:33.475" v="3634" actId="478"/>
          <ac:spMkLst>
            <pc:docMk/>
            <pc:sldMk cId="1789559125" sldId="315"/>
            <ac:spMk id="10" creationId="{8474AC15-7C81-F53C-FA73-37367DE222D8}"/>
          </ac:spMkLst>
        </pc:spChg>
        <pc:spChg chg="add mod">
          <ac:chgData name="Bantwal Hebbahalasinakate, Mayur Pai" userId="754cdd8c-0ff8-48ba-be35-c2e80932eaf7" providerId="ADAL" clId="{AED51D95-8F3A-4905-949C-6A498A67DCDF}" dt="2023-07-31T10:16:39.719" v="3635" actId="1076"/>
          <ac:spMkLst>
            <pc:docMk/>
            <pc:sldMk cId="1789559125" sldId="315"/>
            <ac:spMk id="11" creationId="{4A2C6664-56FC-7F8C-C4E1-A6C95D9C2F8B}"/>
          </ac:spMkLst>
        </pc:spChg>
        <pc:spChg chg="add del">
          <ac:chgData name="Bantwal Hebbahalasinakate, Mayur Pai" userId="754cdd8c-0ff8-48ba-be35-c2e80932eaf7" providerId="ADAL" clId="{AED51D95-8F3A-4905-949C-6A498A67DCDF}" dt="2023-07-31T10:16:58.270" v="3637"/>
          <ac:spMkLst>
            <pc:docMk/>
            <pc:sldMk cId="1789559125" sldId="315"/>
            <ac:spMk id="12" creationId="{F59AA992-D841-551C-5A66-11583CE05282}"/>
          </ac:spMkLst>
        </pc:spChg>
        <pc:spChg chg="add mod">
          <ac:chgData name="Bantwal Hebbahalasinakate, Mayur Pai" userId="754cdd8c-0ff8-48ba-be35-c2e80932eaf7" providerId="ADAL" clId="{AED51D95-8F3A-4905-949C-6A498A67DCDF}" dt="2023-07-31T10:17:22.265" v="3646" actId="14100"/>
          <ac:spMkLst>
            <pc:docMk/>
            <pc:sldMk cId="1789559125" sldId="315"/>
            <ac:spMk id="14" creationId="{CD64B2A9-87C6-C316-EF9E-C4E6DC9A9ADB}"/>
          </ac:spMkLst>
        </pc:spChg>
      </pc:sldChg>
      <pc:sldChg chg="addSp delSp modSp add mod">
        <pc:chgData name="Bantwal Hebbahalasinakate, Mayur Pai" userId="754cdd8c-0ff8-48ba-be35-c2e80932eaf7" providerId="ADAL" clId="{AED51D95-8F3A-4905-949C-6A498A67DCDF}" dt="2023-07-31T10:19:06.129" v="3685" actId="1076"/>
        <pc:sldMkLst>
          <pc:docMk/>
          <pc:sldMk cId="3550018050" sldId="316"/>
        </pc:sldMkLst>
        <pc:spChg chg="del">
          <ac:chgData name="Bantwal Hebbahalasinakate, Mayur Pai" userId="754cdd8c-0ff8-48ba-be35-c2e80932eaf7" providerId="ADAL" clId="{AED51D95-8F3A-4905-949C-6A498A67DCDF}" dt="2023-07-31T10:17:49.879" v="3649" actId="478"/>
          <ac:spMkLst>
            <pc:docMk/>
            <pc:sldMk cId="3550018050" sldId="316"/>
            <ac:spMk id="7" creationId="{024FD8B7-D15A-EE64-272E-12976B56E47D}"/>
          </ac:spMkLst>
        </pc:spChg>
        <pc:spChg chg="add mod">
          <ac:chgData name="Bantwal Hebbahalasinakate, Mayur Pai" userId="754cdd8c-0ff8-48ba-be35-c2e80932eaf7" providerId="ADAL" clId="{AED51D95-8F3A-4905-949C-6A498A67DCDF}" dt="2023-07-31T10:18:00" v="3671" actId="20577"/>
          <ac:spMkLst>
            <pc:docMk/>
            <pc:sldMk cId="3550018050" sldId="316"/>
            <ac:spMk id="9" creationId="{93C4C4E5-03B2-D168-3F50-9539B6EA95AB}"/>
          </ac:spMkLst>
        </pc:spChg>
        <pc:spChg chg="del">
          <ac:chgData name="Bantwal Hebbahalasinakate, Mayur Pai" userId="754cdd8c-0ff8-48ba-be35-c2e80932eaf7" providerId="ADAL" clId="{AED51D95-8F3A-4905-949C-6A498A67DCDF}" dt="2023-07-31T10:18:27.739" v="3679" actId="478"/>
          <ac:spMkLst>
            <pc:docMk/>
            <pc:sldMk cId="3550018050" sldId="316"/>
            <ac:spMk id="11" creationId="{4A2C6664-56FC-7F8C-C4E1-A6C95D9C2F8B}"/>
          </ac:spMkLst>
        </pc:spChg>
        <pc:spChg chg="add mod">
          <ac:chgData name="Bantwal Hebbahalasinakate, Mayur Pai" userId="754cdd8c-0ff8-48ba-be35-c2e80932eaf7" providerId="ADAL" clId="{AED51D95-8F3A-4905-949C-6A498A67DCDF}" dt="2023-07-31T10:19:06.129" v="3685" actId="1076"/>
          <ac:spMkLst>
            <pc:docMk/>
            <pc:sldMk cId="3550018050" sldId="316"/>
            <ac:spMk id="12" creationId="{60DB7A83-DA0A-A7A7-A749-A23F819B5193}"/>
          </ac:spMkLst>
        </pc:spChg>
        <pc:spChg chg="mod">
          <ac:chgData name="Bantwal Hebbahalasinakate, Mayur Pai" userId="754cdd8c-0ff8-48ba-be35-c2e80932eaf7" providerId="ADAL" clId="{AED51D95-8F3A-4905-949C-6A498A67DCDF}" dt="2023-07-31T10:18:40.995" v="3682" actId="14100"/>
          <ac:spMkLst>
            <pc:docMk/>
            <pc:sldMk cId="3550018050" sldId="316"/>
            <ac:spMk id="14" creationId="{CD64B2A9-87C6-C316-EF9E-C4E6DC9A9ADB}"/>
          </ac:spMkLst>
        </pc:spChg>
        <pc:picChg chg="add mod">
          <ac:chgData name="Bantwal Hebbahalasinakate, Mayur Pai" userId="754cdd8c-0ff8-48ba-be35-c2e80932eaf7" providerId="ADAL" clId="{AED51D95-8F3A-4905-949C-6A498A67DCDF}" dt="2023-07-31T10:17:46.967" v="3648"/>
          <ac:picMkLst>
            <pc:docMk/>
            <pc:sldMk cId="3550018050" sldId="316"/>
            <ac:picMk id="8" creationId="{09984D74-8566-2D7F-A9A7-F6B0BD34C985}"/>
          </ac:picMkLst>
        </pc:picChg>
      </pc:sldChg>
      <pc:sldChg chg="addSp delSp modSp add mod">
        <pc:chgData name="Bantwal Hebbahalasinakate, Mayur Pai" userId="754cdd8c-0ff8-48ba-be35-c2e80932eaf7" providerId="ADAL" clId="{AED51D95-8F3A-4905-949C-6A498A67DCDF}" dt="2023-07-31T10:23:01.199" v="3716" actId="478"/>
        <pc:sldMkLst>
          <pc:docMk/>
          <pc:sldMk cId="717593385" sldId="317"/>
        </pc:sldMkLst>
        <pc:spChg chg="del mod">
          <ac:chgData name="Bantwal Hebbahalasinakate, Mayur Pai" userId="754cdd8c-0ff8-48ba-be35-c2e80932eaf7" providerId="ADAL" clId="{AED51D95-8F3A-4905-949C-6A498A67DCDF}" dt="2023-07-31T10:19:44.687" v="3693" actId="478"/>
          <ac:spMkLst>
            <pc:docMk/>
            <pc:sldMk cId="717593385" sldId="317"/>
            <ac:spMk id="9" creationId="{93C4C4E5-03B2-D168-3F50-9539B6EA95AB}"/>
          </ac:spMkLst>
        </pc:spChg>
        <pc:spChg chg="add del mod">
          <ac:chgData name="Bantwal Hebbahalasinakate, Mayur Pai" userId="754cdd8c-0ff8-48ba-be35-c2e80932eaf7" providerId="ADAL" clId="{AED51D95-8F3A-4905-949C-6A498A67DCDF}" dt="2023-07-31T10:19:32.954" v="3688" actId="478"/>
          <ac:spMkLst>
            <pc:docMk/>
            <pc:sldMk cId="717593385" sldId="317"/>
            <ac:spMk id="10" creationId="{F9109D00-1448-6C54-594F-00FD33A09E28}"/>
          </ac:spMkLst>
        </pc:spChg>
        <pc:spChg chg="del mod">
          <ac:chgData name="Bantwal Hebbahalasinakate, Mayur Pai" userId="754cdd8c-0ff8-48ba-be35-c2e80932eaf7" providerId="ADAL" clId="{AED51D95-8F3A-4905-949C-6A498A67DCDF}" dt="2023-07-31T10:23:01.199" v="3716" actId="478"/>
          <ac:spMkLst>
            <pc:docMk/>
            <pc:sldMk cId="717593385" sldId="317"/>
            <ac:spMk id="12" creationId="{60DB7A83-DA0A-A7A7-A749-A23F819B5193}"/>
          </ac:spMkLst>
        </pc:spChg>
        <pc:spChg chg="add del mod">
          <ac:chgData name="Bantwal Hebbahalasinakate, Mayur Pai" userId="754cdd8c-0ff8-48ba-be35-c2e80932eaf7" providerId="ADAL" clId="{AED51D95-8F3A-4905-949C-6A498A67DCDF}" dt="2023-07-31T10:19:37.143" v="3690" actId="478"/>
          <ac:spMkLst>
            <pc:docMk/>
            <pc:sldMk cId="717593385" sldId="317"/>
            <ac:spMk id="13" creationId="{B95F638E-31BD-C844-412B-F027BD94B386}"/>
          </ac:spMkLst>
        </pc:spChg>
        <pc:spChg chg="mod">
          <ac:chgData name="Bantwal Hebbahalasinakate, Mayur Pai" userId="754cdd8c-0ff8-48ba-be35-c2e80932eaf7" providerId="ADAL" clId="{AED51D95-8F3A-4905-949C-6A498A67DCDF}" dt="2023-07-31T10:21:13.605" v="3705" actId="20577"/>
          <ac:spMkLst>
            <pc:docMk/>
            <pc:sldMk cId="717593385" sldId="317"/>
            <ac:spMk id="14" creationId="{CD64B2A9-87C6-C316-EF9E-C4E6DC9A9ADB}"/>
          </ac:spMkLst>
        </pc:spChg>
        <pc:spChg chg="add del">
          <ac:chgData name="Bantwal Hebbahalasinakate, Mayur Pai" userId="754cdd8c-0ff8-48ba-be35-c2e80932eaf7" providerId="ADAL" clId="{AED51D95-8F3A-4905-949C-6A498A67DCDF}" dt="2023-07-31T10:20:49.323" v="3695"/>
          <ac:spMkLst>
            <pc:docMk/>
            <pc:sldMk cId="717593385" sldId="317"/>
            <ac:spMk id="15" creationId="{69C17586-D198-878E-B54F-6DAAFCC1D1C0}"/>
          </ac:spMkLst>
        </pc:spChg>
        <pc:picChg chg="add del mod">
          <ac:chgData name="Bantwal Hebbahalasinakate, Mayur Pai" userId="754cdd8c-0ff8-48ba-be35-c2e80932eaf7" providerId="ADAL" clId="{AED51D95-8F3A-4905-949C-6A498A67DCDF}" dt="2023-07-31T10:19:32.954" v="3688" actId="478"/>
          <ac:picMkLst>
            <pc:docMk/>
            <pc:sldMk cId="717593385" sldId="317"/>
            <ac:picMk id="7" creationId="{62CFCBC6-3DE5-326C-351D-FAE8806C6505}"/>
          </ac:picMkLst>
        </pc:picChg>
        <pc:picChg chg="del">
          <ac:chgData name="Bantwal Hebbahalasinakate, Mayur Pai" userId="754cdd8c-0ff8-48ba-be35-c2e80932eaf7" providerId="ADAL" clId="{AED51D95-8F3A-4905-949C-6A498A67DCDF}" dt="2023-07-31T10:19:38.930" v="3691" actId="478"/>
          <ac:picMkLst>
            <pc:docMk/>
            <pc:sldMk cId="717593385" sldId="317"/>
            <ac:picMk id="8" creationId="{09984D74-8566-2D7F-A9A7-F6B0BD34C985}"/>
          </ac:picMkLst>
        </pc:picChg>
        <pc:picChg chg="add del mod">
          <ac:chgData name="Bantwal Hebbahalasinakate, Mayur Pai" userId="754cdd8c-0ff8-48ba-be35-c2e80932eaf7" providerId="ADAL" clId="{AED51D95-8F3A-4905-949C-6A498A67DCDF}" dt="2023-07-31T10:19:37.143" v="3690" actId="478"/>
          <ac:picMkLst>
            <pc:docMk/>
            <pc:sldMk cId="717593385" sldId="317"/>
            <ac:picMk id="11" creationId="{ED110394-C13D-67E9-A8CF-30B300350AA5}"/>
          </ac:picMkLst>
        </pc:picChg>
      </pc:sldChg>
      <pc:sldChg chg="delSp modSp add mod">
        <pc:chgData name="Bantwal Hebbahalasinakate, Mayur Pai" userId="754cdd8c-0ff8-48ba-be35-c2e80932eaf7" providerId="ADAL" clId="{AED51D95-8F3A-4905-949C-6A498A67DCDF}" dt="2023-07-31T10:23:52.761" v="3731" actId="14100"/>
        <pc:sldMkLst>
          <pc:docMk/>
          <pc:sldMk cId="79821386" sldId="318"/>
        </pc:sldMkLst>
        <pc:spChg chg="mod">
          <ac:chgData name="Bantwal Hebbahalasinakate, Mayur Pai" userId="754cdd8c-0ff8-48ba-be35-c2e80932eaf7" providerId="ADAL" clId="{AED51D95-8F3A-4905-949C-6A498A67DCDF}" dt="2023-07-31T10:23:52.761" v="3731" actId="14100"/>
          <ac:spMkLst>
            <pc:docMk/>
            <pc:sldMk cId="79821386" sldId="318"/>
            <ac:spMk id="12" creationId="{60DB7A83-DA0A-A7A7-A749-A23F819B5193}"/>
          </ac:spMkLst>
        </pc:spChg>
        <pc:spChg chg="del mod">
          <ac:chgData name="Bantwal Hebbahalasinakate, Mayur Pai" userId="754cdd8c-0ff8-48ba-be35-c2e80932eaf7" providerId="ADAL" clId="{AED51D95-8F3A-4905-949C-6A498A67DCDF}" dt="2023-07-31T10:22:57.031" v="3715" actId="478"/>
          <ac:spMkLst>
            <pc:docMk/>
            <pc:sldMk cId="79821386" sldId="318"/>
            <ac:spMk id="14" creationId="{CD64B2A9-87C6-C316-EF9E-C4E6DC9A9ADB}"/>
          </ac:spMkLst>
        </pc:spChg>
      </pc:sldChg>
      <pc:sldChg chg="addSp delSp modSp add mod">
        <pc:chgData name="Bantwal Hebbahalasinakate, Mayur Pai" userId="754cdd8c-0ff8-48ba-be35-c2e80932eaf7" providerId="ADAL" clId="{AED51D95-8F3A-4905-949C-6A498A67DCDF}" dt="2023-07-31T10:27:44.184" v="3758" actId="207"/>
        <pc:sldMkLst>
          <pc:docMk/>
          <pc:sldMk cId="2565462018" sldId="319"/>
        </pc:sldMkLst>
        <pc:spChg chg="add mod">
          <ac:chgData name="Bantwal Hebbahalasinakate, Mayur Pai" userId="754cdd8c-0ff8-48ba-be35-c2e80932eaf7" providerId="ADAL" clId="{AED51D95-8F3A-4905-949C-6A498A67DCDF}" dt="2023-07-31T10:25:00.187" v="3745" actId="20577"/>
          <ac:spMkLst>
            <pc:docMk/>
            <pc:sldMk cId="2565462018" sldId="319"/>
            <ac:spMk id="8" creationId="{ECA5F3D5-7B14-5555-944E-24BDDE361DEC}"/>
          </ac:spMkLst>
        </pc:spChg>
        <pc:spChg chg="del">
          <ac:chgData name="Bantwal Hebbahalasinakate, Mayur Pai" userId="754cdd8c-0ff8-48ba-be35-c2e80932eaf7" providerId="ADAL" clId="{AED51D95-8F3A-4905-949C-6A498A67DCDF}" dt="2023-07-31T10:24:39.955" v="3733" actId="478"/>
          <ac:spMkLst>
            <pc:docMk/>
            <pc:sldMk cId="2565462018" sldId="319"/>
            <ac:spMk id="12" creationId="{60DB7A83-DA0A-A7A7-A749-A23F819B5193}"/>
          </ac:spMkLst>
        </pc:spChg>
        <pc:graphicFrameChg chg="add mod modGraphic">
          <ac:chgData name="Bantwal Hebbahalasinakate, Mayur Pai" userId="754cdd8c-0ff8-48ba-be35-c2e80932eaf7" providerId="ADAL" clId="{AED51D95-8F3A-4905-949C-6A498A67DCDF}" dt="2023-07-31T10:27:44.184" v="3758" actId="207"/>
          <ac:graphicFrameMkLst>
            <pc:docMk/>
            <pc:sldMk cId="2565462018" sldId="319"/>
            <ac:graphicFrameMk id="9" creationId="{20FE5895-2219-22C7-3A8F-32E79B1D9C3C}"/>
          </ac:graphicFrameMkLst>
        </pc:graphicFrameChg>
      </pc:sldChg>
      <pc:sldChg chg="addSp delSp modSp add mod ord">
        <pc:chgData name="Bantwal Hebbahalasinakate, Mayur Pai" userId="754cdd8c-0ff8-48ba-be35-c2e80932eaf7" providerId="ADAL" clId="{AED51D95-8F3A-4905-949C-6A498A67DCDF}" dt="2023-07-31T10:31:16.361" v="3807" actId="20577"/>
        <pc:sldMkLst>
          <pc:docMk/>
          <pc:sldMk cId="1958820533" sldId="320"/>
        </pc:sldMkLst>
        <pc:spChg chg="add del">
          <ac:chgData name="Bantwal Hebbahalasinakate, Mayur Pai" userId="754cdd8c-0ff8-48ba-be35-c2e80932eaf7" providerId="ADAL" clId="{AED51D95-8F3A-4905-949C-6A498A67DCDF}" dt="2023-07-31T10:29:52.772" v="3775"/>
          <ac:spMkLst>
            <pc:docMk/>
            <pc:sldMk cId="1958820533" sldId="320"/>
            <ac:spMk id="7" creationId="{F7FD554F-3920-DD4B-239C-A23B5D4B21CB}"/>
          </ac:spMkLst>
        </pc:spChg>
        <pc:spChg chg="mod">
          <ac:chgData name="Bantwal Hebbahalasinakate, Mayur Pai" userId="754cdd8c-0ff8-48ba-be35-c2e80932eaf7" providerId="ADAL" clId="{AED51D95-8F3A-4905-949C-6A498A67DCDF}" dt="2023-07-31T10:28:53.319" v="3773" actId="255"/>
          <ac:spMkLst>
            <pc:docMk/>
            <pc:sldMk cId="1958820533" sldId="320"/>
            <ac:spMk id="9" creationId="{93C4C4E5-03B2-D168-3F50-9539B6EA95AB}"/>
          </ac:spMkLst>
        </pc:spChg>
        <pc:spChg chg="mod">
          <ac:chgData name="Bantwal Hebbahalasinakate, Mayur Pai" userId="754cdd8c-0ff8-48ba-be35-c2e80932eaf7" providerId="ADAL" clId="{AED51D95-8F3A-4905-949C-6A498A67DCDF}" dt="2023-07-31T10:31:16.361" v="3807" actId="20577"/>
          <ac:spMkLst>
            <pc:docMk/>
            <pc:sldMk cId="1958820533" sldId="320"/>
            <ac:spMk id="12" creationId="{60DB7A83-DA0A-A7A7-A749-A23F819B5193}"/>
          </ac:spMkLst>
        </pc:spChg>
        <pc:spChg chg="mod">
          <ac:chgData name="Bantwal Hebbahalasinakate, Mayur Pai" userId="754cdd8c-0ff8-48ba-be35-c2e80932eaf7" providerId="ADAL" clId="{AED51D95-8F3A-4905-949C-6A498A67DCDF}" dt="2023-07-31T10:28:38.454" v="3767" actId="2711"/>
          <ac:spMkLst>
            <pc:docMk/>
            <pc:sldMk cId="1958820533" sldId="320"/>
            <ac:spMk id="14" creationId="{CD64B2A9-87C6-C316-EF9E-C4E6DC9A9ADB}"/>
          </ac:spMkLst>
        </pc:spChg>
      </pc:sldChg>
      <pc:sldChg chg="addSp delSp modSp add mod">
        <pc:chgData name="Bantwal Hebbahalasinakate, Mayur Pai" userId="754cdd8c-0ff8-48ba-be35-c2e80932eaf7" providerId="ADAL" clId="{AED51D95-8F3A-4905-949C-6A498A67DCDF}" dt="2023-07-31T10:33:41.577" v="3824" actId="1076"/>
        <pc:sldMkLst>
          <pc:docMk/>
          <pc:sldMk cId="4061391780" sldId="321"/>
        </pc:sldMkLst>
        <pc:spChg chg="del">
          <ac:chgData name="Bantwal Hebbahalasinakate, Mayur Pai" userId="754cdd8c-0ff8-48ba-be35-c2e80932eaf7" providerId="ADAL" clId="{AED51D95-8F3A-4905-949C-6A498A67DCDF}" dt="2023-07-31T10:33:01.017" v="3819" actId="478"/>
          <ac:spMkLst>
            <pc:docMk/>
            <pc:sldMk cId="4061391780" sldId="321"/>
            <ac:spMk id="9" creationId="{93C4C4E5-03B2-D168-3F50-9539B6EA95AB}"/>
          </ac:spMkLst>
        </pc:spChg>
        <pc:spChg chg="add mod">
          <ac:chgData name="Bantwal Hebbahalasinakate, Mayur Pai" userId="754cdd8c-0ff8-48ba-be35-c2e80932eaf7" providerId="ADAL" clId="{AED51D95-8F3A-4905-949C-6A498A67DCDF}" dt="2023-07-31T10:33:41.577" v="3824" actId="1076"/>
          <ac:spMkLst>
            <pc:docMk/>
            <pc:sldMk cId="4061391780" sldId="321"/>
            <ac:spMk id="10" creationId="{F79867F1-833E-4676-E094-9C0BAEFA185F}"/>
          </ac:spMkLst>
        </pc:spChg>
        <pc:spChg chg="del mod">
          <ac:chgData name="Bantwal Hebbahalasinakate, Mayur Pai" userId="754cdd8c-0ff8-48ba-be35-c2e80932eaf7" providerId="ADAL" clId="{AED51D95-8F3A-4905-949C-6A498A67DCDF}" dt="2023-07-31T10:32:54.784" v="3817" actId="478"/>
          <ac:spMkLst>
            <pc:docMk/>
            <pc:sldMk cId="4061391780" sldId="321"/>
            <ac:spMk id="12" creationId="{60DB7A83-DA0A-A7A7-A749-A23F819B5193}"/>
          </ac:spMkLst>
        </pc:spChg>
        <pc:spChg chg="mod">
          <ac:chgData name="Bantwal Hebbahalasinakate, Mayur Pai" userId="754cdd8c-0ff8-48ba-be35-c2e80932eaf7" providerId="ADAL" clId="{AED51D95-8F3A-4905-949C-6A498A67DCDF}" dt="2023-07-31T10:33:14.925" v="3821" actId="207"/>
          <ac:spMkLst>
            <pc:docMk/>
            <pc:sldMk cId="4061391780" sldId="321"/>
            <ac:spMk id="14" creationId="{CD64B2A9-87C6-C316-EF9E-C4E6DC9A9ADB}"/>
          </ac:spMkLst>
        </pc:spChg>
        <pc:picChg chg="del">
          <ac:chgData name="Bantwal Hebbahalasinakate, Mayur Pai" userId="754cdd8c-0ff8-48ba-be35-c2e80932eaf7" providerId="ADAL" clId="{AED51D95-8F3A-4905-949C-6A498A67DCDF}" dt="2023-07-31T10:32:59.104" v="3818" actId="478"/>
          <ac:picMkLst>
            <pc:docMk/>
            <pc:sldMk cId="4061391780" sldId="321"/>
            <ac:picMk id="8" creationId="{09984D74-8566-2D7F-A9A7-F6B0BD34C985}"/>
          </ac:picMkLst>
        </pc:picChg>
      </pc:sldChg>
      <pc:sldChg chg="modSp add mod ord">
        <pc:chgData name="Bantwal Hebbahalasinakate, Mayur Pai" userId="754cdd8c-0ff8-48ba-be35-c2e80932eaf7" providerId="ADAL" clId="{AED51D95-8F3A-4905-949C-6A498A67DCDF}" dt="2023-07-31T10:36:23.558" v="3845" actId="14100"/>
        <pc:sldMkLst>
          <pc:docMk/>
          <pc:sldMk cId="4036874256" sldId="322"/>
        </pc:sldMkLst>
        <pc:spChg chg="mod">
          <ac:chgData name="Bantwal Hebbahalasinakate, Mayur Pai" userId="754cdd8c-0ff8-48ba-be35-c2e80932eaf7" providerId="ADAL" clId="{AED51D95-8F3A-4905-949C-6A498A67DCDF}" dt="2023-07-31T10:34:08.926" v="3831" actId="207"/>
          <ac:spMkLst>
            <pc:docMk/>
            <pc:sldMk cId="4036874256" sldId="322"/>
            <ac:spMk id="9" creationId="{93C4C4E5-03B2-D168-3F50-9539B6EA95AB}"/>
          </ac:spMkLst>
        </pc:spChg>
        <pc:spChg chg="mod">
          <ac:chgData name="Bantwal Hebbahalasinakate, Mayur Pai" userId="754cdd8c-0ff8-48ba-be35-c2e80932eaf7" providerId="ADAL" clId="{AED51D95-8F3A-4905-949C-6A498A67DCDF}" dt="2023-07-31T10:36:23.558" v="3845" actId="14100"/>
          <ac:spMkLst>
            <pc:docMk/>
            <pc:sldMk cId="4036874256" sldId="322"/>
            <ac:spMk id="12" creationId="{60DB7A83-DA0A-A7A7-A749-A23F819B5193}"/>
          </ac:spMkLst>
        </pc:spChg>
        <pc:spChg chg="mod">
          <ac:chgData name="Bantwal Hebbahalasinakate, Mayur Pai" userId="754cdd8c-0ff8-48ba-be35-c2e80932eaf7" providerId="ADAL" clId="{AED51D95-8F3A-4905-949C-6A498A67DCDF}" dt="2023-07-31T10:34:34.224" v="3838" actId="113"/>
          <ac:spMkLst>
            <pc:docMk/>
            <pc:sldMk cId="4036874256" sldId="322"/>
            <ac:spMk id="14" creationId="{CD64B2A9-87C6-C316-EF9E-C4E6DC9A9ADB}"/>
          </ac:spMkLst>
        </pc:spChg>
      </pc:sldChg>
      <pc:sldChg chg="addSp modSp add mod ord">
        <pc:chgData name="Bantwal Hebbahalasinakate, Mayur Pai" userId="754cdd8c-0ff8-48ba-be35-c2e80932eaf7" providerId="ADAL" clId="{AED51D95-8F3A-4905-949C-6A498A67DCDF}" dt="2023-07-31T10:45:21.609" v="3872" actId="1076"/>
        <pc:sldMkLst>
          <pc:docMk/>
          <pc:sldMk cId="4070276655" sldId="323"/>
        </pc:sldMkLst>
        <pc:spChg chg="add mod">
          <ac:chgData name="Bantwal Hebbahalasinakate, Mayur Pai" userId="754cdd8c-0ff8-48ba-be35-c2e80932eaf7" providerId="ADAL" clId="{AED51D95-8F3A-4905-949C-6A498A67DCDF}" dt="2023-07-31T10:45:21.609" v="3872" actId="1076"/>
          <ac:spMkLst>
            <pc:docMk/>
            <pc:sldMk cId="4070276655" sldId="323"/>
            <ac:spMk id="8" creationId="{B05B3168-6F48-AB11-AAB2-0A5128BEF678}"/>
          </ac:spMkLst>
        </pc:spChg>
        <pc:spChg chg="mod">
          <ac:chgData name="Bantwal Hebbahalasinakate, Mayur Pai" userId="754cdd8c-0ff8-48ba-be35-c2e80932eaf7" providerId="ADAL" clId="{AED51D95-8F3A-4905-949C-6A498A67DCDF}" dt="2023-07-31T10:45:19.137" v="3871" actId="1076"/>
          <ac:spMkLst>
            <pc:docMk/>
            <pc:sldMk cId="4070276655" sldId="323"/>
            <ac:spMk id="10" creationId="{F79867F1-833E-4676-E094-9C0BAEFA185F}"/>
          </ac:spMkLst>
        </pc:spChg>
        <pc:spChg chg="mod">
          <ac:chgData name="Bantwal Hebbahalasinakate, Mayur Pai" userId="754cdd8c-0ff8-48ba-be35-c2e80932eaf7" providerId="ADAL" clId="{AED51D95-8F3A-4905-949C-6A498A67DCDF}" dt="2023-07-31T10:37:17.190" v="3860" actId="2711"/>
          <ac:spMkLst>
            <pc:docMk/>
            <pc:sldMk cId="4070276655" sldId="323"/>
            <ac:spMk id="14" creationId="{CD64B2A9-87C6-C316-EF9E-C4E6DC9A9ADB}"/>
          </ac:spMkLst>
        </pc:spChg>
      </pc:sldChg>
      <pc:sldMasterChg chg="modTransition modSldLayout">
        <pc:chgData name="Bantwal Hebbahalasinakate, Mayur Pai" userId="754cdd8c-0ff8-48ba-be35-c2e80932eaf7" providerId="ADAL" clId="{AED51D95-8F3A-4905-949C-6A498A67DCDF}" dt="2023-07-31T09:52:52.285" v="3575"/>
        <pc:sldMasterMkLst>
          <pc:docMk/>
          <pc:sldMasterMk cId="0" sldId="2147483648"/>
        </pc:sldMasterMkLst>
        <pc:sldLayoutChg chg="modTransition">
          <pc:chgData name="Bantwal Hebbahalasinakate, Mayur Pai" userId="754cdd8c-0ff8-48ba-be35-c2e80932eaf7" providerId="ADAL" clId="{AED51D95-8F3A-4905-949C-6A498A67DCDF}" dt="2023-07-31T09:52:52.285" v="3575"/>
          <pc:sldLayoutMkLst>
            <pc:docMk/>
            <pc:sldMasterMk cId="0" sldId="2147483648"/>
            <pc:sldLayoutMk cId="0" sldId="2147483649"/>
          </pc:sldLayoutMkLst>
        </pc:sldLayoutChg>
        <pc:sldLayoutChg chg="modTransition">
          <pc:chgData name="Bantwal Hebbahalasinakate, Mayur Pai" userId="754cdd8c-0ff8-48ba-be35-c2e80932eaf7" providerId="ADAL" clId="{AED51D95-8F3A-4905-949C-6A498A67DCDF}" dt="2023-07-31T09:52:52.285" v="3575"/>
          <pc:sldLayoutMkLst>
            <pc:docMk/>
            <pc:sldMasterMk cId="0" sldId="2147483648"/>
            <pc:sldLayoutMk cId="0" sldId="2147483650"/>
          </pc:sldLayoutMkLst>
        </pc:sldLayoutChg>
        <pc:sldLayoutChg chg="modTransition">
          <pc:chgData name="Bantwal Hebbahalasinakate, Mayur Pai" userId="754cdd8c-0ff8-48ba-be35-c2e80932eaf7" providerId="ADAL" clId="{AED51D95-8F3A-4905-949C-6A498A67DCDF}" dt="2023-07-31T09:52:52.285" v="3575"/>
          <pc:sldLayoutMkLst>
            <pc:docMk/>
            <pc:sldMasterMk cId="0" sldId="2147483648"/>
            <pc:sldLayoutMk cId="0" sldId="2147483651"/>
          </pc:sldLayoutMkLst>
        </pc:sldLayoutChg>
        <pc:sldLayoutChg chg="modTransition">
          <pc:chgData name="Bantwal Hebbahalasinakate, Mayur Pai" userId="754cdd8c-0ff8-48ba-be35-c2e80932eaf7" providerId="ADAL" clId="{AED51D95-8F3A-4905-949C-6A498A67DCDF}" dt="2023-07-31T09:52:52.285" v="3575"/>
          <pc:sldLayoutMkLst>
            <pc:docMk/>
            <pc:sldMasterMk cId="0" sldId="2147483648"/>
            <pc:sldLayoutMk cId="0" sldId="2147483652"/>
          </pc:sldLayoutMkLst>
        </pc:sldLayoutChg>
        <pc:sldLayoutChg chg="modTransition">
          <pc:chgData name="Bantwal Hebbahalasinakate, Mayur Pai" userId="754cdd8c-0ff8-48ba-be35-c2e80932eaf7" providerId="ADAL" clId="{AED51D95-8F3A-4905-949C-6A498A67DCDF}" dt="2023-07-31T09:52:52.285" v="3575"/>
          <pc:sldLayoutMkLst>
            <pc:docMk/>
            <pc:sldMasterMk cId="0" sldId="2147483648"/>
            <pc:sldLayoutMk cId="0" sldId="2147483653"/>
          </pc:sldLayoutMkLst>
        </pc:sldLayoutChg>
        <pc:sldLayoutChg chg="modTransition">
          <pc:chgData name="Bantwal Hebbahalasinakate, Mayur Pai" userId="754cdd8c-0ff8-48ba-be35-c2e80932eaf7" providerId="ADAL" clId="{AED51D95-8F3A-4905-949C-6A498A67DCDF}" dt="2023-07-31T09:52:52.285" v="3575"/>
          <pc:sldLayoutMkLst>
            <pc:docMk/>
            <pc:sldMasterMk cId="0" sldId="2147483648"/>
            <pc:sldLayoutMk cId="0" sldId="2147483654"/>
          </pc:sldLayoutMkLst>
        </pc:sldLayoutChg>
        <pc:sldLayoutChg chg="modTransition">
          <pc:chgData name="Bantwal Hebbahalasinakate, Mayur Pai" userId="754cdd8c-0ff8-48ba-be35-c2e80932eaf7" providerId="ADAL" clId="{AED51D95-8F3A-4905-949C-6A498A67DCDF}" dt="2023-07-31T09:52:52.285" v="3575"/>
          <pc:sldLayoutMkLst>
            <pc:docMk/>
            <pc:sldMasterMk cId="0" sldId="2147483648"/>
            <pc:sldLayoutMk cId="0" sldId="2147483655"/>
          </pc:sldLayoutMkLst>
        </pc:sldLayoutChg>
        <pc:sldLayoutChg chg="modTransition">
          <pc:chgData name="Bantwal Hebbahalasinakate, Mayur Pai" userId="754cdd8c-0ff8-48ba-be35-c2e80932eaf7" providerId="ADAL" clId="{AED51D95-8F3A-4905-949C-6A498A67DCDF}" dt="2023-07-31T09:52:52.285" v="3575"/>
          <pc:sldLayoutMkLst>
            <pc:docMk/>
            <pc:sldMasterMk cId="0" sldId="2147483648"/>
            <pc:sldLayoutMk cId="0" sldId="2147483656"/>
          </pc:sldLayoutMkLst>
        </pc:sldLayoutChg>
        <pc:sldLayoutChg chg="modTransition">
          <pc:chgData name="Bantwal Hebbahalasinakate, Mayur Pai" userId="754cdd8c-0ff8-48ba-be35-c2e80932eaf7" providerId="ADAL" clId="{AED51D95-8F3A-4905-949C-6A498A67DCDF}" dt="2023-07-31T09:52:52.285" v="3575"/>
          <pc:sldLayoutMkLst>
            <pc:docMk/>
            <pc:sldMasterMk cId="0" sldId="2147483648"/>
            <pc:sldLayoutMk cId="0" sldId="2147483657"/>
          </pc:sldLayoutMkLst>
        </pc:sldLayoutChg>
        <pc:sldLayoutChg chg="modTransition">
          <pc:chgData name="Bantwal Hebbahalasinakate, Mayur Pai" userId="754cdd8c-0ff8-48ba-be35-c2e80932eaf7" providerId="ADAL" clId="{AED51D95-8F3A-4905-949C-6A498A67DCDF}" dt="2023-07-31T09:52:52.285" v="3575"/>
          <pc:sldLayoutMkLst>
            <pc:docMk/>
            <pc:sldMasterMk cId="0" sldId="2147483648"/>
            <pc:sldLayoutMk cId="0" sldId="2147483658"/>
          </pc:sldLayoutMkLst>
        </pc:sldLayoutChg>
        <pc:sldLayoutChg chg="modTransition">
          <pc:chgData name="Bantwal Hebbahalasinakate, Mayur Pai" userId="754cdd8c-0ff8-48ba-be35-c2e80932eaf7" providerId="ADAL" clId="{AED51D95-8F3A-4905-949C-6A498A67DCDF}" dt="2023-07-31T09:52:52.285" v="3575"/>
          <pc:sldLayoutMkLst>
            <pc:docMk/>
            <pc:sldMasterMk cId="0" sldId="2147483648"/>
            <pc:sldLayoutMk cId="0" sldId="2147483659"/>
          </pc:sldLayoutMkLst>
        </pc:sldLayoutChg>
        <pc:sldLayoutChg chg="modTransition">
          <pc:chgData name="Bantwal Hebbahalasinakate, Mayur Pai" userId="754cdd8c-0ff8-48ba-be35-c2e80932eaf7" providerId="ADAL" clId="{AED51D95-8F3A-4905-949C-6A498A67DCDF}" dt="2023-07-31T09:52:52.285" v="3575"/>
          <pc:sldLayoutMkLst>
            <pc:docMk/>
            <pc:sldMasterMk cId="0" sldId="2147483648"/>
            <pc:sldLayoutMk cId="0" sldId="2147483660"/>
          </pc:sldLayoutMkLst>
        </pc:sldLayoutChg>
        <pc:sldLayoutChg chg="modTransition">
          <pc:chgData name="Bantwal Hebbahalasinakate, Mayur Pai" userId="754cdd8c-0ff8-48ba-be35-c2e80932eaf7" providerId="ADAL" clId="{AED51D95-8F3A-4905-949C-6A498A67DCDF}" dt="2023-07-31T09:52:52.285" v="3575"/>
          <pc:sldLayoutMkLst>
            <pc:docMk/>
            <pc:sldMasterMk cId="0" sldId="2147483648"/>
            <pc:sldLayoutMk cId="0" sldId="2147483663"/>
          </pc:sldLayoutMkLst>
        </pc:sldLayoutChg>
        <pc:sldLayoutChg chg="modTransition">
          <pc:chgData name="Bantwal Hebbahalasinakate, Mayur Pai" userId="754cdd8c-0ff8-48ba-be35-c2e80932eaf7" providerId="ADAL" clId="{AED51D95-8F3A-4905-949C-6A498A67DCDF}" dt="2023-07-31T09:52:52.285" v="3575"/>
          <pc:sldLayoutMkLst>
            <pc:docMk/>
            <pc:sldMasterMk cId="0" sldId="2147483648"/>
            <pc:sldLayoutMk cId="0" sldId="2147483664"/>
          </pc:sldLayoutMkLst>
        </pc:sldLayoutChg>
        <pc:sldLayoutChg chg="modTransition">
          <pc:chgData name="Bantwal Hebbahalasinakate, Mayur Pai" userId="754cdd8c-0ff8-48ba-be35-c2e80932eaf7" providerId="ADAL" clId="{AED51D95-8F3A-4905-949C-6A498A67DCDF}" dt="2023-07-31T09:52:52.285" v="3575"/>
          <pc:sldLayoutMkLst>
            <pc:docMk/>
            <pc:sldMasterMk cId="0" sldId="2147483648"/>
            <pc:sldLayoutMk cId="0" sldId="2147483665"/>
          </pc:sldLayoutMkLst>
        </pc:sldLayoutChg>
        <pc:sldLayoutChg chg="modTransition">
          <pc:chgData name="Bantwal Hebbahalasinakate, Mayur Pai" userId="754cdd8c-0ff8-48ba-be35-c2e80932eaf7" providerId="ADAL" clId="{AED51D95-8F3A-4905-949C-6A498A67DCDF}" dt="2023-07-31T09:52:52.285" v="3575"/>
          <pc:sldLayoutMkLst>
            <pc:docMk/>
            <pc:sldMasterMk cId="0" sldId="2147483648"/>
            <pc:sldLayoutMk cId="0" sldId="2147483666"/>
          </pc:sldLayoutMkLst>
        </pc:sldLayoutChg>
        <pc:sldLayoutChg chg="modTransition">
          <pc:chgData name="Bantwal Hebbahalasinakate, Mayur Pai" userId="754cdd8c-0ff8-48ba-be35-c2e80932eaf7" providerId="ADAL" clId="{AED51D95-8F3A-4905-949C-6A498A67DCDF}" dt="2023-07-31T09:52:52.285" v="3575"/>
          <pc:sldLayoutMkLst>
            <pc:docMk/>
            <pc:sldMasterMk cId="0" sldId="2147483648"/>
            <pc:sldLayoutMk cId="0" sldId="2147483667"/>
          </pc:sldLayoutMkLst>
        </pc:sldLayoutChg>
      </pc:sldMaster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dirty="0"/>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4B3F774C-70F7-4ED4-813C-739E51CF8487}" type="datetimeFigureOut">
              <a:rPr lang="en-US" smtClean="0"/>
              <a:t>11/25/2025</a:t>
            </a:fld>
            <a:endParaRPr lang="en-US" dirty="0"/>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dirty="0"/>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dirty="0"/>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B524A772-5D94-4F12-8B86-44D4FB26368F}" type="slidenum">
              <a:rPr lang="en-US" smtClean="0"/>
              <a:t>‹#›</a:t>
            </a:fld>
            <a:endParaRPr lang="en-US" dirty="0"/>
          </a:p>
        </p:txBody>
      </p:sp>
    </p:spTree>
    <p:extLst>
      <p:ext uri="{BB962C8B-B14F-4D97-AF65-F5344CB8AC3E}">
        <p14:creationId xmlns:p14="http://schemas.microsoft.com/office/powerpoint/2010/main" val="268842030"/>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grpSp>
        <p:nvGrpSpPr>
          <p:cNvPr id="19" name="Group 18"/>
          <p:cNvGrpSpPr/>
          <p:nvPr/>
        </p:nvGrpSpPr>
        <p:grpSpPr>
          <a:xfrm>
            <a:off x="546100" y="-4763"/>
            <a:ext cx="5014912" cy="6862763"/>
            <a:chOff x="2928938" y="-4763"/>
            <a:chExt cx="5014912" cy="6862763"/>
          </a:xfrm>
        </p:grpSpPr>
        <p:sp>
          <p:nvSpPr>
            <p:cNvPr id="22" name="Freeform 6"/>
            <p:cNvSpPr/>
            <p:nvPr/>
          </p:nvSpPr>
          <p:spPr bwMode="auto">
            <a:xfrm>
              <a:off x="3367088" y="-4763"/>
              <a:ext cx="1063625" cy="2782888"/>
            </a:xfrm>
            <a:custGeom>
              <a:avLst/>
              <a:gdLst/>
              <a:ahLst/>
              <a:cxnLst/>
              <a:rect l="0" t="0" r="r" b="b"/>
              <a:pathLst>
                <a:path w="670" h="1753">
                  <a:moveTo>
                    <a:pt x="0" y="1696"/>
                  </a:moveTo>
                  <a:lnTo>
                    <a:pt x="225" y="1753"/>
                  </a:lnTo>
                  <a:lnTo>
                    <a:pt x="670" y="0"/>
                  </a:lnTo>
                  <a:lnTo>
                    <a:pt x="430" y="0"/>
                  </a:lnTo>
                  <a:lnTo>
                    <a:pt x="0" y="1696"/>
                  </a:lnTo>
                  <a:close/>
                </a:path>
              </a:pathLst>
            </a:custGeom>
            <a:solidFill>
              <a:schemeClr val="accent1"/>
            </a:solidFill>
            <a:ln>
              <a:noFill/>
            </a:ln>
          </p:spPr>
          <p:txBody>
            <a:bodyPr/>
            <a:lstStyle/>
            <a:p>
              <a:endParaRPr lang="en-IN"/>
            </a:p>
          </p:txBody>
        </p:sp>
        <p:sp>
          <p:nvSpPr>
            <p:cNvPr id="23" name="Freeform 7"/>
            <p:cNvSpPr/>
            <p:nvPr/>
          </p:nvSpPr>
          <p:spPr bwMode="auto">
            <a:xfrm>
              <a:off x="2928938" y="-4763"/>
              <a:ext cx="1035050" cy="2673350"/>
            </a:xfrm>
            <a:custGeom>
              <a:avLst/>
              <a:gdLst/>
              <a:ahLst/>
              <a:cxnLst/>
              <a:rect l="0" t="0" r="r" b="b"/>
              <a:pathLst>
                <a:path w="652" h="1684">
                  <a:moveTo>
                    <a:pt x="225" y="1684"/>
                  </a:moveTo>
                  <a:lnTo>
                    <a:pt x="652" y="0"/>
                  </a:lnTo>
                  <a:lnTo>
                    <a:pt x="411" y="0"/>
                  </a:lnTo>
                  <a:lnTo>
                    <a:pt x="0" y="1627"/>
                  </a:lnTo>
                  <a:lnTo>
                    <a:pt x="219" y="1681"/>
                  </a:lnTo>
                  <a:lnTo>
                    <a:pt x="225" y="1684"/>
                  </a:lnTo>
                  <a:close/>
                </a:path>
              </a:pathLst>
            </a:custGeom>
            <a:solidFill>
              <a:schemeClr val="tx1">
                <a:lumMod val="65000"/>
                <a:lumOff val="35000"/>
              </a:schemeClr>
            </a:solidFill>
            <a:ln>
              <a:noFill/>
            </a:ln>
          </p:spPr>
          <p:txBody>
            <a:bodyPr/>
            <a:lstStyle/>
            <a:p>
              <a:endParaRPr lang="en-IN"/>
            </a:p>
          </p:txBody>
        </p:sp>
        <p:sp>
          <p:nvSpPr>
            <p:cNvPr id="24" name="Freeform 9"/>
            <p:cNvSpPr/>
            <p:nvPr/>
          </p:nvSpPr>
          <p:spPr bwMode="auto">
            <a:xfrm>
              <a:off x="2928938" y="2582862"/>
              <a:ext cx="2693987" cy="4275138"/>
            </a:xfrm>
            <a:custGeom>
              <a:avLst/>
              <a:gdLst/>
              <a:ahLst/>
              <a:cxnLst/>
              <a:rect l="0" t="0" r="r" b="b"/>
              <a:pathLst>
                <a:path w="1697" h="2693">
                  <a:moveTo>
                    <a:pt x="0" y="0"/>
                  </a:moveTo>
                  <a:lnTo>
                    <a:pt x="1622" y="2693"/>
                  </a:lnTo>
                  <a:lnTo>
                    <a:pt x="1697" y="2693"/>
                  </a:lnTo>
                  <a:lnTo>
                    <a:pt x="0" y="0"/>
                  </a:lnTo>
                  <a:close/>
                </a:path>
              </a:pathLst>
            </a:custGeom>
            <a:solidFill>
              <a:schemeClr val="tx1">
                <a:lumMod val="85000"/>
                <a:lumOff val="15000"/>
              </a:schemeClr>
            </a:solidFill>
            <a:ln>
              <a:noFill/>
            </a:ln>
          </p:spPr>
          <p:txBody>
            <a:bodyPr/>
            <a:lstStyle/>
            <a:p>
              <a:endParaRPr lang="en-IN"/>
            </a:p>
          </p:txBody>
        </p:sp>
        <p:sp>
          <p:nvSpPr>
            <p:cNvPr id="25" name="Freeform 10"/>
            <p:cNvSpPr/>
            <p:nvPr/>
          </p:nvSpPr>
          <p:spPr bwMode="auto">
            <a:xfrm>
              <a:off x="3371850" y="2692400"/>
              <a:ext cx="3332162" cy="4165600"/>
            </a:xfrm>
            <a:custGeom>
              <a:avLst/>
              <a:gdLst/>
              <a:ahLst/>
              <a:cxnLst/>
              <a:rect l="0" t="0" r="r" b="b"/>
              <a:pathLst>
                <a:path w="2099" h="2624">
                  <a:moveTo>
                    <a:pt x="2099" y="2624"/>
                  </a:moveTo>
                  <a:lnTo>
                    <a:pt x="0" y="0"/>
                  </a:lnTo>
                  <a:lnTo>
                    <a:pt x="2021" y="2624"/>
                  </a:lnTo>
                  <a:lnTo>
                    <a:pt x="2099" y="2624"/>
                  </a:lnTo>
                  <a:close/>
                </a:path>
              </a:pathLst>
            </a:custGeom>
            <a:solidFill>
              <a:schemeClr val="accent1">
                <a:lumMod val="50000"/>
              </a:schemeClr>
            </a:solidFill>
            <a:ln>
              <a:noFill/>
            </a:ln>
          </p:spPr>
          <p:txBody>
            <a:bodyPr/>
            <a:lstStyle/>
            <a:p>
              <a:endParaRPr lang="en-IN"/>
            </a:p>
          </p:txBody>
        </p:sp>
        <p:sp>
          <p:nvSpPr>
            <p:cNvPr id="26" name="Freeform 11"/>
            <p:cNvSpPr/>
            <p:nvPr/>
          </p:nvSpPr>
          <p:spPr bwMode="auto">
            <a:xfrm>
              <a:off x="3367088" y="2687637"/>
              <a:ext cx="4576762" cy="4170363"/>
            </a:xfrm>
            <a:custGeom>
              <a:avLst/>
              <a:gdLst/>
              <a:ahLst/>
              <a:cxnLst/>
              <a:rect l="0" t="0" r="r" b="b"/>
              <a:pathLst>
                <a:path w="2883" h="2627">
                  <a:moveTo>
                    <a:pt x="0" y="0"/>
                  </a:moveTo>
                  <a:lnTo>
                    <a:pt x="3" y="3"/>
                  </a:lnTo>
                  <a:lnTo>
                    <a:pt x="2102" y="2627"/>
                  </a:lnTo>
                  <a:lnTo>
                    <a:pt x="2883" y="2627"/>
                  </a:lnTo>
                  <a:lnTo>
                    <a:pt x="225" y="57"/>
                  </a:lnTo>
                  <a:lnTo>
                    <a:pt x="0" y="0"/>
                  </a:lnTo>
                  <a:close/>
                </a:path>
              </a:pathLst>
            </a:custGeom>
            <a:solidFill>
              <a:schemeClr val="accent1">
                <a:lumMod val="75000"/>
              </a:schemeClr>
            </a:solidFill>
            <a:ln>
              <a:noFill/>
            </a:ln>
          </p:spPr>
          <p:txBody>
            <a:bodyPr/>
            <a:lstStyle/>
            <a:p>
              <a:endParaRPr lang="en-IN"/>
            </a:p>
          </p:txBody>
        </p:sp>
        <p:sp>
          <p:nvSpPr>
            <p:cNvPr id="27" name="Freeform 12"/>
            <p:cNvSpPr/>
            <p:nvPr/>
          </p:nvSpPr>
          <p:spPr bwMode="auto">
            <a:xfrm>
              <a:off x="2928938" y="2578100"/>
              <a:ext cx="3584575" cy="4279900"/>
            </a:xfrm>
            <a:custGeom>
              <a:avLst/>
              <a:gdLst/>
              <a:ahLst/>
              <a:cxnLst/>
              <a:rect l="0" t="0" r="r" b="b"/>
              <a:pathLst>
                <a:path w="2258" h="2696">
                  <a:moveTo>
                    <a:pt x="2258" y="2696"/>
                  </a:moveTo>
                  <a:lnTo>
                    <a:pt x="264" y="111"/>
                  </a:lnTo>
                  <a:lnTo>
                    <a:pt x="228" y="60"/>
                  </a:lnTo>
                  <a:lnTo>
                    <a:pt x="225" y="57"/>
                  </a:lnTo>
                  <a:lnTo>
                    <a:pt x="0" y="0"/>
                  </a:lnTo>
                  <a:lnTo>
                    <a:pt x="0" y="3"/>
                  </a:lnTo>
                  <a:lnTo>
                    <a:pt x="1697" y="2696"/>
                  </a:lnTo>
                  <a:lnTo>
                    <a:pt x="2258" y="2696"/>
                  </a:lnTo>
                  <a:close/>
                </a:path>
              </a:pathLst>
            </a:custGeom>
            <a:solidFill>
              <a:schemeClr val="tx1">
                <a:lumMod val="75000"/>
                <a:lumOff val="25000"/>
              </a:schemeClr>
            </a:solidFill>
            <a:ln>
              <a:noFill/>
            </a:ln>
          </p:spPr>
          <p:txBody>
            <a:bodyPr/>
            <a:lstStyle/>
            <a:p>
              <a:endParaRPr lang="en-IN"/>
            </a:p>
          </p:txBody>
        </p:sp>
      </p:grpSp>
      <p:sp>
        <p:nvSpPr>
          <p:cNvPr id="2" name="Title 1"/>
          <p:cNvSpPr>
            <a:spLocks noGrp="1"/>
          </p:cNvSpPr>
          <p:nvPr>
            <p:ph type="ctrTitle"/>
          </p:nvPr>
        </p:nvSpPr>
        <p:spPr>
          <a:xfrm>
            <a:off x="2928401" y="1380068"/>
            <a:ext cx="8574622" cy="2616199"/>
          </a:xfrm>
        </p:spPr>
        <p:txBody>
          <a:bodyPr anchor="b">
            <a:normAutofit/>
          </a:bodyPr>
          <a:lstStyle>
            <a:lvl1pPr algn="r">
              <a:defRPr sz="6000">
                <a:effectLst/>
              </a:defRPr>
            </a:lvl1pPr>
          </a:lstStyle>
          <a:p>
            <a:r>
              <a:rPr lang="en-US"/>
              <a:t>Click to edit Master title style</a:t>
            </a:r>
            <a:endParaRPr lang="en-US" dirty="0"/>
          </a:p>
        </p:txBody>
      </p:sp>
      <p:sp>
        <p:nvSpPr>
          <p:cNvPr id="3" name="Subtitle 2"/>
          <p:cNvSpPr>
            <a:spLocks noGrp="1"/>
          </p:cNvSpPr>
          <p:nvPr>
            <p:ph type="subTitle" idx="1"/>
          </p:nvPr>
        </p:nvSpPr>
        <p:spPr>
          <a:xfrm>
            <a:off x="4515377" y="3996267"/>
            <a:ext cx="6987645" cy="1388534"/>
          </a:xfrm>
        </p:spPr>
        <p:txBody>
          <a:bodyPr anchor="t">
            <a:normAutofit/>
          </a:bodyPr>
          <a:lstStyle>
            <a:lvl1pPr marL="0" indent="0" algn="r">
              <a:buNone/>
              <a:defRPr sz="2100">
                <a:solidFill>
                  <a:schemeClr val="tx1"/>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8E488443-9381-4175-872B-039B7D7F1909}" type="datetime4">
              <a:rPr lang="en-US" smtClean="0"/>
              <a:t>November 25, 2025</a:t>
            </a:fld>
            <a:endParaRPr lang="en-US" dirty="0"/>
          </a:p>
        </p:txBody>
      </p:sp>
      <p:sp>
        <p:nvSpPr>
          <p:cNvPr id="5" name="Footer Placeholder 4"/>
          <p:cNvSpPr>
            <a:spLocks noGrp="1"/>
          </p:cNvSpPr>
          <p:nvPr>
            <p:ph type="ftr" sz="quarter" idx="11"/>
          </p:nvPr>
        </p:nvSpPr>
        <p:spPr>
          <a:xfrm>
            <a:off x="5332412" y="5883275"/>
            <a:ext cx="4324044" cy="365125"/>
          </a:xfrm>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mc:AlternateContent xmlns:mc="http://schemas.openxmlformats.org/markup-compatibility/2006" xmlns:p159="http://schemas.microsoft.com/office/powerpoint/2015/09/main">
    <mc:Choice Requires="p159">
      <p:transition>
        <p159:morph option="byObject"/>
      </p:transition>
    </mc:Choice>
    <mc:Fallback xmlns="">
      <p:transition>
        <p:fade/>
      </p:transition>
    </mc:Fallback>
  </mc:AlternateContent>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nchor="ct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AC74635B-DAC2-48C9-B293-D7838FD922A3}" type="datetime4">
              <a:rPr lang="en-US" smtClean="0"/>
              <a:t>November 25, 2025</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a:xfrm>
            <a:off x="10951856" y="5867131"/>
            <a:ext cx="551167" cy="365125"/>
          </a:xfrm>
        </p:spPr>
        <p:txBody>
          <a:bodyPr/>
          <a:lstStyle/>
          <a:p>
            <a:fld id="{D57F1E4F-1CFF-5643-939E-217C01CDF565}" type="slidenum">
              <a:rPr lang="en-US" dirty="0"/>
              <a:pPr/>
              <a:t>‹#›</a:t>
            </a:fld>
            <a:endParaRPr lang="en-US" dirty="0"/>
          </a:p>
        </p:txBody>
      </p:sp>
    </p:spTree>
  </p:cSld>
  <p:clrMapOvr>
    <a:masterClrMapping/>
  </p:clrMapOvr>
  <mc:AlternateContent xmlns:mc="http://schemas.openxmlformats.org/markup-compatibility/2006" xmlns:p159="http://schemas.microsoft.com/office/powerpoint/2015/09/main">
    <mc:Choice Requires="p159">
      <p:transition>
        <p159:morph option="byObject"/>
      </p:transition>
    </mc:Choice>
    <mc:Fallback xmlns="">
      <p:transition>
        <p:fade/>
      </p:transition>
    </mc:Fallback>
  </mc:AlternateContent>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2572279" y="2666999"/>
            <a:ext cx="8930747" cy="2110382"/>
          </a:xfrm>
        </p:spPr>
        <p:txBody>
          <a:bodyPr anchor="b"/>
          <a:lstStyle>
            <a:lvl1pPr algn="r">
              <a:defRPr sz="4000" b="0" cap="none"/>
            </a:lvl1pPr>
          </a:lstStyle>
          <a:p>
            <a:r>
              <a:rPr lang="en-US"/>
              <a:t>Click to edit Master title style</a:t>
            </a:r>
            <a:endParaRPr lang="en-US" dirty="0"/>
          </a:p>
        </p:txBody>
      </p:sp>
      <p:sp>
        <p:nvSpPr>
          <p:cNvPr id="3" name="Text Placeholder 2"/>
          <p:cNvSpPr>
            <a:spLocks noGrp="1"/>
          </p:cNvSpPr>
          <p:nvPr>
            <p:ph type="body" idx="1"/>
          </p:nvPr>
        </p:nvSpPr>
        <p:spPr>
          <a:xfrm>
            <a:off x="2572278" y="4777381"/>
            <a:ext cx="8930748" cy="860400"/>
          </a:xfrm>
        </p:spPr>
        <p:txBody>
          <a:bodyPr anchor="t">
            <a:normAutofit/>
          </a:bodyPr>
          <a:lstStyle>
            <a:lvl1pPr marL="0" indent="0" algn="r">
              <a:buNone/>
              <a:defRPr sz="20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12E74DF3-ADA0-4FA0-9215-C414A5B1816C}" type="datetime4">
              <a:rPr lang="en-US" smtClean="0"/>
              <a:t>November 25, 2025</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mc:AlternateContent xmlns:mc="http://schemas.openxmlformats.org/markup-compatibility/2006" xmlns:p159="http://schemas.microsoft.com/office/powerpoint/2015/09/main">
    <mc:Choice Requires="p159">
      <p:transition>
        <p159:morph option="byObject"/>
      </p:transition>
    </mc:Choice>
    <mc:Fallback xmlns="">
      <p:transition>
        <p:fade/>
      </p:transition>
    </mc:Fallback>
  </mc:AlternateContent>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a:xfrm>
            <a:off x="1484311" y="685800"/>
            <a:ext cx="10018713" cy="1752599"/>
          </a:xfrm>
        </p:spPr>
        <p:txBody>
          <a:bodyPr/>
          <a:lstStyle/>
          <a:p>
            <a:r>
              <a:rPr lang="en-US"/>
              <a:t>Click to edit Master title style</a:t>
            </a:r>
            <a:endParaRPr lang="en-US" dirty="0"/>
          </a:p>
        </p:txBody>
      </p:sp>
      <p:sp>
        <p:nvSpPr>
          <p:cNvPr id="3" name="Content Placeholder 2"/>
          <p:cNvSpPr>
            <a:spLocks noGrp="1"/>
          </p:cNvSpPr>
          <p:nvPr>
            <p:ph sz="half" idx="1"/>
          </p:nvPr>
        </p:nvSpPr>
        <p:spPr>
          <a:xfrm>
            <a:off x="1484312" y="2666999"/>
            <a:ext cx="4895055" cy="3124201"/>
          </a:xfrm>
        </p:spPr>
        <p:txBody>
          <a:bodyPr>
            <a:normAutofit/>
          </a:bodyPr>
          <a:lstStyle>
            <a:lvl1pPr>
              <a:defRPr sz="1800"/>
            </a:lvl1pPr>
            <a:lvl2pPr>
              <a:defRPr sz="1600"/>
            </a:lvl2pPr>
            <a:lvl3pPr>
              <a:defRPr sz="1400"/>
            </a:lvl3pPr>
            <a:lvl4pPr>
              <a:defRPr sz="1200"/>
            </a:lvl4pPr>
            <a:lvl5pPr>
              <a:defRPr sz="1200"/>
            </a:lvl5pPr>
            <a:lvl6pPr>
              <a:defRPr sz="1200"/>
            </a:lvl6pPr>
            <a:lvl7pPr>
              <a:defRPr sz="1200"/>
            </a:lvl7pPr>
            <a:lvl8pPr>
              <a:defRPr sz="1200"/>
            </a:lvl8pPr>
            <a:lvl9pPr>
              <a:defRPr sz="12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6607967" y="2667000"/>
            <a:ext cx="4895056" cy="3124200"/>
          </a:xfrm>
        </p:spPr>
        <p:txBody>
          <a:bodyPr>
            <a:normAutofit/>
          </a:bodyPr>
          <a:lstStyle>
            <a:lvl1pPr>
              <a:defRPr sz="1800"/>
            </a:lvl1pPr>
            <a:lvl2pPr>
              <a:defRPr sz="1600"/>
            </a:lvl2pPr>
            <a:lvl3pPr>
              <a:defRPr sz="1400"/>
            </a:lvl3pPr>
            <a:lvl4pPr>
              <a:defRPr sz="1200"/>
            </a:lvl4pPr>
            <a:lvl5pPr>
              <a:defRPr sz="1200"/>
            </a:lvl5pPr>
            <a:lvl6pPr>
              <a:defRPr sz="1200"/>
            </a:lvl6pPr>
            <a:lvl7pPr>
              <a:defRPr sz="1200"/>
            </a:lvl7pPr>
            <a:lvl8pPr>
              <a:defRPr sz="1200"/>
            </a:lvl8pPr>
            <a:lvl9pPr>
              <a:defRPr sz="12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30887AAA-3E5E-4FA2-B743-3863AE454536}" type="datetime4">
              <a:rPr lang="en-US" smtClean="0"/>
              <a:t>November 25, 2025</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mc:AlternateContent xmlns:mc="http://schemas.openxmlformats.org/markup-compatibility/2006" xmlns:p159="http://schemas.microsoft.com/office/powerpoint/2015/09/main">
    <mc:Choice Requires="p159">
      <p:transition>
        <p159:morph option="byObject"/>
      </p:transition>
    </mc:Choice>
    <mc:Fallback xmlns="">
      <p:transition>
        <p:fade/>
      </p:transition>
    </mc:Fallback>
  </mc:AlternateContent>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endParaRPr lang="en-US" dirty="0"/>
          </a:p>
        </p:txBody>
      </p:sp>
      <p:sp>
        <p:nvSpPr>
          <p:cNvPr id="3" name="Text Placeholder 2"/>
          <p:cNvSpPr>
            <a:spLocks noGrp="1"/>
          </p:cNvSpPr>
          <p:nvPr>
            <p:ph type="body" idx="1"/>
          </p:nvPr>
        </p:nvSpPr>
        <p:spPr>
          <a:xfrm>
            <a:off x="1772179" y="2658533"/>
            <a:ext cx="4607188" cy="576262"/>
          </a:xfrm>
        </p:spPr>
        <p:txBody>
          <a:bodyPr anchor="b">
            <a:noAutofit/>
          </a:bodyPr>
          <a:lstStyle>
            <a:lvl1pPr marL="0" indent="0">
              <a:buNone/>
              <a:defRPr sz="2800" b="0">
                <a:solidFill>
                  <a:schemeClr val="accent1">
                    <a:lumMod val="75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1484311" y="3335337"/>
            <a:ext cx="4895056" cy="2455862"/>
          </a:xfrm>
        </p:spPr>
        <p:txBody>
          <a:bodyPr anchor="t">
            <a:normAutofit/>
          </a:bodyPr>
          <a:lstStyle>
            <a:lvl1pPr>
              <a:defRPr sz="1800"/>
            </a:lvl1pPr>
            <a:lvl2pPr>
              <a:defRPr sz="1600"/>
            </a:lvl2pPr>
            <a:lvl3pPr>
              <a:defRPr sz="1400"/>
            </a:lvl3pPr>
            <a:lvl4pPr>
              <a:defRPr sz="1200"/>
            </a:lvl4pPr>
            <a:lvl5pPr>
              <a:defRPr sz="1200"/>
            </a:lvl5pPr>
            <a:lvl6pPr>
              <a:defRPr sz="1200"/>
            </a:lvl6pPr>
            <a:lvl7pPr>
              <a:defRPr sz="1200"/>
            </a:lvl7pPr>
            <a:lvl8pPr>
              <a:defRPr sz="1200"/>
            </a:lvl8pPr>
            <a:lvl9pPr>
              <a:defRPr sz="12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6880487" y="2667000"/>
            <a:ext cx="4622537" cy="576262"/>
          </a:xfrm>
        </p:spPr>
        <p:txBody>
          <a:bodyPr anchor="b">
            <a:noAutofit/>
          </a:bodyPr>
          <a:lstStyle>
            <a:lvl1pPr marL="0" indent="0">
              <a:buNone/>
              <a:defRPr sz="2800" b="0">
                <a:solidFill>
                  <a:schemeClr val="accent1">
                    <a:lumMod val="75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607967" y="3335337"/>
            <a:ext cx="4895056" cy="2455862"/>
          </a:xfrm>
        </p:spPr>
        <p:txBody>
          <a:bodyPr anchor="t">
            <a:normAutofit/>
          </a:bodyPr>
          <a:lstStyle>
            <a:lvl1pPr>
              <a:defRPr sz="1800"/>
            </a:lvl1pPr>
            <a:lvl2pPr>
              <a:defRPr sz="1600"/>
            </a:lvl2pPr>
            <a:lvl3pPr>
              <a:defRPr sz="1400"/>
            </a:lvl3pPr>
            <a:lvl4pPr>
              <a:defRPr sz="1200"/>
            </a:lvl4pPr>
            <a:lvl5pPr>
              <a:defRPr sz="1200"/>
            </a:lvl5pPr>
            <a:lvl6pPr>
              <a:defRPr sz="1200"/>
            </a:lvl6pPr>
            <a:lvl7pPr>
              <a:defRPr sz="1200"/>
            </a:lvl7pPr>
            <a:lvl8pPr>
              <a:defRPr sz="1200"/>
            </a:lvl8pPr>
            <a:lvl9pPr>
              <a:defRPr sz="12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D967BA7B-6841-4E5F-8D29-BF9F6F27376B}" type="datetime4">
              <a:rPr lang="en-US" smtClean="0"/>
              <a:t>November 25, 2025</a:t>
            </a:fld>
            <a:endParaRPr lang="en-US" dirty="0"/>
          </a:p>
        </p:txBody>
      </p:sp>
      <p:sp>
        <p:nvSpPr>
          <p:cNvPr id="8" name="Footer Placeholder 7"/>
          <p:cNvSpPr>
            <a:spLocks noGrp="1"/>
          </p:cNvSpPr>
          <p:nvPr>
            <p:ph type="ftr" sz="quarter" idx="11"/>
          </p:nvPr>
        </p:nvSpPr>
        <p:spPr/>
        <p:txBody>
          <a:bodyPr/>
          <a:lstStyle/>
          <a:p>
            <a:endParaRPr lang="en-US" dirty="0"/>
          </a:p>
        </p:txBody>
      </p:sp>
      <p:sp>
        <p:nvSpPr>
          <p:cNvPr id="9" name="Slide Number Placeholder 8"/>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mc:AlternateContent xmlns:mc="http://schemas.openxmlformats.org/markup-compatibility/2006" xmlns:p159="http://schemas.microsoft.com/office/powerpoint/2015/09/main">
    <mc:Choice Requires="p159">
      <p:transition>
        <p159:morph option="byObject"/>
      </p:transition>
    </mc:Choice>
    <mc:Fallback xmlns="">
      <p:transition>
        <p:fade/>
      </p:transition>
    </mc:Fallback>
  </mc:AlternateContent>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B486505F-52B4-4B4E-B6D7-B30F4E47F40A}" type="datetime4">
              <a:rPr lang="en-US" smtClean="0"/>
              <a:t>November 25, 2025</a:t>
            </a:fld>
            <a:endParaRPr lang="en-US" dirty="0"/>
          </a:p>
        </p:txBody>
      </p:sp>
      <p:sp>
        <p:nvSpPr>
          <p:cNvPr id="4" name="Footer Placeholder 3"/>
          <p:cNvSpPr>
            <a:spLocks noGrp="1"/>
          </p:cNvSpPr>
          <p:nvPr>
            <p:ph type="ftr" sz="quarter" idx="11"/>
          </p:nvPr>
        </p:nvSpPr>
        <p:spPr/>
        <p:txBody>
          <a:bodyPr/>
          <a:lstStyle/>
          <a:p>
            <a:endParaRPr lang="en-US" dirty="0"/>
          </a:p>
        </p:txBody>
      </p:sp>
      <p:sp>
        <p:nvSpPr>
          <p:cNvPr id="5" name="Slide Number Placeholder 4"/>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mc:AlternateContent xmlns:mc="http://schemas.openxmlformats.org/markup-compatibility/2006" xmlns:p159="http://schemas.microsoft.com/office/powerpoint/2015/09/main">
    <mc:Choice Requires="p159">
      <p:transition>
        <p159:morph option="byObject"/>
      </p:transition>
    </mc:Choice>
    <mc:Fallback xmlns="">
      <p:transition>
        <p:fade/>
      </p:transition>
    </mc:Fallback>
  </mc:AlternateContent>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D9730EB6-67A3-4F48-8A9B-C3AFBD7E6B8A}" type="datetime4">
              <a:rPr lang="en-US" smtClean="0"/>
              <a:t>November 25, 2025</a:t>
            </a:fld>
            <a:endParaRPr lang="en-US" dirty="0"/>
          </a:p>
        </p:txBody>
      </p:sp>
      <p:sp>
        <p:nvSpPr>
          <p:cNvPr id="3" name="Footer Placeholder 2"/>
          <p:cNvSpPr>
            <a:spLocks noGrp="1"/>
          </p:cNvSpPr>
          <p:nvPr>
            <p:ph type="ftr" sz="quarter" idx="11"/>
          </p:nvPr>
        </p:nvSpPr>
        <p:spPr/>
        <p:txBody>
          <a:bodyPr/>
          <a:lstStyle/>
          <a:p>
            <a:endParaRPr lang="en-US" dirty="0"/>
          </a:p>
        </p:txBody>
      </p:sp>
      <p:sp>
        <p:nvSpPr>
          <p:cNvPr id="4" name="Slide Number Placeholder 3"/>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mc:AlternateContent xmlns:mc="http://schemas.openxmlformats.org/markup-compatibility/2006" xmlns:p159="http://schemas.microsoft.com/office/powerpoint/2015/09/main">
    <mc:Choice Requires="p159">
      <p:transition>
        <p159:morph option="byObject"/>
      </p:transition>
    </mc:Choice>
    <mc:Fallback xmlns="">
      <p:transition>
        <p:fade/>
      </p:transition>
    </mc:Fallback>
  </mc:AlternateContent>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484312" y="1600200"/>
            <a:ext cx="3549121" cy="1371600"/>
          </a:xfrm>
        </p:spPr>
        <p:txBody>
          <a:bodyPr anchor="b">
            <a:normAutofit/>
          </a:bodyPr>
          <a:lstStyle>
            <a:lvl1pPr algn="ctr">
              <a:defRPr sz="2400" b="0"/>
            </a:lvl1pPr>
          </a:lstStyle>
          <a:p>
            <a:r>
              <a:rPr lang="en-US"/>
              <a:t>Click to edit Master title style</a:t>
            </a:r>
            <a:endParaRPr lang="en-US" dirty="0"/>
          </a:p>
        </p:txBody>
      </p:sp>
      <p:sp>
        <p:nvSpPr>
          <p:cNvPr id="3" name="Content Placeholder 2"/>
          <p:cNvSpPr>
            <a:spLocks noGrp="1"/>
          </p:cNvSpPr>
          <p:nvPr>
            <p:ph idx="1"/>
          </p:nvPr>
        </p:nvSpPr>
        <p:spPr>
          <a:xfrm>
            <a:off x="5262033" y="685799"/>
            <a:ext cx="6240990" cy="5105401"/>
          </a:xfrm>
        </p:spPr>
        <p:txBody>
          <a:bodyPr anchor="ctr">
            <a:normAutofit/>
          </a:bodyPr>
          <a:lstStyle>
            <a:lvl1pPr>
              <a:defRPr sz="2000"/>
            </a:lvl1pPr>
            <a:lvl2pPr>
              <a:defRPr sz="1800"/>
            </a:lvl2pPr>
            <a:lvl3pPr>
              <a:defRPr sz="1600"/>
            </a:lvl3pPr>
            <a:lvl4pPr>
              <a:defRPr sz="1400"/>
            </a:lvl4pPr>
            <a:lvl5pPr>
              <a:defRPr sz="1400"/>
            </a:lvl5pPr>
            <a:lvl6pPr>
              <a:defRPr sz="1400"/>
            </a:lvl6pPr>
            <a:lvl7pPr>
              <a:defRPr sz="1400"/>
            </a:lvl7pPr>
            <a:lvl8pPr>
              <a:defRPr sz="1400"/>
            </a:lvl8pPr>
            <a:lvl9pPr>
              <a:defRPr sz="14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1484312" y="2971800"/>
            <a:ext cx="3549121" cy="1828800"/>
          </a:xfrm>
        </p:spPr>
        <p:txBody>
          <a:bodyPr>
            <a:normAutofit/>
          </a:bodyPr>
          <a:lstStyle>
            <a:lvl1pPr marL="0" indent="0" algn="ctr">
              <a:buNone/>
              <a:defRPr sz="16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85B1A8E0-3139-4197-94AE-1A77A58DB9BF}" type="datetime4">
              <a:rPr lang="en-US" smtClean="0"/>
              <a:t>November 25, 2025</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mc:AlternateContent xmlns:mc="http://schemas.openxmlformats.org/markup-compatibility/2006" xmlns:p159="http://schemas.microsoft.com/office/powerpoint/2015/09/main">
    <mc:Choice Requires="p159">
      <p:transition>
        <p159:morph option="byObject"/>
      </p:transition>
    </mc:Choice>
    <mc:Fallback xmlns="">
      <p:transition>
        <p:fade/>
      </p:transition>
    </mc:Fallback>
  </mc:AlternateContent>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482724" y="1752599"/>
            <a:ext cx="5426158" cy="1371600"/>
          </a:xfrm>
        </p:spPr>
        <p:txBody>
          <a:bodyPr anchor="b">
            <a:normAutofit/>
          </a:bodyPr>
          <a:lstStyle>
            <a:lvl1pPr algn="ctr">
              <a:defRPr sz="2800" b="0"/>
            </a:lvl1pPr>
          </a:lstStyle>
          <a:p>
            <a:r>
              <a:rPr lang="en-US"/>
              <a:t>Click to edit Master title style</a:t>
            </a:r>
            <a:endParaRPr lang="en-US" dirty="0"/>
          </a:p>
        </p:txBody>
      </p:sp>
      <p:sp>
        <p:nvSpPr>
          <p:cNvPr id="14" name="Picture Placeholder 2"/>
          <p:cNvSpPr>
            <a:spLocks noGrp="1" noChangeAspect="1"/>
          </p:cNvSpPr>
          <p:nvPr>
            <p:ph type="pic" idx="1"/>
          </p:nvPr>
        </p:nvSpPr>
        <p:spPr>
          <a:xfrm>
            <a:off x="7594682" y="914400"/>
            <a:ext cx="3280974" cy="4572000"/>
          </a:xfrm>
          <a:prstGeom prst="roundRect">
            <a:avLst>
              <a:gd name="adj" fmla="val 4280"/>
            </a:avLst>
          </a:prstGeom>
          <a:ln w="38100">
            <a:gradFill flip="none" rotWithShape="1">
              <a:gsLst>
                <a:gs pos="0">
                  <a:schemeClr val="bg2"/>
                </a:gs>
                <a:gs pos="100000">
                  <a:schemeClr val="bg2">
                    <a:lumMod val="75000"/>
                  </a:schemeClr>
                </a:gs>
              </a:gsLst>
              <a:lin ang="5400000" scaled="0"/>
              <a:tileRect/>
            </a:gradFill>
          </a:ln>
          <a:effectLst>
            <a:innerShdw blurRad="57150" dist="38100" dir="14460000">
              <a:srgbClr val="000000">
                <a:alpha val="70000"/>
              </a:srgbClr>
            </a:inn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4" name="Text Placeholder 3"/>
          <p:cNvSpPr>
            <a:spLocks noGrp="1"/>
          </p:cNvSpPr>
          <p:nvPr>
            <p:ph type="body" sz="half" idx="2"/>
          </p:nvPr>
        </p:nvSpPr>
        <p:spPr>
          <a:xfrm>
            <a:off x="1482724" y="3124199"/>
            <a:ext cx="5426158" cy="1828800"/>
          </a:xfrm>
        </p:spPr>
        <p:txBody>
          <a:bodyPr>
            <a:normAutofit/>
          </a:bodyPr>
          <a:lstStyle>
            <a:lvl1pPr marL="0" indent="0" algn="ctr">
              <a:buNone/>
              <a:defRPr sz="18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FFD6D779-B675-49F8-9507-9E6D0F5BB66D}" type="datetime4">
              <a:rPr lang="en-US" smtClean="0"/>
              <a:t>November 25, 2025</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mc:AlternateContent xmlns:mc="http://schemas.openxmlformats.org/markup-compatibility/2006" xmlns:p159="http://schemas.microsoft.com/office/powerpoint/2015/09/main">
    <mc:Choice Requires="p159">
      <p:transition>
        <p159:morph option="byObject"/>
      </p:transition>
    </mc:Choice>
    <mc:Fallback xmlns="">
      <p:transition>
        <p:fade/>
      </p:transition>
    </mc:Fallback>
  </mc:AlternateContent>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Panoramic 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484311" y="4732865"/>
            <a:ext cx="10018711" cy="566738"/>
          </a:xfrm>
        </p:spPr>
        <p:txBody>
          <a:bodyPr anchor="b">
            <a:normAutofit/>
          </a:bodyPr>
          <a:lstStyle>
            <a:lvl1pPr algn="ctr">
              <a:defRPr sz="2400" b="0"/>
            </a:lvl1pPr>
          </a:lstStyle>
          <a:p>
            <a:r>
              <a:rPr lang="en-US"/>
              <a:t>Click to edit Master title style</a:t>
            </a:r>
            <a:endParaRPr lang="en-US" dirty="0"/>
          </a:p>
        </p:txBody>
      </p:sp>
      <p:sp>
        <p:nvSpPr>
          <p:cNvPr id="3" name="Picture Placeholder 2"/>
          <p:cNvSpPr>
            <a:spLocks noGrp="1" noChangeAspect="1"/>
          </p:cNvSpPr>
          <p:nvPr>
            <p:ph type="pic" idx="1"/>
          </p:nvPr>
        </p:nvSpPr>
        <p:spPr>
          <a:xfrm>
            <a:off x="2386012" y="932112"/>
            <a:ext cx="8225944" cy="3164976"/>
          </a:xfrm>
          <a:prstGeom prst="roundRect">
            <a:avLst>
              <a:gd name="adj" fmla="val 4380"/>
            </a:avLst>
          </a:prstGeom>
          <a:ln w="38100">
            <a:gradFill flip="none" rotWithShape="1">
              <a:gsLst>
                <a:gs pos="0">
                  <a:schemeClr val="bg2"/>
                </a:gs>
                <a:gs pos="100000">
                  <a:schemeClr val="bg2">
                    <a:lumMod val="75000"/>
                  </a:schemeClr>
                </a:gs>
              </a:gsLst>
              <a:lin ang="5400000" scaled="0"/>
              <a:tileRect/>
            </a:gradFill>
          </a:ln>
          <a:effectLst>
            <a:innerShdw blurRad="57150" dist="38100" dir="14460000">
              <a:srgbClr val="000000">
                <a:alpha val="70000"/>
              </a:srgbClr>
            </a:inn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4" name="Text Placeholder 3"/>
          <p:cNvSpPr>
            <a:spLocks noGrp="1"/>
          </p:cNvSpPr>
          <p:nvPr>
            <p:ph type="body" sz="half" idx="2"/>
          </p:nvPr>
        </p:nvSpPr>
        <p:spPr>
          <a:xfrm>
            <a:off x="1484311" y="5299603"/>
            <a:ext cx="10018711" cy="493712"/>
          </a:xfrm>
        </p:spPr>
        <p:txBody>
          <a:bodyPr>
            <a:normAutofit/>
          </a:bodyPr>
          <a:lstStyle>
            <a:lvl1pPr marL="0" indent="0" algn="ctr">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13ED5676-B180-4927-B9A1-D182412B6735}" type="datetime4">
              <a:rPr lang="en-US" smtClean="0"/>
              <a:t>November 25, 2025</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mc:AlternateContent xmlns:mc="http://schemas.openxmlformats.org/markup-compatibility/2006" xmlns:p159="http://schemas.microsoft.com/office/powerpoint/2015/09/main">
    <mc:Choice Requires="p159">
      <p:transition>
        <p159:morph option="byObject"/>
      </p:transition>
    </mc:Choice>
    <mc:Fallback xmlns="">
      <p:transition>
        <p:fade/>
      </p:transition>
    </mc:Fallback>
  </mc:AlternateContent>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Title and Caption">
    <p:spTree>
      <p:nvGrpSpPr>
        <p:cNvPr id="1" name=""/>
        <p:cNvGrpSpPr/>
        <p:nvPr/>
      </p:nvGrpSpPr>
      <p:grpSpPr>
        <a:xfrm>
          <a:off x="0" y="0"/>
          <a:ext cx="0" cy="0"/>
          <a:chOff x="0" y="0"/>
          <a:chExt cx="0" cy="0"/>
        </a:xfrm>
      </p:grpSpPr>
      <p:sp>
        <p:nvSpPr>
          <p:cNvPr id="2" name="Title 1"/>
          <p:cNvSpPr>
            <a:spLocks noGrp="1"/>
          </p:cNvSpPr>
          <p:nvPr>
            <p:ph type="title"/>
          </p:nvPr>
        </p:nvSpPr>
        <p:spPr>
          <a:xfrm>
            <a:off x="1484312" y="685800"/>
            <a:ext cx="10018711" cy="3048000"/>
          </a:xfrm>
        </p:spPr>
        <p:txBody>
          <a:bodyPr anchor="ctr">
            <a:normAutofit/>
          </a:bodyPr>
          <a:lstStyle>
            <a:lvl1pPr algn="ctr">
              <a:defRPr sz="3200" b="0" cap="none"/>
            </a:lvl1pPr>
          </a:lstStyle>
          <a:p>
            <a:r>
              <a:rPr lang="en-US"/>
              <a:t>Click to edit Master title style</a:t>
            </a:r>
            <a:endParaRPr lang="en-US" dirty="0"/>
          </a:p>
        </p:txBody>
      </p:sp>
      <p:sp>
        <p:nvSpPr>
          <p:cNvPr id="3" name="Text Placeholder 2"/>
          <p:cNvSpPr>
            <a:spLocks noGrp="1"/>
          </p:cNvSpPr>
          <p:nvPr>
            <p:ph type="body" idx="1"/>
          </p:nvPr>
        </p:nvSpPr>
        <p:spPr>
          <a:xfrm>
            <a:off x="1484312" y="4343400"/>
            <a:ext cx="10018713" cy="1447800"/>
          </a:xfrm>
        </p:spPr>
        <p:txBody>
          <a:bodyPr anchor="ctr">
            <a:normAutofit/>
          </a:bodyPr>
          <a:lstStyle>
            <a:lvl1pPr marL="0" indent="0" algn="ctr">
              <a:buNone/>
              <a:defRPr sz="20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573E09B9-0289-4444-84AE-D56F1C1C1FD1}" type="datetime4">
              <a:rPr lang="en-US" smtClean="0"/>
              <a:t>November 25, 2025</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mc:AlternateContent xmlns:mc="http://schemas.openxmlformats.org/markup-compatibility/2006" xmlns:p159="http://schemas.microsoft.com/office/powerpoint/2015/09/main">
    <mc:Choice Requires="p159">
      <p:transition>
        <p159:morph option="byObject"/>
      </p:transition>
    </mc:Choice>
    <mc:Fallback xmlns="">
      <p:transition>
        <p:fade/>
      </p:transition>
    </mc:Fallback>
  </mc:AlternateContent>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Quote with Caption">
    <p:spTree>
      <p:nvGrpSpPr>
        <p:cNvPr id="1" name=""/>
        <p:cNvGrpSpPr/>
        <p:nvPr/>
      </p:nvGrpSpPr>
      <p:grpSpPr>
        <a:xfrm>
          <a:off x="0" y="0"/>
          <a:ext cx="0" cy="0"/>
          <a:chOff x="0" y="0"/>
          <a:chExt cx="0" cy="0"/>
        </a:xfrm>
      </p:grpSpPr>
      <p:sp>
        <p:nvSpPr>
          <p:cNvPr id="14" name="TextBox 13"/>
          <p:cNvSpPr txBox="1"/>
          <p:nvPr/>
        </p:nvSpPr>
        <p:spPr>
          <a:xfrm>
            <a:off x="1598612" y="863023"/>
            <a:ext cx="609600" cy="584776"/>
          </a:xfrm>
          <a:prstGeom prst="rect">
            <a:avLst/>
          </a:prstGeom>
        </p:spPr>
        <p:txBody>
          <a:bodyPr vert="horz" lIns="91440" tIns="45720" rIns="91440" bIns="45720" rtlCol="0" anchor="ctr">
            <a:noAutofit/>
          </a:bodyPr>
          <a:lstStyle>
            <a:lvl1pPr>
              <a:spcBef>
                <a:spcPct val="0"/>
              </a:spcBef>
              <a:buNone/>
              <a:defRPr sz="3200" b="0" cap="all">
                <a:ln w="3175" cmpd="sng">
                  <a:noFill/>
                </a:ln>
                <a:effectLst>
                  <a:glow rad="38100">
                    <a:schemeClr val="bg1">
                      <a:lumMod val="65000"/>
                      <a:lumOff val="35000"/>
                      <a:alpha val="40000"/>
                    </a:schemeClr>
                  </a:glow>
                  <a:outerShdw blurRad="28575" dist="38100" dir="14040000" algn="tl" rotWithShape="0">
                    <a:srgbClr val="000000">
                      <a:alpha val="25000"/>
                    </a:srgbClr>
                  </a:outerShdw>
                </a:effectLst>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vl6pPr>
              <a:defRPr>
                <a:solidFill>
                  <a:schemeClr val="tx2"/>
                </a:solidFill>
              </a:defRPr>
            </a:lvl6pPr>
            <a:lvl7pPr>
              <a:defRPr>
                <a:solidFill>
                  <a:schemeClr val="tx2"/>
                </a:solidFill>
              </a:defRPr>
            </a:lvl7pPr>
            <a:lvl8pPr>
              <a:defRPr>
                <a:solidFill>
                  <a:schemeClr val="tx2"/>
                </a:solidFill>
              </a:defRPr>
            </a:lvl8pPr>
            <a:lvl9pPr>
              <a:defRPr>
                <a:solidFill>
                  <a:schemeClr val="tx2"/>
                </a:solidFill>
              </a:defRPr>
            </a:lvl9pPr>
          </a:lstStyle>
          <a:p>
            <a:pPr lvl="0"/>
            <a:r>
              <a:rPr lang="en-US" sz="8000" dirty="0">
                <a:solidFill>
                  <a:schemeClr val="tx1"/>
                </a:solidFill>
                <a:effectLst/>
              </a:rPr>
              <a:t>“</a:t>
            </a:r>
          </a:p>
        </p:txBody>
      </p:sp>
      <p:sp>
        <p:nvSpPr>
          <p:cNvPr id="15" name="TextBox 14"/>
          <p:cNvSpPr txBox="1"/>
          <p:nvPr/>
        </p:nvSpPr>
        <p:spPr>
          <a:xfrm>
            <a:off x="10893425" y="2819399"/>
            <a:ext cx="609600" cy="584776"/>
          </a:xfrm>
          <a:prstGeom prst="rect">
            <a:avLst/>
          </a:prstGeom>
        </p:spPr>
        <p:txBody>
          <a:bodyPr vert="horz" lIns="91440" tIns="45720" rIns="91440" bIns="45720" rtlCol="0" anchor="ctr">
            <a:noAutofit/>
          </a:bodyPr>
          <a:lstStyle>
            <a:lvl1pPr>
              <a:spcBef>
                <a:spcPct val="0"/>
              </a:spcBef>
              <a:buNone/>
              <a:defRPr sz="3200" b="0" cap="all">
                <a:ln w="3175" cmpd="sng">
                  <a:noFill/>
                </a:ln>
                <a:effectLst>
                  <a:glow rad="38100">
                    <a:schemeClr val="bg1">
                      <a:lumMod val="65000"/>
                      <a:lumOff val="35000"/>
                      <a:alpha val="40000"/>
                    </a:schemeClr>
                  </a:glow>
                  <a:outerShdw blurRad="28575" dist="38100" dir="14040000" algn="tl" rotWithShape="0">
                    <a:srgbClr val="000000">
                      <a:alpha val="25000"/>
                    </a:srgbClr>
                  </a:outerShdw>
                </a:effectLst>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vl6pPr>
              <a:defRPr>
                <a:solidFill>
                  <a:schemeClr val="tx2"/>
                </a:solidFill>
              </a:defRPr>
            </a:lvl6pPr>
            <a:lvl7pPr>
              <a:defRPr>
                <a:solidFill>
                  <a:schemeClr val="tx2"/>
                </a:solidFill>
              </a:defRPr>
            </a:lvl7pPr>
            <a:lvl8pPr>
              <a:defRPr>
                <a:solidFill>
                  <a:schemeClr val="tx2"/>
                </a:solidFill>
              </a:defRPr>
            </a:lvl8pPr>
            <a:lvl9pPr>
              <a:defRPr>
                <a:solidFill>
                  <a:schemeClr val="tx2"/>
                </a:solidFill>
              </a:defRPr>
            </a:lvl9pPr>
          </a:lstStyle>
          <a:p>
            <a:pPr lvl="0" algn="r"/>
            <a:r>
              <a:rPr lang="en-US" sz="8000" dirty="0">
                <a:solidFill>
                  <a:schemeClr val="tx1"/>
                </a:solidFill>
                <a:effectLst/>
              </a:rPr>
              <a:t>”</a:t>
            </a:r>
          </a:p>
        </p:txBody>
      </p:sp>
      <p:sp>
        <p:nvSpPr>
          <p:cNvPr id="2" name="Title 1"/>
          <p:cNvSpPr>
            <a:spLocks noGrp="1"/>
          </p:cNvSpPr>
          <p:nvPr>
            <p:ph type="title"/>
          </p:nvPr>
        </p:nvSpPr>
        <p:spPr>
          <a:xfrm>
            <a:off x="2208212" y="685800"/>
            <a:ext cx="8990012" cy="2743199"/>
          </a:xfrm>
        </p:spPr>
        <p:txBody>
          <a:bodyPr anchor="ctr">
            <a:normAutofit/>
          </a:bodyPr>
          <a:lstStyle>
            <a:lvl1pPr algn="ctr">
              <a:defRPr sz="3200" b="0" cap="none">
                <a:solidFill>
                  <a:schemeClr val="tx1"/>
                </a:solidFill>
              </a:defRPr>
            </a:lvl1pPr>
          </a:lstStyle>
          <a:p>
            <a:r>
              <a:rPr lang="en-US"/>
              <a:t>Click to edit Master title style</a:t>
            </a:r>
            <a:endParaRPr lang="en-US" dirty="0"/>
          </a:p>
        </p:txBody>
      </p:sp>
      <p:sp>
        <p:nvSpPr>
          <p:cNvPr id="10" name="Text Placeholder 9"/>
          <p:cNvSpPr>
            <a:spLocks noGrp="1"/>
          </p:cNvSpPr>
          <p:nvPr>
            <p:ph type="body" sz="quarter" idx="13"/>
          </p:nvPr>
        </p:nvSpPr>
        <p:spPr>
          <a:xfrm>
            <a:off x="2436811" y="3428999"/>
            <a:ext cx="8532815" cy="381000"/>
          </a:xfrm>
        </p:spPr>
        <p:txBody>
          <a:bodyPr anchor="ctr">
            <a:normAutofit/>
          </a:bodyPr>
          <a:lstStyle>
            <a:lvl1pPr marL="0" indent="0">
              <a:buFontTx/>
              <a:buNone/>
              <a:defRPr sz="1800"/>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p>
        </p:txBody>
      </p:sp>
      <p:sp>
        <p:nvSpPr>
          <p:cNvPr id="3" name="Text Placeholder 2"/>
          <p:cNvSpPr>
            <a:spLocks noGrp="1"/>
          </p:cNvSpPr>
          <p:nvPr>
            <p:ph type="body" idx="1"/>
          </p:nvPr>
        </p:nvSpPr>
        <p:spPr>
          <a:xfrm>
            <a:off x="1484311" y="4343400"/>
            <a:ext cx="10018711" cy="1447800"/>
          </a:xfrm>
        </p:spPr>
        <p:txBody>
          <a:bodyPr anchor="ctr">
            <a:normAutofit/>
          </a:bodyPr>
          <a:lstStyle>
            <a:lvl1pPr marL="0" indent="0" algn="ctr">
              <a:buNone/>
              <a:defRPr sz="20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4AE5ACBE-9878-4DA7-B0C3-3DFC480AFA6E}" type="datetime4">
              <a:rPr lang="en-US" smtClean="0"/>
              <a:t>November 25, 2025</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mc:AlternateContent xmlns:mc="http://schemas.openxmlformats.org/markup-compatibility/2006" xmlns:p159="http://schemas.microsoft.com/office/powerpoint/2015/09/main">
    <mc:Choice Requires="p159">
      <p:transition>
        <p159:morph option="byObject"/>
      </p:transition>
    </mc:Choice>
    <mc:Fallback xmlns="">
      <p:transition>
        <p:fade/>
      </p:transition>
    </mc:Fallback>
  </mc:AlternateContent>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Name Card">
    <p:spTree>
      <p:nvGrpSpPr>
        <p:cNvPr id="1" name=""/>
        <p:cNvGrpSpPr/>
        <p:nvPr/>
      </p:nvGrpSpPr>
      <p:grpSpPr>
        <a:xfrm>
          <a:off x="0" y="0"/>
          <a:ext cx="0" cy="0"/>
          <a:chOff x="0" y="0"/>
          <a:chExt cx="0" cy="0"/>
        </a:xfrm>
      </p:grpSpPr>
      <p:sp>
        <p:nvSpPr>
          <p:cNvPr id="2" name="Title 1"/>
          <p:cNvSpPr>
            <a:spLocks noGrp="1"/>
          </p:cNvSpPr>
          <p:nvPr>
            <p:ph type="title"/>
          </p:nvPr>
        </p:nvSpPr>
        <p:spPr>
          <a:xfrm>
            <a:off x="1484313" y="3308581"/>
            <a:ext cx="10018709" cy="1468800"/>
          </a:xfrm>
        </p:spPr>
        <p:txBody>
          <a:bodyPr anchor="b">
            <a:normAutofit/>
          </a:bodyPr>
          <a:lstStyle>
            <a:lvl1pPr algn="r">
              <a:defRPr sz="3200" b="0" cap="none"/>
            </a:lvl1pPr>
          </a:lstStyle>
          <a:p>
            <a:r>
              <a:rPr lang="en-US"/>
              <a:t>Click to edit Master title style</a:t>
            </a:r>
            <a:endParaRPr lang="en-US" dirty="0"/>
          </a:p>
        </p:txBody>
      </p:sp>
      <p:sp>
        <p:nvSpPr>
          <p:cNvPr id="3" name="Text Placeholder 2"/>
          <p:cNvSpPr>
            <a:spLocks noGrp="1"/>
          </p:cNvSpPr>
          <p:nvPr>
            <p:ph type="body" idx="1"/>
          </p:nvPr>
        </p:nvSpPr>
        <p:spPr>
          <a:xfrm>
            <a:off x="1484312" y="4777381"/>
            <a:ext cx="10018710" cy="860400"/>
          </a:xfrm>
        </p:spPr>
        <p:txBody>
          <a:bodyPr anchor="t">
            <a:normAutofit/>
          </a:bodyPr>
          <a:lstStyle>
            <a:lvl1pPr marL="0" indent="0" algn="r">
              <a:buNone/>
              <a:defRPr sz="20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CF7F92E8-F4EE-41AB-8EDC-A7B53F3DEDCB}" type="datetime4">
              <a:rPr lang="en-US" smtClean="0"/>
              <a:t>November 25, 2025</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mc:AlternateContent xmlns:mc="http://schemas.openxmlformats.org/markup-compatibility/2006" xmlns:p159="http://schemas.microsoft.com/office/powerpoint/2015/09/main">
    <mc:Choice Requires="p159">
      <p:transition>
        <p159:morph option="byObject"/>
      </p:transition>
    </mc:Choice>
    <mc:Fallback xmlns="">
      <p:transition>
        <p:fade/>
      </p:transition>
    </mc:Fallback>
  </mc:AlternateContent>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Quote Name Card">
    <p:spTree>
      <p:nvGrpSpPr>
        <p:cNvPr id="1" name=""/>
        <p:cNvGrpSpPr/>
        <p:nvPr/>
      </p:nvGrpSpPr>
      <p:grpSpPr>
        <a:xfrm>
          <a:off x="0" y="0"/>
          <a:ext cx="0" cy="0"/>
          <a:chOff x="0" y="0"/>
          <a:chExt cx="0" cy="0"/>
        </a:xfrm>
      </p:grpSpPr>
      <p:sp>
        <p:nvSpPr>
          <p:cNvPr id="14" name="TextBox 13"/>
          <p:cNvSpPr txBox="1"/>
          <p:nvPr/>
        </p:nvSpPr>
        <p:spPr>
          <a:xfrm>
            <a:off x="1598612" y="863023"/>
            <a:ext cx="609600" cy="584776"/>
          </a:xfrm>
          <a:prstGeom prst="rect">
            <a:avLst/>
          </a:prstGeom>
        </p:spPr>
        <p:txBody>
          <a:bodyPr vert="horz" lIns="91440" tIns="45720" rIns="91440" bIns="45720" rtlCol="0" anchor="ctr">
            <a:noAutofit/>
          </a:bodyPr>
          <a:lstStyle>
            <a:lvl1pPr>
              <a:spcBef>
                <a:spcPct val="0"/>
              </a:spcBef>
              <a:buNone/>
              <a:defRPr sz="3200" b="0" cap="all">
                <a:ln w="3175" cmpd="sng">
                  <a:noFill/>
                </a:ln>
                <a:effectLst>
                  <a:glow rad="38100">
                    <a:schemeClr val="bg1">
                      <a:lumMod val="65000"/>
                      <a:lumOff val="35000"/>
                      <a:alpha val="40000"/>
                    </a:schemeClr>
                  </a:glow>
                  <a:outerShdw blurRad="28575" dist="38100" dir="14040000" algn="tl" rotWithShape="0">
                    <a:srgbClr val="000000">
                      <a:alpha val="25000"/>
                    </a:srgbClr>
                  </a:outerShdw>
                </a:effectLst>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vl6pPr>
              <a:defRPr>
                <a:solidFill>
                  <a:schemeClr val="tx2"/>
                </a:solidFill>
              </a:defRPr>
            </a:lvl6pPr>
            <a:lvl7pPr>
              <a:defRPr>
                <a:solidFill>
                  <a:schemeClr val="tx2"/>
                </a:solidFill>
              </a:defRPr>
            </a:lvl7pPr>
            <a:lvl8pPr>
              <a:defRPr>
                <a:solidFill>
                  <a:schemeClr val="tx2"/>
                </a:solidFill>
              </a:defRPr>
            </a:lvl8pPr>
            <a:lvl9pPr>
              <a:defRPr>
                <a:solidFill>
                  <a:schemeClr val="tx2"/>
                </a:solidFill>
              </a:defRPr>
            </a:lvl9pPr>
          </a:lstStyle>
          <a:p>
            <a:pPr lvl="0"/>
            <a:r>
              <a:rPr lang="en-US" sz="8000" dirty="0">
                <a:solidFill>
                  <a:schemeClr val="tx1"/>
                </a:solidFill>
                <a:effectLst/>
              </a:rPr>
              <a:t>“</a:t>
            </a:r>
          </a:p>
        </p:txBody>
      </p:sp>
      <p:sp>
        <p:nvSpPr>
          <p:cNvPr id="15" name="TextBox 14"/>
          <p:cNvSpPr txBox="1"/>
          <p:nvPr/>
        </p:nvSpPr>
        <p:spPr>
          <a:xfrm>
            <a:off x="10893425" y="2819399"/>
            <a:ext cx="609600" cy="584776"/>
          </a:xfrm>
          <a:prstGeom prst="rect">
            <a:avLst/>
          </a:prstGeom>
        </p:spPr>
        <p:txBody>
          <a:bodyPr vert="horz" lIns="91440" tIns="45720" rIns="91440" bIns="45720" rtlCol="0" anchor="ctr">
            <a:noAutofit/>
          </a:bodyPr>
          <a:lstStyle>
            <a:lvl1pPr>
              <a:spcBef>
                <a:spcPct val="0"/>
              </a:spcBef>
              <a:buNone/>
              <a:defRPr sz="3200" b="0" cap="all">
                <a:ln w="3175" cmpd="sng">
                  <a:noFill/>
                </a:ln>
                <a:effectLst>
                  <a:glow rad="38100">
                    <a:schemeClr val="bg1">
                      <a:lumMod val="65000"/>
                      <a:lumOff val="35000"/>
                      <a:alpha val="40000"/>
                    </a:schemeClr>
                  </a:glow>
                  <a:outerShdw blurRad="28575" dist="38100" dir="14040000" algn="tl" rotWithShape="0">
                    <a:srgbClr val="000000">
                      <a:alpha val="25000"/>
                    </a:srgbClr>
                  </a:outerShdw>
                </a:effectLst>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vl6pPr>
              <a:defRPr>
                <a:solidFill>
                  <a:schemeClr val="tx2"/>
                </a:solidFill>
              </a:defRPr>
            </a:lvl6pPr>
            <a:lvl7pPr>
              <a:defRPr>
                <a:solidFill>
                  <a:schemeClr val="tx2"/>
                </a:solidFill>
              </a:defRPr>
            </a:lvl7pPr>
            <a:lvl8pPr>
              <a:defRPr>
                <a:solidFill>
                  <a:schemeClr val="tx2"/>
                </a:solidFill>
              </a:defRPr>
            </a:lvl8pPr>
            <a:lvl9pPr>
              <a:defRPr>
                <a:solidFill>
                  <a:schemeClr val="tx2"/>
                </a:solidFill>
              </a:defRPr>
            </a:lvl9pPr>
          </a:lstStyle>
          <a:p>
            <a:pPr lvl="0" algn="r"/>
            <a:r>
              <a:rPr lang="en-US" sz="8000" dirty="0">
                <a:solidFill>
                  <a:schemeClr val="tx1"/>
                </a:solidFill>
                <a:effectLst/>
              </a:rPr>
              <a:t>”</a:t>
            </a:r>
          </a:p>
        </p:txBody>
      </p:sp>
      <p:sp>
        <p:nvSpPr>
          <p:cNvPr id="2" name="Title 1"/>
          <p:cNvSpPr>
            <a:spLocks noGrp="1"/>
          </p:cNvSpPr>
          <p:nvPr>
            <p:ph type="title"/>
          </p:nvPr>
        </p:nvSpPr>
        <p:spPr>
          <a:xfrm>
            <a:off x="2208212" y="685800"/>
            <a:ext cx="8990012" cy="2743199"/>
          </a:xfrm>
        </p:spPr>
        <p:txBody>
          <a:bodyPr anchor="ctr">
            <a:normAutofit/>
          </a:bodyPr>
          <a:lstStyle>
            <a:lvl1pPr algn="ctr">
              <a:defRPr sz="3200" b="0" cap="none">
                <a:solidFill>
                  <a:schemeClr val="tx1"/>
                </a:solidFill>
              </a:defRPr>
            </a:lvl1pPr>
          </a:lstStyle>
          <a:p>
            <a:r>
              <a:rPr lang="en-US"/>
              <a:t>Click to edit Master title style</a:t>
            </a:r>
            <a:endParaRPr lang="en-US" dirty="0"/>
          </a:p>
        </p:txBody>
      </p:sp>
      <p:sp>
        <p:nvSpPr>
          <p:cNvPr id="10" name="Text Placeholder 9"/>
          <p:cNvSpPr>
            <a:spLocks noGrp="1"/>
          </p:cNvSpPr>
          <p:nvPr>
            <p:ph type="body" sz="quarter" idx="13"/>
          </p:nvPr>
        </p:nvSpPr>
        <p:spPr>
          <a:xfrm>
            <a:off x="1484313" y="3886200"/>
            <a:ext cx="10018710" cy="889000"/>
          </a:xfrm>
        </p:spPr>
        <p:txBody>
          <a:bodyPr vert="horz" lIns="91440" tIns="45720" rIns="91440" bIns="45720" rtlCol="0" anchor="b">
            <a:normAutofit/>
          </a:bodyPr>
          <a:lstStyle>
            <a:lvl1pPr algn="r">
              <a:buNone/>
              <a:defRPr lang="en-US" sz="2400" b="0" cap="none" dirty="0">
                <a:ln w="3175" cmpd="sng">
                  <a:noFill/>
                </a:ln>
                <a:solidFill>
                  <a:schemeClr val="tx1"/>
                </a:solidFill>
                <a:effectLst/>
              </a:defRPr>
            </a:lvl1pPr>
          </a:lstStyle>
          <a:p>
            <a:pPr marL="0" lvl="0">
              <a:spcBef>
                <a:spcPct val="0"/>
              </a:spcBef>
              <a:buNone/>
            </a:pPr>
            <a:r>
              <a:rPr lang="en-US"/>
              <a:t>Click to edit Master text styles</a:t>
            </a:r>
          </a:p>
        </p:txBody>
      </p:sp>
      <p:sp>
        <p:nvSpPr>
          <p:cNvPr id="3" name="Text Placeholder 2"/>
          <p:cNvSpPr>
            <a:spLocks noGrp="1"/>
          </p:cNvSpPr>
          <p:nvPr>
            <p:ph type="body" idx="1"/>
          </p:nvPr>
        </p:nvSpPr>
        <p:spPr>
          <a:xfrm>
            <a:off x="1484312" y="4775200"/>
            <a:ext cx="10018710" cy="1016000"/>
          </a:xfrm>
        </p:spPr>
        <p:txBody>
          <a:bodyPr anchor="t">
            <a:normAutofit/>
          </a:bodyPr>
          <a:lstStyle>
            <a:lvl1pPr marL="0" indent="0" algn="r">
              <a:buNone/>
              <a:defRPr sz="18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39E6DF79-2213-4003-87FF-DAAB1896EAEC}" type="datetime4">
              <a:rPr lang="en-US" smtClean="0"/>
              <a:t>November 25, 2025</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mc:AlternateContent xmlns:mc="http://schemas.openxmlformats.org/markup-compatibility/2006" xmlns:p159="http://schemas.microsoft.com/office/powerpoint/2015/09/main">
    <mc:Choice Requires="p159">
      <p:transition>
        <p159:morph option="byObject"/>
      </p:transition>
    </mc:Choice>
    <mc:Fallback xmlns="">
      <p:transition>
        <p:fade/>
      </p:transition>
    </mc:Fallback>
  </mc:AlternateContent>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p:cSld name="True or False">
    <p:spTree>
      <p:nvGrpSpPr>
        <p:cNvPr id="1" name=""/>
        <p:cNvGrpSpPr/>
        <p:nvPr/>
      </p:nvGrpSpPr>
      <p:grpSpPr>
        <a:xfrm>
          <a:off x="0" y="0"/>
          <a:ext cx="0" cy="0"/>
          <a:chOff x="0" y="0"/>
          <a:chExt cx="0" cy="0"/>
        </a:xfrm>
      </p:grpSpPr>
      <p:sp>
        <p:nvSpPr>
          <p:cNvPr id="2" name="Title 1"/>
          <p:cNvSpPr>
            <a:spLocks noGrp="1"/>
          </p:cNvSpPr>
          <p:nvPr>
            <p:ph type="title"/>
          </p:nvPr>
        </p:nvSpPr>
        <p:spPr>
          <a:xfrm>
            <a:off x="1484313" y="685800"/>
            <a:ext cx="10018712" cy="2727325"/>
          </a:xfrm>
        </p:spPr>
        <p:txBody>
          <a:bodyPr vert="horz" lIns="91440" tIns="45720" rIns="91440" bIns="45720" rtlCol="0" anchor="ctr">
            <a:normAutofit/>
          </a:bodyPr>
          <a:lstStyle>
            <a:lvl1pPr>
              <a:defRPr lang="en-US" b="0" dirty="0"/>
            </a:lvl1pPr>
          </a:lstStyle>
          <a:p>
            <a:pPr marL="0" lvl="0"/>
            <a:r>
              <a:rPr lang="en-US"/>
              <a:t>Click to edit Master title style</a:t>
            </a:r>
            <a:endParaRPr lang="en-US" dirty="0"/>
          </a:p>
        </p:txBody>
      </p:sp>
      <p:sp>
        <p:nvSpPr>
          <p:cNvPr id="10" name="Text Placeholder 9"/>
          <p:cNvSpPr>
            <a:spLocks noGrp="1"/>
          </p:cNvSpPr>
          <p:nvPr>
            <p:ph type="body" sz="quarter" idx="13"/>
          </p:nvPr>
        </p:nvSpPr>
        <p:spPr>
          <a:xfrm>
            <a:off x="1484312" y="3505200"/>
            <a:ext cx="10018713" cy="838200"/>
          </a:xfrm>
        </p:spPr>
        <p:txBody>
          <a:bodyPr vert="horz" lIns="91440" tIns="45720" rIns="91440" bIns="45720" rtlCol="0" anchor="b">
            <a:normAutofit/>
          </a:bodyPr>
          <a:lstStyle>
            <a:lvl1pPr>
              <a:buNone/>
              <a:defRPr lang="en-US" sz="2800" b="0" cap="none" dirty="0">
                <a:ln w="3175" cmpd="sng">
                  <a:noFill/>
                </a:ln>
                <a:solidFill>
                  <a:schemeClr val="tx1"/>
                </a:solidFill>
                <a:effectLst/>
              </a:defRPr>
            </a:lvl1pPr>
          </a:lstStyle>
          <a:p>
            <a:pPr marL="0" lvl="0">
              <a:spcBef>
                <a:spcPct val="0"/>
              </a:spcBef>
              <a:buNone/>
            </a:pPr>
            <a:r>
              <a:rPr lang="en-US"/>
              <a:t>Click to edit Master text styles</a:t>
            </a:r>
          </a:p>
        </p:txBody>
      </p:sp>
      <p:sp>
        <p:nvSpPr>
          <p:cNvPr id="3" name="Text Placeholder 2"/>
          <p:cNvSpPr>
            <a:spLocks noGrp="1"/>
          </p:cNvSpPr>
          <p:nvPr>
            <p:ph type="body" idx="1"/>
          </p:nvPr>
        </p:nvSpPr>
        <p:spPr>
          <a:xfrm>
            <a:off x="1484311" y="4343400"/>
            <a:ext cx="10018713" cy="1447800"/>
          </a:xfrm>
        </p:spPr>
        <p:txBody>
          <a:bodyPr anchor="t">
            <a:normAutofit/>
          </a:bodyPr>
          <a:lstStyle>
            <a:lvl1pPr marL="0" indent="0" algn="l">
              <a:buNone/>
              <a:defRPr sz="18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66D5B0A6-5A8D-4B52-8552-D28650188AD5}" type="datetime4">
              <a:rPr lang="en-US" smtClean="0"/>
              <a:t>November 25, 2025</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mc:AlternateContent xmlns:mc="http://schemas.openxmlformats.org/markup-compatibility/2006" xmlns:p159="http://schemas.microsoft.com/office/powerpoint/2015/09/main">
    <mc:Choice Requires="p159">
      <p:transition>
        <p159:morph option="byObject"/>
      </p:transition>
    </mc:Choice>
    <mc:Fallback xmlns="">
      <p:transition>
        <p:fade/>
      </p:transition>
    </mc:Fallback>
  </mc:AlternateContent>
</p:sldLayout>
</file>

<file path=ppt/slideLayouts/slideLayout16.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lgn="ctr">
              <a:defRPr/>
            </a:lvl1p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ncho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EAD5AB8B-016E-40BF-A1BC-ED5BC73A1DF7}" type="datetime4">
              <a:rPr lang="en-US" smtClean="0"/>
              <a:t>November 25, 2025</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mc:AlternateContent xmlns:mc="http://schemas.openxmlformats.org/markup-compatibility/2006" xmlns:p159="http://schemas.microsoft.com/office/powerpoint/2015/09/main">
    <mc:Choice Requires="p159">
      <p:transition>
        <p159:morph option="byObject"/>
      </p:transition>
    </mc:Choice>
    <mc:Fallback xmlns="">
      <p:transition>
        <p:fade/>
      </p:transition>
    </mc:Fallback>
  </mc:AlternateContent>
</p:sldLayout>
</file>

<file path=ppt/slideLayouts/slideLayout17.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9732655" y="685800"/>
            <a:ext cx="1770369" cy="5105400"/>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1484312" y="685800"/>
            <a:ext cx="8019742" cy="5105400"/>
          </a:xfrm>
        </p:spPr>
        <p:txBody>
          <a:bodyPr vert="eaVert" ancho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D2B24580-AE43-4325-B87A-4EA1A4F6CC9F}" type="datetime4">
              <a:rPr lang="en-US" smtClean="0"/>
              <a:t>November 25, 2025</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mc:AlternateContent xmlns:mc="http://schemas.openxmlformats.org/markup-compatibility/2006" xmlns:p159="http://schemas.microsoft.com/office/powerpoint/2015/09/main">
    <mc:Choice Requires="p159">
      <p:transition>
        <p159:morph option="byObject"/>
      </p:transition>
    </mc:Choice>
    <mc:Fallback xmlns="">
      <p:transition>
        <p:fade/>
      </p:transition>
    </mc:Fallback>
  </mc:AlternateContent>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3">
        <a:schemeClr val="bg2"/>
      </p:bgRef>
    </p:bg>
    <p:spTree>
      <p:nvGrpSpPr>
        <p:cNvPr id="1" name=""/>
        <p:cNvGrpSpPr/>
        <p:nvPr/>
      </p:nvGrpSpPr>
      <p:grpSpPr>
        <a:xfrm>
          <a:off x="0" y="0"/>
          <a:ext cx="0" cy="0"/>
          <a:chOff x="0" y="0"/>
          <a:chExt cx="0" cy="0"/>
        </a:xfrm>
      </p:grpSpPr>
      <p:grpSp>
        <p:nvGrpSpPr>
          <p:cNvPr id="7" name="Group 6"/>
          <p:cNvGrpSpPr/>
          <p:nvPr/>
        </p:nvGrpSpPr>
        <p:grpSpPr>
          <a:xfrm>
            <a:off x="150812" y="0"/>
            <a:ext cx="2436813" cy="6858001"/>
            <a:chOff x="1320800" y="0"/>
            <a:chExt cx="2436813" cy="6858001"/>
          </a:xfrm>
        </p:grpSpPr>
        <p:sp>
          <p:nvSpPr>
            <p:cNvPr id="8" name="Freeform 6"/>
            <p:cNvSpPr/>
            <p:nvPr/>
          </p:nvSpPr>
          <p:spPr bwMode="auto">
            <a:xfrm>
              <a:off x="1627188" y="0"/>
              <a:ext cx="1122363" cy="5329238"/>
            </a:xfrm>
            <a:custGeom>
              <a:avLst/>
              <a:gdLst/>
              <a:ahLst/>
              <a:cxnLst/>
              <a:rect l="0" t="0" r="r" b="b"/>
              <a:pathLst>
                <a:path w="707" h="3357">
                  <a:moveTo>
                    <a:pt x="0" y="3330"/>
                  </a:moveTo>
                  <a:lnTo>
                    <a:pt x="156" y="3357"/>
                  </a:lnTo>
                  <a:lnTo>
                    <a:pt x="707" y="0"/>
                  </a:lnTo>
                  <a:lnTo>
                    <a:pt x="547" y="0"/>
                  </a:lnTo>
                  <a:lnTo>
                    <a:pt x="0" y="3330"/>
                  </a:lnTo>
                  <a:close/>
                </a:path>
              </a:pathLst>
            </a:custGeom>
            <a:solidFill>
              <a:schemeClr val="accent1"/>
            </a:solidFill>
            <a:ln>
              <a:noFill/>
            </a:ln>
          </p:spPr>
          <p:txBody>
            <a:bodyPr/>
            <a:lstStyle/>
            <a:p>
              <a:endParaRPr lang="en-IN"/>
            </a:p>
          </p:txBody>
        </p:sp>
        <p:sp>
          <p:nvSpPr>
            <p:cNvPr id="9" name="Freeform 7"/>
            <p:cNvSpPr/>
            <p:nvPr/>
          </p:nvSpPr>
          <p:spPr bwMode="auto">
            <a:xfrm>
              <a:off x="1320800" y="0"/>
              <a:ext cx="1117600" cy="5276850"/>
            </a:xfrm>
            <a:custGeom>
              <a:avLst/>
              <a:gdLst/>
              <a:ahLst/>
              <a:cxnLst/>
              <a:rect l="0" t="0" r="r" b="b"/>
              <a:pathLst>
                <a:path w="704" h="3324">
                  <a:moveTo>
                    <a:pt x="704" y="0"/>
                  </a:moveTo>
                  <a:lnTo>
                    <a:pt x="545" y="0"/>
                  </a:lnTo>
                  <a:lnTo>
                    <a:pt x="0" y="3300"/>
                  </a:lnTo>
                  <a:lnTo>
                    <a:pt x="157" y="3324"/>
                  </a:lnTo>
                  <a:lnTo>
                    <a:pt x="704" y="0"/>
                  </a:lnTo>
                  <a:close/>
                </a:path>
              </a:pathLst>
            </a:custGeom>
            <a:solidFill>
              <a:schemeClr val="tx1">
                <a:lumMod val="65000"/>
                <a:lumOff val="35000"/>
              </a:schemeClr>
            </a:solidFill>
            <a:ln>
              <a:noFill/>
            </a:ln>
          </p:spPr>
          <p:txBody>
            <a:bodyPr/>
            <a:lstStyle/>
            <a:p>
              <a:endParaRPr lang="en-IN"/>
            </a:p>
          </p:txBody>
        </p:sp>
        <p:sp>
          <p:nvSpPr>
            <p:cNvPr id="10" name="Freeform 8"/>
            <p:cNvSpPr/>
            <p:nvPr/>
          </p:nvSpPr>
          <p:spPr bwMode="auto">
            <a:xfrm>
              <a:off x="1320800" y="5238750"/>
              <a:ext cx="1228725" cy="1619250"/>
            </a:xfrm>
            <a:custGeom>
              <a:avLst/>
              <a:gdLst/>
              <a:ahLst/>
              <a:cxnLst/>
              <a:rect l="0" t="0" r="r" b="b"/>
              <a:pathLst>
                <a:path w="774" h="1020">
                  <a:moveTo>
                    <a:pt x="0" y="0"/>
                  </a:moveTo>
                  <a:lnTo>
                    <a:pt x="740" y="1020"/>
                  </a:lnTo>
                  <a:lnTo>
                    <a:pt x="774" y="1020"/>
                  </a:lnTo>
                  <a:lnTo>
                    <a:pt x="0" y="0"/>
                  </a:lnTo>
                  <a:close/>
                </a:path>
              </a:pathLst>
            </a:custGeom>
            <a:solidFill>
              <a:schemeClr val="tx1">
                <a:lumMod val="85000"/>
                <a:lumOff val="15000"/>
              </a:schemeClr>
            </a:solidFill>
            <a:ln>
              <a:noFill/>
            </a:ln>
          </p:spPr>
          <p:txBody>
            <a:bodyPr/>
            <a:lstStyle/>
            <a:p>
              <a:endParaRPr lang="en-IN"/>
            </a:p>
          </p:txBody>
        </p:sp>
        <p:sp>
          <p:nvSpPr>
            <p:cNvPr id="11" name="Freeform 9"/>
            <p:cNvSpPr/>
            <p:nvPr/>
          </p:nvSpPr>
          <p:spPr bwMode="auto">
            <a:xfrm>
              <a:off x="1627188" y="5291138"/>
              <a:ext cx="1495425" cy="1566863"/>
            </a:xfrm>
            <a:custGeom>
              <a:avLst/>
              <a:gdLst/>
              <a:ahLst/>
              <a:cxnLst/>
              <a:rect l="0" t="0" r="r" b="b"/>
              <a:pathLst>
                <a:path w="942" h="987">
                  <a:moveTo>
                    <a:pt x="0" y="0"/>
                  </a:moveTo>
                  <a:lnTo>
                    <a:pt x="909" y="987"/>
                  </a:lnTo>
                  <a:lnTo>
                    <a:pt x="942" y="987"/>
                  </a:lnTo>
                  <a:lnTo>
                    <a:pt x="0" y="0"/>
                  </a:lnTo>
                  <a:close/>
                </a:path>
              </a:pathLst>
            </a:custGeom>
            <a:solidFill>
              <a:schemeClr val="accent1">
                <a:lumMod val="50000"/>
              </a:schemeClr>
            </a:solidFill>
            <a:ln>
              <a:noFill/>
            </a:ln>
          </p:spPr>
          <p:txBody>
            <a:bodyPr/>
            <a:lstStyle/>
            <a:p>
              <a:endParaRPr lang="en-IN"/>
            </a:p>
          </p:txBody>
        </p:sp>
        <p:sp>
          <p:nvSpPr>
            <p:cNvPr id="12" name="Freeform 10"/>
            <p:cNvSpPr/>
            <p:nvPr/>
          </p:nvSpPr>
          <p:spPr bwMode="auto">
            <a:xfrm>
              <a:off x="1627188" y="5286375"/>
              <a:ext cx="2130425" cy="1571625"/>
            </a:xfrm>
            <a:custGeom>
              <a:avLst/>
              <a:gdLst/>
              <a:ahLst/>
              <a:cxnLst/>
              <a:rect l="0" t="0" r="r" b="b"/>
              <a:pathLst>
                <a:path w="1342" h="990">
                  <a:moveTo>
                    <a:pt x="0" y="3"/>
                  </a:moveTo>
                  <a:lnTo>
                    <a:pt x="942" y="990"/>
                  </a:lnTo>
                  <a:lnTo>
                    <a:pt x="1342" y="990"/>
                  </a:lnTo>
                  <a:lnTo>
                    <a:pt x="156" y="27"/>
                  </a:lnTo>
                  <a:lnTo>
                    <a:pt x="0" y="0"/>
                  </a:lnTo>
                  <a:lnTo>
                    <a:pt x="0" y="3"/>
                  </a:lnTo>
                  <a:close/>
                </a:path>
              </a:pathLst>
            </a:custGeom>
            <a:solidFill>
              <a:schemeClr val="accent1">
                <a:lumMod val="75000"/>
              </a:schemeClr>
            </a:solidFill>
            <a:ln>
              <a:noFill/>
            </a:ln>
          </p:spPr>
          <p:txBody>
            <a:bodyPr/>
            <a:lstStyle/>
            <a:p>
              <a:endParaRPr lang="en-IN"/>
            </a:p>
          </p:txBody>
        </p:sp>
        <p:sp>
          <p:nvSpPr>
            <p:cNvPr id="13" name="Freeform 11"/>
            <p:cNvSpPr/>
            <p:nvPr/>
          </p:nvSpPr>
          <p:spPr bwMode="auto">
            <a:xfrm>
              <a:off x="1320800" y="5238750"/>
              <a:ext cx="1695450" cy="1619250"/>
            </a:xfrm>
            <a:custGeom>
              <a:avLst/>
              <a:gdLst/>
              <a:ahLst/>
              <a:cxnLst/>
              <a:rect l="0" t="0" r="r" b="b"/>
              <a:pathLst>
                <a:path w="1068" h="1020">
                  <a:moveTo>
                    <a:pt x="1068" y="1020"/>
                  </a:moveTo>
                  <a:lnTo>
                    <a:pt x="184" y="60"/>
                  </a:lnTo>
                  <a:lnTo>
                    <a:pt x="154" y="27"/>
                  </a:lnTo>
                  <a:lnTo>
                    <a:pt x="157" y="27"/>
                  </a:lnTo>
                  <a:lnTo>
                    <a:pt x="157" y="24"/>
                  </a:lnTo>
                  <a:lnTo>
                    <a:pt x="154" y="24"/>
                  </a:lnTo>
                  <a:lnTo>
                    <a:pt x="0" y="0"/>
                  </a:lnTo>
                  <a:lnTo>
                    <a:pt x="0" y="0"/>
                  </a:lnTo>
                  <a:lnTo>
                    <a:pt x="774" y="1020"/>
                  </a:lnTo>
                  <a:lnTo>
                    <a:pt x="1068" y="1020"/>
                  </a:lnTo>
                  <a:close/>
                </a:path>
              </a:pathLst>
            </a:custGeom>
            <a:solidFill>
              <a:schemeClr val="tx1">
                <a:lumMod val="75000"/>
                <a:lumOff val="25000"/>
              </a:schemeClr>
            </a:solidFill>
            <a:ln>
              <a:noFill/>
            </a:ln>
          </p:spPr>
          <p:txBody>
            <a:bodyPr/>
            <a:lstStyle/>
            <a:p>
              <a:endParaRPr lang="en-IN"/>
            </a:p>
          </p:txBody>
        </p:sp>
      </p:grpSp>
      <p:sp>
        <p:nvSpPr>
          <p:cNvPr id="2" name="Title Placeholder 1"/>
          <p:cNvSpPr>
            <a:spLocks noGrp="1"/>
          </p:cNvSpPr>
          <p:nvPr>
            <p:ph type="title"/>
          </p:nvPr>
        </p:nvSpPr>
        <p:spPr>
          <a:xfrm>
            <a:off x="1484311" y="685800"/>
            <a:ext cx="10018713" cy="1752599"/>
          </a:xfrm>
          <a:prstGeom prst="rect">
            <a:avLst/>
          </a:prstGeom>
          <a:effectLst/>
        </p:spPr>
        <p:txBody>
          <a:bodyPr vert="horz" lIns="91440" tIns="45720" rIns="91440" bIns="45720" rtlCol="0" anchor="ctr">
            <a:normAutofit/>
          </a:bodyPr>
          <a:lstStyle/>
          <a:p>
            <a:r>
              <a:rPr lang="en-US"/>
              <a:t>Click to edit Master title style</a:t>
            </a:r>
            <a:endParaRPr lang="en-US" dirty="0"/>
          </a:p>
        </p:txBody>
      </p:sp>
      <p:sp>
        <p:nvSpPr>
          <p:cNvPr id="3" name="Text Placeholder 2"/>
          <p:cNvSpPr>
            <a:spLocks noGrp="1"/>
          </p:cNvSpPr>
          <p:nvPr>
            <p:ph type="body" idx="1"/>
          </p:nvPr>
        </p:nvSpPr>
        <p:spPr>
          <a:xfrm>
            <a:off x="1484310" y="2666999"/>
            <a:ext cx="10018713" cy="3124201"/>
          </a:xfrm>
          <a:prstGeom prst="rect">
            <a:avLst/>
          </a:prstGeom>
        </p:spPr>
        <p:txBody>
          <a:bodyPr vert="horz" lIns="91440" tIns="45720" rIns="91440" bIns="45720" rtlCol="0" anchor="ct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9732656" y="5883275"/>
            <a:ext cx="1143000" cy="365125"/>
          </a:xfrm>
          <a:prstGeom prst="rect">
            <a:avLst/>
          </a:prstGeom>
        </p:spPr>
        <p:txBody>
          <a:bodyPr vert="horz" lIns="91440" tIns="45720" rIns="91440" bIns="45720" rtlCol="0" anchor="ctr"/>
          <a:lstStyle>
            <a:lvl1pPr algn="r">
              <a:defRPr sz="1000" b="0" i="0">
                <a:solidFill>
                  <a:schemeClr val="tx1"/>
                </a:solidFill>
                <a:effectLst/>
                <a:latin typeface="+mn-lt"/>
              </a:defRPr>
            </a:lvl1pPr>
          </a:lstStyle>
          <a:p>
            <a:fld id="{6C205C30-119B-47BD-9DCB-D8B23571C651}" type="datetime4">
              <a:rPr lang="en-US" smtClean="0"/>
              <a:t>November 25, 2025</a:t>
            </a:fld>
            <a:endParaRPr lang="en-US" dirty="0"/>
          </a:p>
        </p:txBody>
      </p:sp>
      <p:sp>
        <p:nvSpPr>
          <p:cNvPr id="5" name="Footer Placeholder 4"/>
          <p:cNvSpPr>
            <a:spLocks noGrp="1"/>
          </p:cNvSpPr>
          <p:nvPr>
            <p:ph type="ftr" sz="quarter" idx="3"/>
          </p:nvPr>
        </p:nvSpPr>
        <p:spPr>
          <a:xfrm>
            <a:off x="2572279" y="5883275"/>
            <a:ext cx="7084177" cy="365125"/>
          </a:xfrm>
          <a:prstGeom prst="rect">
            <a:avLst/>
          </a:prstGeom>
        </p:spPr>
        <p:txBody>
          <a:bodyPr vert="horz" lIns="91440" tIns="45720" rIns="91440" bIns="45720" rtlCol="0" anchor="ctr"/>
          <a:lstStyle>
            <a:lvl1pPr algn="l">
              <a:defRPr sz="1000" b="0" i="0">
                <a:solidFill>
                  <a:schemeClr val="tx1"/>
                </a:solidFill>
                <a:effectLst/>
                <a:latin typeface="+mn-lt"/>
              </a:defRPr>
            </a:lvl1pPr>
          </a:lstStyle>
          <a:p>
            <a:endParaRPr lang="en-US" dirty="0"/>
          </a:p>
        </p:txBody>
      </p:sp>
      <p:sp>
        <p:nvSpPr>
          <p:cNvPr id="6" name="Slide Number Placeholder 5"/>
          <p:cNvSpPr>
            <a:spLocks noGrp="1"/>
          </p:cNvSpPr>
          <p:nvPr>
            <p:ph type="sldNum" sz="quarter" idx="4"/>
          </p:nvPr>
        </p:nvSpPr>
        <p:spPr>
          <a:xfrm>
            <a:off x="10951856" y="5883275"/>
            <a:ext cx="551167" cy="365125"/>
          </a:xfrm>
          <a:prstGeom prst="rect">
            <a:avLst/>
          </a:prstGeom>
        </p:spPr>
        <p:txBody>
          <a:bodyPr vert="horz" lIns="91440" tIns="45720" rIns="91440" bIns="45720" rtlCol="0" anchor="ctr"/>
          <a:lstStyle>
            <a:lvl1pPr algn="r">
              <a:defRPr sz="1000" b="0" i="0">
                <a:solidFill>
                  <a:schemeClr val="tx1"/>
                </a:solidFill>
                <a:effectLst/>
                <a:latin typeface="+mn-lt"/>
              </a:defRPr>
            </a:lvl1pPr>
          </a:lstStyle>
          <a:p>
            <a:fld id="{D57F1E4F-1CFF-5643-939E-217C01CDF565}" type="slidenum">
              <a:rPr lang="en-US" dirty="0"/>
              <a:pPr/>
              <a:t>‹#›</a:t>
            </a:fld>
            <a:endParaRPr lang="en-US" dirty="0"/>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60" r:id="rId9"/>
    <p:sldLayoutId id="2147483657" r:id="rId10"/>
    <p:sldLayoutId id="2147483663" r:id="rId11"/>
    <p:sldLayoutId id="2147483664" r:id="rId12"/>
    <p:sldLayoutId id="2147483665" r:id="rId13"/>
    <p:sldLayoutId id="2147483666" r:id="rId14"/>
    <p:sldLayoutId id="2147483667" r:id="rId15"/>
    <p:sldLayoutId id="2147483658" r:id="rId16"/>
    <p:sldLayoutId id="2147483659" r:id="rId17"/>
  </p:sldLayoutIdLst>
  <mc:AlternateContent xmlns:mc="http://schemas.openxmlformats.org/markup-compatibility/2006" xmlns:p159="http://schemas.microsoft.com/office/powerpoint/2015/09/main">
    <mc:Choice Requires="p159">
      <p:transition>
        <p159:morph option="byObject"/>
      </p:transition>
    </mc:Choice>
    <mc:Fallback xmlns="">
      <p:transition>
        <p:fade/>
      </p:transition>
    </mc:Fallback>
  </mc:AlternateContent>
  <p:hf sldNum="0" hdr="0" ftr="0" dt="0"/>
  <p:txStyles>
    <p:titleStyle>
      <a:lvl1pPr algn="ctr" defTabSz="457200" rtl="0" eaLnBrk="1" latinLnBrk="0" hangingPunct="1">
        <a:spcBef>
          <a:spcPct val="0"/>
        </a:spcBef>
        <a:buNone/>
        <a:defRPr sz="4000" kern="1200" cap="none">
          <a:ln w="3175" cmpd="sng">
            <a:noFill/>
          </a:ln>
          <a:solidFill>
            <a:schemeClr val="tx1"/>
          </a:solidFill>
          <a:effectLst/>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285750" indent="-285750" algn="l" defTabSz="457200" rtl="0" eaLnBrk="1" latinLnBrk="0" hangingPunct="1">
        <a:spcBef>
          <a:spcPct val="20000"/>
        </a:spcBef>
        <a:spcAft>
          <a:spcPts val="600"/>
        </a:spcAft>
        <a:buClr>
          <a:schemeClr val="accent1">
            <a:lumMod val="75000"/>
          </a:schemeClr>
        </a:buClr>
        <a:buSzPct val="145000"/>
        <a:buFont typeface="Arial"/>
        <a:buChar char="•"/>
        <a:defRPr sz="2400" kern="1200" cap="none">
          <a:solidFill>
            <a:schemeClr val="tx1"/>
          </a:solidFill>
          <a:effectLst/>
          <a:latin typeface="+mn-lt"/>
          <a:ea typeface="+mn-ea"/>
          <a:cs typeface="+mn-cs"/>
        </a:defRPr>
      </a:lvl1pPr>
      <a:lvl2pPr marL="742950" indent="-285750" algn="l" defTabSz="457200" rtl="0" eaLnBrk="1" latinLnBrk="0" hangingPunct="1">
        <a:spcBef>
          <a:spcPct val="20000"/>
        </a:spcBef>
        <a:spcAft>
          <a:spcPts val="600"/>
        </a:spcAft>
        <a:buClr>
          <a:schemeClr val="accent1">
            <a:lumMod val="75000"/>
          </a:schemeClr>
        </a:buClr>
        <a:buSzPct val="145000"/>
        <a:buFont typeface="Arial"/>
        <a:buChar char="•"/>
        <a:defRPr sz="2000" kern="1200" cap="none">
          <a:solidFill>
            <a:schemeClr val="tx1"/>
          </a:solidFill>
          <a:effectLst/>
          <a:latin typeface="+mn-lt"/>
          <a:ea typeface="+mn-ea"/>
          <a:cs typeface="+mn-cs"/>
        </a:defRPr>
      </a:lvl2pPr>
      <a:lvl3pPr marL="1200150" indent="-285750" algn="l" defTabSz="457200" rtl="0" eaLnBrk="1" latinLnBrk="0" hangingPunct="1">
        <a:spcBef>
          <a:spcPct val="20000"/>
        </a:spcBef>
        <a:spcAft>
          <a:spcPts val="600"/>
        </a:spcAft>
        <a:buClr>
          <a:schemeClr val="accent1">
            <a:lumMod val="75000"/>
          </a:schemeClr>
        </a:buClr>
        <a:buSzPct val="145000"/>
        <a:buFont typeface="Arial"/>
        <a:buChar char="•"/>
        <a:defRPr sz="1800" kern="1200" cap="none">
          <a:solidFill>
            <a:schemeClr val="tx1"/>
          </a:solidFill>
          <a:effectLst/>
          <a:latin typeface="+mn-lt"/>
          <a:ea typeface="+mn-ea"/>
          <a:cs typeface="+mn-cs"/>
        </a:defRPr>
      </a:lvl3pPr>
      <a:lvl4pPr marL="1543050" indent="-171450" algn="l" defTabSz="457200" rtl="0" eaLnBrk="1" latinLnBrk="0" hangingPunct="1">
        <a:spcBef>
          <a:spcPct val="20000"/>
        </a:spcBef>
        <a:spcAft>
          <a:spcPts val="600"/>
        </a:spcAft>
        <a:buClr>
          <a:schemeClr val="accent1">
            <a:lumMod val="75000"/>
          </a:schemeClr>
        </a:buClr>
        <a:buSzPct val="145000"/>
        <a:buFont typeface="Arial"/>
        <a:buChar char="•"/>
        <a:defRPr sz="1600" kern="1200" cap="none">
          <a:solidFill>
            <a:schemeClr val="tx1"/>
          </a:solidFill>
          <a:effectLst/>
          <a:latin typeface="+mn-lt"/>
          <a:ea typeface="+mn-ea"/>
          <a:cs typeface="+mn-cs"/>
        </a:defRPr>
      </a:lvl4pPr>
      <a:lvl5pPr marL="2000250" indent="-171450" algn="l" defTabSz="457200" rtl="0" eaLnBrk="1" latinLnBrk="0" hangingPunct="1">
        <a:spcBef>
          <a:spcPct val="20000"/>
        </a:spcBef>
        <a:spcAft>
          <a:spcPts val="600"/>
        </a:spcAft>
        <a:buClr>
          <a:schemeClr val="accent1">
            <a:lumMod val="75000"/>
          </a:schemeClr>
        </a:buClr>
        <a:buSzPct val="145000"/>
        <a:buFont typeface="Arial"/>
        <a:buChar char="•"/>
        <a:defRPr sz="1400" kern="1200" cap="none">
          <a:solidFill>
            <a:schemeClr val="tx1"/>
          </a:solidFill>
          <a:effectLst/>
          <a:latin typeface="+mn-lt"/>
          <a:ea typeface="+mn-ea"/>
          <a:cs typeface="+mn-cs"/>
        </a:defRPr>
      </a:lvl5pPr>
      <a:lvl6pPr marL="2514600" indent="-228600" algn="l" defTabSz="457200" rtl="0" eaLnBrk="1" latinLnBrk="0" hangingPunct="1">
        <a:spcBef>
          <a:spcPct val="20000"/>
        </a:spcBef>
        <a:spcAft>
          <a:spcPts val="600"/>
        </a:spcAft>
        <a:buClr>
          <a:schemeClr val="accent1">
            <a:lumMod val="75000"/>
          </a:schemeClr>
        </a:buClr>
        <a:buSzPct val="145000"/>
        <a:buFont typeface="Arial"/>
        <a:buChar char="•"/>
        <a:defRPr sz="1400" kern="1200" cap="none">
          <a:solidFill>
            <a:schemeClr val="tx1"/>
          </a:solidFill>
          <a:effectLst/>
          <a:latin typeface="+mn-lt"/>
          <a:ea typeface="+mn-ea"/>
          <a:cs typeface="+mn-cs"/>
        </a:defRPr>
      </a:lvl6pPr>
      <a:lvl7pPr marL="2971800" indent="-228600" algn="l" defTabSz="457200" rtl="0" eaLnBrk="1" latinLnBrk="0" hangingPunct="1">
        <a:spcBef>
          <a:spcPct val="20000"/>
        </a:spcBef>
        <a:spcAft>
          <a:spcPts val="600"/>
        </a:spcAft>
        <a:buClr>
          <a:schemeClr val="accent1">
            <a:lumMod val="75000"/>
          </a:schemeClr>
        </a:buClr>
        <a:buSzPct val="145000"/>
        <a:buFont typeface="Arial"/>
        <a:buChar char="•"/>
        <a:defRPr sz="1400" kern="1200" cap="none">
          <a:solidFill>
            <a:schemeClr val="tx1"/>
          </a:solidFill>
          <a:effectLst/>
          <a:latin typeface="+mn-lt"/>
          <a:ea typeface="+mn-ea"/>
          <a:cs typeface="+mn-cs"/>
        </a:defRPr>
      </a:lvl7pPr>
      <a:lvl8pPr marL="3429000" indent="-228600" algn="l" defTabSz="457200" rtl="0" eaLnBrk="1" latinLnBrk="0" hangingPunct="1">
        <a:spcBef>
          <a:spcPct val="20000"/>
        </a:spcBef>
        <a:spcAft>
          <a:spcPts val="600"/>
        </a:spcAft>
        <a:buClr>
          <a:schemeClr val="accent1">
            <a:lumMod val="75000"/>
          </a:schemeClr>
        </a:buClr>
        <a:buSzPct val="145000"/>
        <a:buFont typeface="Arial"/>
        <a:buChar char="•"/>
        <a:defRPr sz="1400" kern="1200" cap="none">
          <a:solidFill>
            <a:schemeClr val="tx1"/>
          </a:solidFill>
          <a:effectLst/>
          <a:latin typeface="+mn-lt"/>
          <a:ea typeface="+mn-ea"/>
          <a:cs typeface="+mn-cs"/>
        </a:defRPr>
      </a:lvl8pPr>
      <a:lvl9pPr marL="3886200" indent="-228600" algn="l" defTabSz="457200" rtl="0" eaLnBrk="1" latinLnBrk="0" hangingPunct="1">
        <a:spcBef>
          <a:spcPct val="20000"/>
        </a:spcBef>
        <a:spcAft>
          <a:spcPts val="600"/>
        </a:spcAft>
        <a:buClr>
          <a:schemeClr val="accent1">
            <a:lumMod val="75000"/>
          </a:schemeClr>
        </a:buClr>
        <a:buSzPct val="145000"/>
        <a:buFont typeface="Arial"/>
        <a:buChar char="•"/>
        <a:defRPr sz="1400" kern="1200" cap="none">
          <a:solidFill>
            <a:schemeClr val="tx1"/>
          </a:solidFill>
          <a:effectLst/>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2.png"/><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2.png"/><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2.png"/><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2.png"/><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2.png"/><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2.png"/><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2.png"/><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2.png"/><Relationship Id="rId1" Type="http://schemas.openxmlformats.org/officeDocument/2006/relationships/slideLayout" Target="../slideLayouts/slideLayout1.xml"/><Relationship Id="rId4" Type="http://schemas.openxmlformats.org/officeDocument/2006/relationships/image" Target="../media/image4.gif"/></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6.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2.png"/><Relationship Id="rId1" Type="http://schemas.openxmlformats.org/officeDocument/2006/relationships/slideLayout" Target="../slideLayouts/slideLayout1.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5.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2.png"/><Relationship Id="rId1" Type="http://schemas.openxmlformats.org/officeDocument/2006/relationships/slideLayout" Target="../slideLayouts/slideLayout1.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7.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2.png"/><Relationship Id="rId1" Type="http://schemas.openxmlformats.org/officeDocument/2006/relationships/slideLayout" Target="../slideLayouts/slideLayout1.xml"/></Relationships>
</file>

<file path=ppt/slides/_rels/slide28.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2.png"/><Relationship Id="rId1" Type="http://schemas.openxmlformats.org/officeDocument/2006/relationships/slideLayout" Target="../slideLayouts/slideLayout1.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0.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2.png"/><Relationship Id="rId1" Type="http://schemas.openxmlformats.org/officeDocument/2006/relationships/slideLayout" Target="../slideLayouts/slideLayout1.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3.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2.png"/><Relationship Id="rId1" Type="http://schemas.openxmlformats.org/officeDocument/2006/relationships/slideLayout" Target="../slideLayouts/slideLayout1.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5.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2.png"/><Relationship Id="rId1" Type="http://schemas.openxmlformats.org/officeDocument/2006/relationships/slideLayout" Target="../slideLayouts/slideLayout1.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7.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2.png"/><Relationship Id="rId1" Type="http://schemas.openxmlformats.org/officeDocument/2006/relationships/slideLayout" Target="../slideLayouts/slideLayout1.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41.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2.png"/><Relationship Id="rId1" Type="http://schemas.openxmlformats.org/officeDocument/2006/relationships/slideLayout" Target="../slideLayouts/slideLayout1.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43.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2.png"/><Relationship Id="rId1" Type="http://schemas.openxmlformats.org/officeDocument/2006/relationships/slideLayout" Target="../slideLayouts/slideLayout1.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46.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2.png"/><Relationship Id="rId1" Type="http://schemas.openxmlformats.org/officeDocument/2006/relationships/slideLayout" Target="../slideLayouts/slideLayout1.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50.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2.png"/><Relationship Id="rId1" Type="http://schemas.openxmlformats.org/officeDocument/2006/relationships/slideLayout" Target="../slideLayouts/slideLayout1.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52.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2.png"/><Relationship Id="rId1" Type="http://schemas.openxmlformats.org/officeDocument/2006/relationships/slideLayout" Target="../slideLayouts/slideLayout1.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sp useBgFill="1">
        <p:nvSpPr>
          <p:cNvPr id="21" name="Rectangle 20">
            <a:extLst>
              <a:ext uri="{FF2B5EF4-FFF2-40B4-BE49-F238E27FC236}">
                <a16:creationId xmlns:a16="http://schemas.microsoft.com/office/drawing/2014/main" id="{E5A92FE9-DB05-4D0D-AF5A-BE8664B9FFB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grpSp>
        <p:nvGrpSpPr>
          <p:cNvPr id="23" name="Group 22">
            <a:extLst>
              <a:ext uri="{FF2B5EF4-FFF2-40B4-BE49-F238E27FC236}">
                <a16:creationId xmlns:a16="http://schemas.microsoft.com/office/drawing/2014/main" id="{53D9B26A-5143-49A7-BA98-D871D5BD719A}"/>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flipH="1">
            <a:off x="6526211" y="1"/>
            <a:ext cx="5014912" cy="6857999"/>
            <a:chOff x="2928938" y="-4763"/>
            <a:chExt cx="5014912" cy="6862763"/>
          </a:xfrm>
        </p:grpSpPr>
        <p:sp>
          <p:nvSpPr>
            <p:cNvPr id="24" name="Freeform 6">
              <a:extLst>
                <a:ext uri="{FF2B5EF4-FFF2-40B4-BE49-F238E27FC236}">
                  <a16:creationId xmlns:a16="http://schemas.microsoft.com/office/drawing/2014/main" id="{68B85E55-A2A1-4682-B891-F201358A92D5}"/>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3367088" y="-4763"/>
              <a:ext cx="1063625" cy="2782888"/>
            </a:xfrm>
            <a:custGeom>
              <a:avLst/>
              <a:gdLst/>
              <a:ahLst/>
              <a:cxnLst/>
              <a:rect l="0" t="0" r="r" b="b"/>
              <a:pathLst>
                <a:path w="670" h="1753">
                  <a:moveTo>
                    <a:pt x="0" y="1696"/>
                  </a:moveTo>
                  <a:lnTo>
                    <a:pt x="225" y="1753"/>
                  </a:lnTo>
                  <a:lnTo>
                    <a:pt x="670" y="0"/>
                  </a:lnTo>
                  <a:lnTo>
                    <a:pt x="430" y="0"/>
                  </a:lnTo>
                  <a:lnTo>
                    <a:pt x="0" y="1696"/>
                  </a:lnTo>
                  <a:close/>
                </a:path>
              </a:pathLst>
            </a:custGeom>
            <a:solidFill>
              <a:schemeClr val="accent1"/>
            </a:solidFill>
            <a:ln>
              <a:noFill/>
            </a:ln>
          </p:spPr>
          <p:txBody>
            <a:bodyPr/>
            <a:lstStyle/>
            <a:p>
              <a:endParaRPr lang="en-US"/>
            </a:p>
          </p:txBody>
        </p:sp>
        <p:sp>
          <p:nvSpPr>
            <p:cNvPr id="25" name="Freeform 7">
              <a:extLst>
                <a:ext uri="{FF2B5EF4-FFF2-40B4-BE49-F238E27FC236}">
                  <a16:creationId xmlns:a16="http://schemas.microsoft.com/office/drawing/2014/main" id="{45EF6EDB-9B5D-49E9-96FA-1AE08BF95E57}"/>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2928938" y="-4763"/>
              <a:ext cx="1035050" cy="2673350"/>
            </a:xfrm>
            <a:custGeom>
              <a:avLst/>
              <a:gdLst/>
              <a:ahLst/>
              <a:cxnLst/>
              <a:rect l="0" t="0" r="r" b="b"/>
              <a:pathLst>
                <a:path w="652" h="1684">
                  <a:moveTo>
                    <a:pt x="225" y="1684"/>
                  </a:moveTo>
                  <a:lnTo>
                    <a:pt x="652" y="0"/>
                  </a:lnTo>
                  <a:lnTo>
                    <a:pt x="411" y="0"/>
                  </a:lnTo>
                  <a:lnTo>
                    <a:pt x="0" y="1627"/>
                  </a:lnTo>
                  <a:lnTo>
                    <a:pt x="219" y="1681"/>
                  </a:lnTo>
                  <a:lnTo>
                    <a:pt x="225" y="1684"/>
                  </a:lnTo>
                  <a:close/>
                </a:path>
              </a:pathLst>
            </a:custGeom>
            <a:solidFill>
              <a:srgbClr val="595959"/>
            </a:solidFill>
            <a:ln>
              <a:noFill/>
            </a:ln>
          </p:spPr>
          <p:txBody>
            <a:bodyPr/>
            <a:lstStyle/>
            <a:p>
              <a:endParaRPr lang="en-US"/>
            </a:p>
          </p:txBody>
        </p:sp>
        <p:sp>
          <p:nvSpPr>
            <p:cNvPr id="26" name="Freeform 12">
              <a:extLst>
                <a:ext uri="{FF2B5EF4-FFF2-40B4-BE49-F238E27FC236}">
                  <a16:creationId xmlns:a16="http://schemas.microsoft.com/office/drawing/2014/main" id="{38338226-D6E2-4EEE-B271-DB4BD096DBA1}"/>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2928938" y="2582862"/>
              <a:ext cx="2693987" cy="4275138"/>
            </a:xfrm>
            <a:custGeom>
              <a:avLst/>
              <a:gdLst/>
              <a:ahLst/>
              <a:cxnLst/>
              <a:rect l="0" t="0" r="r" b="b"/>
              <a:pathLst>
                <a:path w="1697" h="2693">
                  <a:moveTo>
                    <a:pt x="0" y="0"/>
                  </a:moveTo>
                  <a:lnTo>
                    <a:pt x="1622" y="2693"/>
                  </a:lnTo>
                  <a:lnTo>
                    <a:pt x="1697" y="2693"/>
                  </a:lnTo>
                  <a:lnTo>
                    <a:pt x="0" y="0"/>
                  </a:lnTo>
                  <a:close/>
                </a:path>
              </a:pathLst>
            </a:custGeom>
            <a:solidFill>
              <a:srgbClr val="262626"/>
            </a:solidFill>
            <a:ln>
              <a:noFill/>
            </a:ln>
          </p:spPr>
          <p:txBody>
            <a:bodyPr/>
            <a:lstStyle/>
            <a:p>
              <a:endParaRPr lang="en-US"/>
            </a:p>
          </p:txBody>
        </p:sp>
        <p:sp>
          <p:nvSpPr>
            <p:cNvPr id="27" name="Freeform 13">
              <a:extLst>
                <a:ext uri="{FF2B5EF4-FFF2-40B4-BE49-F238E27FC236}">
                  <a16:creationId xmlns:a16="http://schemas.microsoft.com/office/drawing/2014/main" id="{4878FB48-17B3-4A11-8025-DE0945CD4E71}"/>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3371850" y="2692400"/>
              <a:ext cx="3332162" cy="4165600"/>
            </a:xfrm>
            <a:custGeom>
              <a:avLst/>
              <a:gdLst/>
              <a:ahLst/>
              <a:cxnLst/>
              <a:rect l="0" t="0" r="r" b="b"/>
              <a:pathLst>
                <a:path w="2099" h="2624">
                  <a:moveTo>
                    <a:pt x="2099" y="2624"/>
                  </a:moveTo>
                  <a:lnTo>
                    <a:pt x="0" y="0"/>
                  </a:lnTo>
                  <a:lnTo>
                    <a:pt x="2021" y="2624"/>
                  </a:lnTo>
                  <a:lnTo>
                    <a:pt x="2099" y="2624"/>
                  </a:lnTo>
                  <a:close/>
                </a:path>
              </a:pathLst>
            </a:custGeom>
            <a:solidFill>
              <a:schemeClr val="accent1">
                <a:lumMod val="50000"/>
              </a:schemeClr>
            </a:solidFill>
            <a:ln>
              <a:noFill/>
            </a:ln>
          </p:spPr>
          <p:txBody>
            <a:bodyPr/>
            <a:lstStyle/>
            <a:p>
              <a:endParaRPr lang="en-US"/>
            </a:p>
          </p:txBody>
        </p:sp>
        <p:sp>
          <p:nvSpPr>
            <p:cNvPr id="28" name="Freeform 14">
              <a:extLst>
                <a:ext uri="{FF2B5EF4-FFF2-40B4-BE49-F238E27FC236}">
                  <a16:creationId xmlns:a16="http://schemas.microsoft.com/office/drawing/2014/main" id="{4150A21C-DD6D-4D3C-9E95-7A3CA263BEB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3367088" y="2687637"/>
              <a:ext cx="4576762" cy="4170363"/>
            </a:xfrm>
            <a:custGeom>
              <a:avLst/>
              <a:gdLst/>
              <a:ahLst/>
              <a:cxnLst/>
              <a:rect l="0" t="0" r="r" b="b"/>
              <a:pathLst>
                <a:path w="2883" h="2627">
                  <a:moveTo>
                    <a:pt x="0" y="0"/>
                  </a:moveTo>
                  <a:lnTo>
                    <a:pt x="3" y="3"/>
                  </a:lnTo>
                  <a:lnTo>
                    <a:pt x="2102" y="2627"/>
                  </a:lnTo>
                  <a:lnTo>
                    <a:pt x="2883" y="2627"/>
                  </a:lnTo>
                  <a:lnTo>
                    <a:pt x="225" y="57"/>
                  </a:lnTo>
                  <a:lnTo>
                    <a:pt x="0" y="0"/>
                  </a:lnTo>
                  <a:close/>
                </a:path>
              </a:pathLst>
            </a:custGeom>
            <a:solidFill>
              <a:schemeClr val="accent1">
                <a:lumMod val="75000"/>
              </a:schemeClr>
            </a:solidFill>
            <a:ln>
              <a:noFill/>
            </a:ln>
          </p:spPr>
          <p:txBody>
            <a:bodyPr/>
            <a:lstStyle/>
            <a:p>
              <a:endParaRPr lang="en-US"/>
            </a:p>
          </p:txBody>
        </p:sp>
        <p:sp>
          <p:nvSpPr>
            <p:cNvPr id="29" name="Freeform 15">
              <a:extLst>
                <a:ext uri="{FF2B5EF4-FFF2-40B4-BE49-F238E27FC236}">
                  <a16:creationId xmlns:a16="http://schemas.microsoft.com/office/drawing/2014/main" id="{7505BF04-104D-4180-A284-42FCD6B04DD6}"/>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2928938" y="2578100"/>
              <a:ext cx="3584575" cy="4279900"/>
            </a:xfrm>
            <a:custGeom>
              <a:avLst/>
              <a:gdLst/>
              <a:ahLst/>
              <a:cxnLst/>
              <a:rect l="0" t="0" r="r" b="b"/>
              <a:pathLst>
                <a:path w="2258" h="2696">
                  <a:moveTo>
                    <a:pt x="2258" y="2696"/>
                  </a:moveTo>
                  <a:lnTo>
                    <a:pt x="264" y="111"/>
                  </a:lnTo>
                  <a:lnTo>
                    <a:pt x="228" y="60"/>
                  </a:lnTo>
                  <a:lnTo>
                    <a:pt x="225" y="57"/>
                  </a:lnTo>
                  <a:lnTo>
                    <a:pt x="0" y="0"/>
                  </a:lnTo>
                  <a:lnTo>
                    <a:pt x="0" y="3"/>
                  </a:lnTo>
                  <a:lnTo>
                    <a:pt x="1697" y="2696"/>
                  </a:lnTo>
                  <a:lnTo>
                    <a:pt x="2258" y="2696"/>
                  </a:lnTo>
                  <a:close/>
                </a:path>
              </a:pathLst>
            </a:custGeom>
            <a:solidFill>
              <a:srgbClr val="404040"/>
            </a:solidFill>
            <a:ln>
              <a:noFill/>
            </a:ln>
          </p:spPr>
          <p:txBody>
            <a:bodyPr/>
            <a:lstStyle/>
            <a:p>
              <a:endParaRPr lang="en-US"/>
            </a:p>
          </p:txBody>
        </p:sp>
      </p:grpSp>
      <p:sp>
        <p:nvSpPr>
          <p:cNvPr id="2" name="Title 1">
            <a:extLst>
              <a:ext uri="{FF2B5EF4-FFF2-40B4-BE49-F238E27FC236}">
                <a16:creationId xmlns:a16="http://schemas.microsoft.com/office/drawing/2014/main" id="{652CD06E-EB43-4697-A9C1-290232C3BAD6}"/>
              </a:ext>
            </a:extLst>
          </p:cNvPr>
          <p:cNvSpPr>
            <a:spLocks noGrp="1"/>
          </p:cNvSpPr>
          <p:nvPr>
            <p:ph type="ctrTitle"/>
          </p:nvPr>
        </p:nvSpPr>
        <p:spPr>
          <a:xfrm>
            <a:off x="364157" y="2094406"/>
            <a:ext cx="11463687" cy="2669189"/>
          </a:xfrm>
        </p:spPr>
        <p:txBody>
          <a:bodyPr>
            <a:noAutofit/>
          </a:bodyPr>
          <a:lstStyle/>
          <a:p>
            <a:pPr algn="ctr"/>
            <a:r>
              <a:rPr lang="en-US" sz="7200" dirty="0">
                <a:latin typeface="Mystical Woods Smooth Script" panose="02000500000000000000" pitchFamily="2" charset="0"/>
              </a:rPr>
              <a:t>Building Blocks of React JS</a:t>
            </a:r>
          </a:p>
        </p:txBody>
      </p:sp>
    </p:spTree>
    <p:extLst>
      <p:ext uri="{BB962C8B-B14F-4D97-AF65-F5344CB8AC3E}">
        <p14:creationId xmlns:p14="http://schemas.microsoft.com/office/powerpoint/2010/main" val="3884466951"/>
      </p:ext>
    </p:extLst>
  </p:cSld>
  <p:clrMapOvr>
    <a:overrideClrMapping bg1="dk1" tx1="lt1" bg2="dk2" tx2="lt2" accent1="accent1" accent2="accent2" accent3="accent3" accent4="accent4" accent5="accent5" accent6="accent6" hlink="hlink" folHlink="folHlink"/>
  </p:clrMapOvr>
  <mc:AlternateContent xmlns:mc="http://schemas.openxmlformats.org/markup-compatibility/2006" xmlns:p159="http://schemas.microsoft.com/office/powerpoint/2015/09/main">
    <mc:Choice Requires="p159">
      <p:transition>
        <p159:morph option="byObject"/>
      </p:transition>
    </mc:Choice>
    <mc:Fallback xmlns="">
      <p:transition>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53" presetClass="entr" presetSubtype="16" fill="hold" grpId="0" nodeType="withEffect">
                                  <p:stCondLst>
                                    <p:cond delay="0"/>
                                  </p:stCondLst>
                                  <p:childTnLst>
                                    <p:set>
                                      <p:cBhvr>
                                        <p:cTn id="6" dur="1" fill="hold">
                                          <p:stCondLst>
                                            <p:cond delay="0"/>
                                          </p:stCondLst>
                                        </p:cTn>
                                        <p:tgtEl>
                                          <p:spTgt spid="2"/>
                                        </p:tgtEl>
                                        <p:attrNameLst>
                                          <p:attrName>style.visibility</p:attrName>
                                        </p:attrNameLst>
                                      </p:cBhvr>
                                      <p:to>
                                        <p:strVal val="visible"/>
                                      </p:to>
                                    </p:set>
                                    <p:anim calcmode="lin" valueType="num">
                                      <p:cBhvr>
                                        <p:cTn id="7" dur="500" fill="hold"/>
                                        <p:tgtEl>
                                          <p:spTgt spid="2"/>
                                        </p:tgtEl>
                                        <p:attrNameLst>
                                          <p:attrName>ppt_w</p:attrName>
                                        </p:attrNameLst>
                                      </p:cBhvr>
                                      <p:tavLst>
                                        <p:tav tm="0">
                                          <p:val>
                                            <p:fltVal val="0"/>
                                          </p:val>
                                        </p:tav>
                                        <p:tav tm="100000">
                                          <p:val>
                                            <p:strVal val="#ppt_w"/>
                                          </p:val>
                                        </p:tav>
                                      </p:tavLst>
                                    </p:anim>
                                    <p:anim calcmode="lin" valueType="num">
                                      <p:cBhvr>
                                        <p:cTn id="8" dur="500" fill="hold"/>
                                        <p:tgtEl>
                                          <p:spTgt spid="2"/>
                                        </p:tgtEl>
                                        <p:attrNameLst>
                                          <p:attrName>ppt_h</p:attrName>
                                        </p:attrNameLst>
                                      </p:cBhvr>
                                      <p:tavLst>
                                        <p:tav tm="0">
                                          <p:val>
                                            <p:fltVal val="0"/>
                                          </p:val>
                                        </p:tav>
                                        <p:tav tm="100000">
                                          <p:val>
                                            <p:strVal val="#ppt_h"/>
                                          </p:val>
                                        </p:tav>
                                      </p:tavLst>
                                    </p:anim>
                                    <p:animEffect transition="in" filter="fade">
                                      <p:cBhvr>
                                        <p:cTn id="9" dur="5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
</file>

<file path=ppt/slides/slide2.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sp useBgFill="1">
        <p:nvSpPr>
          <p:cNvPr id="21" name="Rectangle 20">
            <a:extLst>
              <a:ext uri="{FF2B5EF4-FFF2-40B4-BE49-F238E27FC236}">
                <a16:creationId xmlns:a16="http://schemas.microsoft.com/office/drawing/2014/main" id="{E5A92FE9-DB05-4D0D-AF5A-BE8664B9FFB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grpSp>
        <p:nvGrpSpPr>
          <p:cNvPr id="23" name="Group 22">
            <a:extLst>
              <a:ext uri="{FF2B5EF4-FFF2-40B4-BE49-F238E27FC236}">
                <a16:creationId xmlns:a16="http://schemas.microsoft.com/office/drawing/2014/main" id="{53D9B26A-5143-49A7-BA98-D871D5BD719A}"/>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flipH="1">
            <a:off x="6526211" y="1"/>
            <a:ext cx="5014912" cy="6857999"/>
            <a:chOff x="2928938" y="-4763"/>
            <a:chExt cx="5014912" cy="6862763"/>
          </a:xfrm>
        </p:grpSpPr>
        <p:sp>
          <p:nvSpPr>
            <p:cNvPr id="24" name="Freeform 6">
              <a:extLst>
                <a:ext uri="{FF2B5EF4-FFF2-40B4-BE49-F238E27FC236}">
                  <a16:creationId xmlns:a16="http://schemas.microsoft.com/office/drawing/2014/main" id="{68B85E55-A2A1-4682-B891-F201358A92D5}"/>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3367088" y="-4763"/>
              <a:ext cx="1063625" cy="2782888"/>
            </a:xfrm>
            <a:custGeom>
              <a:avLst/>
              <a:gdLst/>
              <a:ahLst/>
              <a:cxnLst/>
              <a:rect l="0" t="0" r="r" b="b"/>
              <a:pathLst>
                <a:path w="670" h="1753">
                  <a:moveTo>
                    <a:pt x="0" y="1696"/>
                  </a:moveTo>
                  <a:lnTo>
                    <a:pt x="225" y="1753"/>
                  </a:lnTo>
                  <a:lnTo>
                    <a:pt x="670" y="0"/>
                  </a:lnTo>
                  <a:lnTo>
                    <a:pt x="430" y="0"/>
                  </a:lnTo>
                  <a:lnTo>
                    <a:pt x="0" y="1696"/>
                  </a:lnTo>
                  <a:close/>
                </a:path>
              </a:pathLst>
            </a:custGeom>
            <a:solidFill>
              <a:schemeClr val="accent1"/>
            </a:solidFill>
            <a:ln>
              <a:noFill/>
            </a:ln>
          </p:spPr>
          <p:txBody>
            <a:bodyPr/>
            <a:lstStyle/>
            <a:p>
              <a:endParaRPr lang="en-US"/>
            </a:p>
          </p:txBody>
        </p:sp>
        <p:sp>
          <p:nvSpPr>
            <p:cNvPr id="25" name="Freeform 7">
              <a:extLst>
                <a:ext uri="{FF2B5EF4-FFF2-40B4-BE49-F238E27FC236}">
                  <a16:creationId xmlns:a16="http://schemas.microsoft.com/office/drawing/2014/main" id="{45EF6EDB-9B5D-49E9-96FA-1AE08BF95E57}"/>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2928938" y="-4763"/>
              <a:ext cx="1035050" cy="2673350"/>
            </a:xfrm>
            <a:custGeom>
              <a:avLst/>
              <a:gdLst/>
              <a:ahLst/>
              <a:cxnLst/>
              <a:rect l="0" t="0" r="r" b="b"/>
              <a:pathLst>
                <a:path w="652" h="1684">
                  <a:moveTo>
                    <a:pt x="225" y="1684"/>
                  </a:moveTo>
                  <a:lnTo>
                    <a:pt x="652" y="0"/>
                  </a:lnTo>
                  <a:lnTo>
                    <a:pt x="411" y="0"/>
                  </a:lnTo>
                  <a:lnTo>
                    <a:pt x="0" y="1627"/>
                  </a:lnTo>
                  <a:lnTo>
                    <a:pt x="219" y="1681"/>
                  </a:lnTo>
                  <a:lnTo>
                    <a:pt x="225" y="1684"/>
                  </a:lnTo>
                  <a:close/>
                </a:path>
              </a:pathLst>
            </a:custGeom>
            <a:solidFill>
              <a:srgbClr val="595959"/>
            </a:solidFill>
            <a:ln>
              <a:noFill/>
            </a:ln>
          </p:spPr>
          <p:txBody>
            <a:bodyPr/>
            <a:lstStyle/>
            <a:p>
              <a:endParaRPr lang="en-US"/>
            </a:p>
          </p:txBody>
        </p:sp>
        <p:sp>
          <p:nvSpPr>
            <p:cNvPr id="26" name="Freeform 12">
              <a:extLst>
                <a:ext uri="{FF2B5EF4-FFF2-40B4-BE49-F238E27FC236}">
                  <a16:creationId xmlns:a16="http://schemas.microsoft.com/office/drawing/2014/main" id="{38338226-D6E2-4EEE-B271-DB4BD096DBA1}"/>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2928938" y="2582862"/>
              <a:ext cx="2693987" cy="4275138"/>
            </a:xfrm>
            <a:custGeom>
              <a:avLst/>
              <a:gdLst/>
              <a:ahLst/>
              <a:cxnLst/>
              <a:rect l="0" t="0" r="r" b="b"/>
              <a:pathLst>
                <a:path w="1697" h="2693">
                  <a:moveTo>
                    <a:pt x="0" y="0"/>
                  </a:moveTo>
                  <a:lnTo>
                    <a:pt x="1622" y="2693"/>
                  </a:lnTo>
                  <a:lnTo>
                    <a:pt x="1697" y="2693"/>
                  </a:lnTo>
                  <a:lnTo>
                    <a:pt x="0" y="0"/>
                  </a:lnTo>
                  <a:close/>
                </a:path>
              </a:pathLst>
            </a:custGeom>
            <a:solidFill>
              <a:srgbClr val="262626"/>
            </a:solidFill>
            <a:ln>
              <a:noFill/>
            </a:ln>
          </p:spPr>
          <p:txBody>
            <a:bodyPr/>
            <a:lstStyle/>
            <a:p>
              <a:endParaRPr lang="en-US"/>
            </a:p>
          </p:txBody>
        </p:sp>
        <p:sp>
          <p:nvSpPr>
            <p:cNvPr id="27" name="Freeform 13">
              <a:extLst>
                <a:ext uri="{FF2B5EF4-FFF2-40B4-BE49-F238E27FC236}">
                  <a16:creationId xmlns:a16="http://schemas.microsoft.com/office/drawing/2014/main" id="{4878FB48-17B3-4A11-8025-DE0945CD4E71}"/>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3371850" y="2692400"/>
              <a:ext cx="3332162" cy="4165600"/>
            </a:xfrm>
            <a:custGeom>
              <a:avLst/>
              <a:gdLst/>
              <a:ahLst/>
              <a:cxnLst/>
              <a:rect l="0" t="0" r="r" b="b"/>
              <a:pathLst>
                <a:path w="2099" h="2624">
                  <a:moveTo>
                    <a:pt x="2099" y="2624"/>
                  </a:moveTo>
                  <a:lnTo>
                    <a:pt x="0" y="0"/>
                  </a:lnTo>
                  <a:lnTo>
                    <a:pt x="2021" y="2624"/>
                  </a:lnTo>
                  <a:lnTo>
                    <a:pt x="2099" y="2624"/>
                  </a:lnTo>
                  <a:close/>
                </a:path>
              </a:pathLst>
            </a:custGeom>
            <a:solidFill>
              <a:schemeClr val="accent1">
                <a:lumMod val="50000"/>
              </a:schemeClr>
            </a:solidFill>
            <a:ln>
              <a:noFill/>
            </a:ln>
          </p:spPr>
          <p:txBody>
            <a:bodyPr/>
            <a:lstStyle/>
            <a:p>
              <a:endParaRPr lang="en-US"/>
            </a:p>
          </p:txBody>
        </p:sp>
        <p:sp>
          <p:nvSpPr>
            <p:cNvPr id="28" name="Freeform 14">
              <a:extLst>
                <a:ext uri="{FF2B5EF4-FFF2-40B4-BE49-F238E27FC236}">
                  <a16:creationId xmlns:a16="http://schemas.microsoft.com/office/drawing/2014/main" id="{4150A21C-DD6D-4D3C-9E95-7A3CA263BEB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3367088" y="2687637"/>
              <a:ext cx="4576762" cy="4170363"/>
            </a:xfrm>
            <a:custGeom>
              <a:avLst/>
              <a:gdLst/>
              <a:ahLst/>
              <a:cxnLst/>
              <a:rect l="0" t="0" r="r" b="b"/>
              <a:pathLst>
                <a:path w="2883" h="2627">
                  <a:moveTo>
                    <a:pt x="0" y="0"/>
                  </a:moveTo>
                  <a:lnTo>
                    <a:pt x="3" y="3"/>
                  </a:lnTo>
                  <a:lnTo>
                    <a:pt x="2102" y="2627"/>
                  </a:lnTo>
                  <a:lnTo>
                    <a:pt x="2883" y="2627"/>
                  </a:lnTo>
                  <a:lnTo>
                    <a:pt x="225" y="57"/>
                  </a:lnTo>
                  <a:lnTo>
                    <a:pt x="0" y="0"/>
                  </a:lnTo>
                  <a:close/>
                </a:path>
              </a:pathLst>
            </a:custGeom>
            <a:solidFill>
              <a:schemeClr val="accent1">
                <a:lumMod val="75000"/>
              </a:schemeClr>
            </a:solidFill>
            <a:ln>
              <a:noFill/>
            </a:ln>
          </p:spPr>
          <p:txBody>
            <a:bodyPr/>
            <a:lstStyle/>
            <a:p>
              <a:endParaRPr lang="en-US"/>
            </a:p>
          </p:txBody>
        </p:sp>
        <p:sp>
          <p:nvSpPr>
            <p:cNvPr id="29" name="Freeform 15">
              <a:extLst>
                <a:ext uri="{FF2B5EF4-FFF2-40B4-BE49-F238E27FC236}">
                  <a16:creationId xmlns:a16="http://schemas.microsoft.com/office/drawing/2014/main" id="{7505BF04-104D-4180-A284-42FCD6B04DD6}"/>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2928938" y="2578100"/>
              <a:ext cx="3584575" cy="4279900"/>
            </a:xfrm>
            <a:custGeom>
              <a:avLst/>
              <a:gdLst/>
              <a:ahLst/>
              <a:cxnLst/>
              <a:rect l="0" t="0" r="r" b="b"/>
              <a:pathLst>
                <a:path w="2258" h="2696">
                  <a:moveTo>
                    <a:pt x="2258" y="2696"/>
                  </a:moveTo>
                  <a:lnTo>
                    <a:pt x="264" y="111"/>
                  </a:lnTo>
                  <a:lnTo>
                    <a:pt x="228" y="60"/>
                  </a:lnTo>
                  <a:lnTo>
                    <a:pt x="225" y="57"/>
                  </a:lnTo>
                  <a:lnTo>
                    <a:pt x="0" y="0"/>
                  </a:lnTo>
                  <a:lnTo>
                    <a:pt x="0" y="3"/>
                  </a:lnTo>
                  <a:lnTo>
                    <a:pt x="1697" y="2696"/>
                  </a:lnTo>
                  <a:lnTo>
                    <a:pt x="2258" y="2696"/>
                  </a:lnTo>
                  <a:close/>
                </a:path>
              </a:pathLst>
            </a:custGeom>
            <a:solidFill>
              <a:srgbClr val="404040"/>
            </a:solidFill>
            <a:ln>
              <a:noFill/>
            </a:ln>
          </p:spPr>
          <p:txBody>
            <a:bodyPr/>
            <a:lstStyle/>
            <a:p>
              <a:endParaRPr lang="en-US"/>
            </a:p>
          </p:txBody>
        </p:sp>
      </p:grpSp>
      <p:sp>
        <p:nvSpPr>
          <p:cNvPr id="2" name="Title 1">
            <a:extLst>
              <a:ext uri="{FF2B5EF4-FFF2-40B4-BE49-F238E27FC236}">
                <a16:creationId xmlns:a16="http://schemas.microsoft.com/office/drawing/2014/main" id="{652CD06E-EB43-4697-A9C1-290232C3BAD6}"/>
              </a:ext>
            </a:extLst>
          </p:cNvPr>
          <p:cNvSpPr>
            <a:spLocks noGrp="1"/>
          </p:cNvSpPr>
          <p:nvPr>
            <p:ph type="ctrTitle"/>
          </p:nvPr>
        </p:nvSpPr>
        <p:spPr>
          <a:xfrm>
            <a:off x="473345" y="0"/>
            <a:ext cx="11182849" cy="1223994"/>
          </a:xfrm>
        </p:spPr>
        <p:txBody>
          <a:bodyPr>
            <a:noAutofit/>
          </a:bodyPr>
          <a:lstStyle/>
          <a:p>
            <a:pPr algn="l"/>
            <a:r>
              <a:rPr lang="en-US" sz="5400" b="1" dirty="0">
                <a:latin typeface="Mystical Woods Smooth Script" panose="02000500000000000000" pitchFamily="2" charset="0"/>
                <a:cs typeface="Cavolini" panose="03000502040302020204" pitchFamily="66" charset="0"/>
              </a:rPr>
              <a:t>Core Building Blocks of React</a:t>
            </a:r>
          </a:p>
        </p:txBody>
      </p:sp>
      <p:grpSp>
        <p:nvGrpSpPr>
          <p:cNvPr id="6" name="Group 5">
            <a:extLst>
              <a:ext uri="{FF2B5EF4-FFF2-40B4-BE49-F238E27FC236}">
                <a16:creationId xmlns:a16="http://schemas.microsoft.com/office/drawing/2014/main" id="{752A73B4-49EC-E765-1462-2A106F07C3D4}"/>
              </a:ext>
            </a:extLst>
          </p:cNvPr>
          <p:cNvGrpSpPr/>
          <p:nvPr/>
        </p:nvGrpSpPr>
        <p:grpSpPr>
          <a:xfrm>
            <a:off x="481809" y="1152868"/>
            <a:ext cx="8950321" cy="182880"/>
            <a:chOff x="1089027" y="1251583"/>
            <a:chExt cx="8950321" cy="182880"/>
          </a:xfrm>
        </p:grpSpPr>
        <p:cxnSp>
          <p:nvCxnSpPr>
            <p:cNvPr id="4" name="Straight Connector 3">
              <a:extLst>
                <a:ext uri="{FF2B5EF4-FFF2-40B4-BE49-F238E27FC236}">
                  <a16:creationId xmlns:a16="http://schemas.microsoft.com/office/drawing/2014/main" id="{1111542F-3245-DDEC-4B5A-7412E7DBE5FD}"/>
                </a:ext>
              </a:extLst>
            </p:cNvPr>
            <p:cNvCxnSpPr/>
            <p:nvPr/>
          </p:nvCxnSpPr>
          <p:spPr>
            <a:xfrm>
              <a:off x="1089027" y="1347537"/>
              <a:ext cx="8786493" cy="0"/>
            </a:xfrm>
            <a:prstGeom prst="line">
              <a:avLst/>
            </a:prstGeom>
            <a:ln w="38100">
              <a:solidFill>
                <a:srgbClr val="595959"/>
              </a:solidFill>
            </a:ln>
            <a:effectLst>
              <a:reflection blurRad="6350" stA="50000" endA="275" endPos="40000" dist="101600" dir="5400000" sy="-100000" algn="bl" rotWithShape="0"/>
              <a:softEdge rad="12700"/>
            </a:effectLst>
          </p:spPr>
          <p:style>
            <a:lnRef idx="3">
              <a:schemeClr val="dk1"/>
            </a:lnRef>
            <a:fillRef idx="0">
              <a:schemeClr val="dk1"/>
            </a:fillRef>
            <a:effectRef idx="2">
              <a:schemeClr val="dk1"/>
            </a:effectRef>
            <a:fontRef idx="minor">
              <a:schemeClr val="tx1"/>
            </a:fontRef>
          </p:style>
        </p:cxnSp>
        <p:sp>
          <p:nvSpPr>
            <p:cNvPr id="5" name="Flowchart: Connector 4">
              <a:extLst>
                <a:ext uri="{FF2B5EF4-FFF2-40B4-BE49-F238E27FC236}">
                  <a16:creationId xmlns:a16="http://schemas.microsoft.com/office/drawing/2014/main" id="{B2858492-B751-8ED7-57BE-708D61DDCF50}"/>
                </a:ext>
              </a:extLst>
            </p:cNvPr>
            <p:cNvSpPr/>
            <p:nvPr/>
          </p:nvSpPr>
          <p:spPr>
            <a:xfrm>
              <a:off x="9856468" y="1251583"/>
              <a:ext cx="182880" cy="182880"/>
            </a:xfrm>
            <a:prstGeom prst="flowChartConnector">
              <a:avLst/>
            </a:prstGeom>
            <a:ln>
              <a:noFill/>
            </a:ln>
            <a:effectLst>
              <a:outerShdw blurRad="50800" dist="38100" dir="2700000" algn="tl"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13" name="Group 12">
            <a:extLst>
              <a:ext uri="{FF2B5EF4-FFF2-40B4-BE49-F238E27FC236}">
                <a16:creationId xmlns:a16="http://schemas.microsoft.com/office/drawing/2014/main" id="{610A667B-F8FC-8F99-7594-67F91EEA4B3E}"/>
              </a:ext>
            </a:extLst>
          </p:cNvPr>
          <p:cNvGrpSpPr/>
          <p:nvPr/>
        </p:nvGrpSpPr>
        <p:grpSpPr>
          <a:xfrm>
            <a:off x="447540" y="1762772"/>
            <a:ext cx="8373791" cy="685800"/>
            <a:chOff x="473345" y="1432918"/>
            <a:chExt cx="8373791" cy="685800"/>
          </a:xfrm>
        </p:grpSpPr>
        <p:pic>
          <p:nvPicPr>
            <p:cNvPr id="14" name="Graphic 13" descr="Atom with solid fill">
              <a:extLst>
                <a:ext uri="{FF2B5EF4-FFF2-40B4-BE49-F238E27FC236}">
                  <a16:creationId xmlns:a16="http://schemas.microsoft.com/office/drawing/2014/main" id="{6BF1CFA9-2B8C-C2F7-4ADA-22E3987AA539}"/>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473345" y="1432918"/>
              <a:ext cx="685800" cy="685800"/>
            </a:xfrm>
            <a:prstGeom prst="rect">
              <a:avLst/>
            </a:prstGeom>
          </p:spPr>
        </p:pic>
        <p:sp>
          <p:nvSpPr>
            <p:cNvPr id="15" name="TextBox 14">
              <a:extLst>
                <a:ext uri="{FF2B5EF4-FFF2-40B4-BE49-F238E27FC236}">
                  <a16:creationId xmlns:a16="http://schemas.microsoft.com/office/drawing/2014/main" id="{7ECF45C6-D7D5-7F4B-2F60-8C13FE341242}"/>
                </a:ext>
              </a:extLst>
            </p:cNvPr>
            <p:cNvSpPr txBox="1"/>
            <p:nvPr/>
          </p:nvSpPr>
          <p:spPr>
            <a:xfrm flipH="1">
              <a:off x="1250396" y="1568069"/>
              <a:ext cx="7596740" cy="415498"/>
            </a:xfrm>
            <a:prstGeom prst="rect">
              <a:avLst/>
            </a:prstGeom>
            <a:noFill/>
          </p:spPr>
          <p:txBody>
            <a:bodyPr wrap="square" rtlCol="0">
              <a:spAutoFit/>
            </a:bodyPr>
            <a:lstStyle/>
            <a:p>
              <a:r>
                <a:rPr lang="en-US" sz="2100" b="1" dirty="0">
                  <a:latin typeface="Cavolini" panose="03000502040302020204" pitchFamily="66" charset="0"/>
                  <a:cs typeface="Cavolini" panose="03000502040302020204" pitchFamily="66" charset="0"/>
                </a:rPr>
                <a:t>Introduction To JSX</a:t>
              </a:r>
            </a:p>
          </p:txBody>
        </p:sp>
      </p:grpSp>
      <p:grpSp>
        <p:nvGrpSpPr>
          <p:cNvPr id="8" name="Group 7">
            <a:extLst>
              <a:ext uri="{FF2B5EF4-FFF2-40B4-BE49-F238E27FC236}">
                <a16:creationId xmlns:a16="http://schemas.microsoft.com/office/drawing/2014/main" id="{1EA5043D-92A4-E1C4-B9DF-74E7E5A86B41}"/>
              </a:ext>
            </a:extLst>
          </p:cNvPr>
          <p:cNvGrpSpPr/>
          <p:nvPr/>
        </p:nvGrpSpPr>
        <p:grpSpPr>
          <a:xfrm>
            <a:off x="447540" y="2536184"/>
            <a:ext cx="8373791" cy="685800"/>
            <a:chOff x="473345" y="1432918"/>
            <a:chExt cx="8373791" cy="685800"/>
          </a:xfrm>
        </p:grpSpPr>
        <p:pic>
          <p:nvPicPr>
            <p:cNvPr id="9" name="Graphic 8" descr="Atom with solid fill">
              <a:extLst>
                <a:ext uri="{FF2B5EF4-FFF2-40B4-BE49-F238E27FC236}">
                  <a16:creationId xmlns:a16="http://schemas.microsoft.com/office/drawing/2014/main" id="{59D6AD92-F099-E2E8-5ACA-118E139BA80C}"/>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473345" y="1432918"/>
              <a:ext cx="685800" cy="685800"/>
            </a:xfrm>
            <a:prstGeom prst="rect">
              <a:avLst/>
            </a:prstGeom>
          </p:spPr>
        </p:pic>
        <p:sp>
          <p:nvSpPr>
            <p:cNvPr id="16" name="TextBox 15">
              <a:extLst>
                <a:ext uri="{FF2B5EF4-FFF2-40B4-BE49-F238E27FC236}">
                  <a16:creationId xmlns:a16="http://schemas.microsoft.com/office/drawing/2014/main" id="{676A0F2F-2819-CC16-873F-A274B7303508}"/>
                </a:ext>
              </a:extLst>
            </p:cNvPr>
            <p:cNvSpPr txBox="1"/>
            <p:nvPr/>
          </p:nvSpPr>
          <p:spPr>
            <a:xfrm flipH="1">
              <a:off x="1250396" y="1568069"/>
              <a:ext cx="7596740" cy="415498"/>
            </a:xfrm>
            <a:prstGeom prst="rect">
              <a:avLst/>
            </a:prstGeom>
            <a:noFill/>
          </p:spPr>
          <p:txBody>
            <a:bodyPr wrap="square" rtlCol="0">
              <a:spAutoFit/>
            </a:bodyPr>
            <a:lstStyle/>
            <a:p>
              <a:r>
                <a:rPr lang="en-US" sz="2100" b="1" dirty="0">
                  <a:latin typeface="Cavolini" panose="03000502040302020204" pitchFamily="66" charset="0"/>
                  <a:cs typeface="Cavolini" panose="03000502040302020204" pitchFamily="66" charset="0"/>
                </a:rPr>
                <a:t>Rendering Elements</a:t>
              </a:r>
            </a:p>
          </p:txBody>
        </p:sp>
      </p:grpSp>
      <p:grpSp>
        <p:nvGrpSpPr>
          <p:cNvPr id="3" name="Group 2">
            <a:extLst>
              <a:ext uri="{FF2B5EF4-FFF2-40B4-BE49-F238E27FC236}">
                <a16:creationId xmlns:a16="http://schemas.microsoft.com/office/drawing/2014/main" id="{E4EABFF1-5F87-9912-ED43-DC2242FC1661}"/>
              </a:ext>
            </a:extLst>
          </p:cNvPr>
          <p:cNvGrpSpPr/>
          <p:nvPr/>
        </p:nvGrpSpPr>
        <p:grpSpPr>
          <a:xfrm>
            <a:off x="447540" y="3322743"/>
            <a:ext cx="8373791" cy="685800"/>
            <a:chOff x="473345" y="1432918"/>
            <a:chExt cx="8373791" cy="685800"/>
          </a:xfrm>
        </p:grpSpPr>
        <p:pic>
          <p:nvPicPr>
            <p:cNvPr id="7" name="Graphic 6" descr="Atom with solid fill">
              <a:extLst>
                <a:ext uri="{FF2B5EF4-FFF2-40B4-BE49-F238E27FC236}">
                  <a16:creationId xmlns:a16="http://schemas.microsoft.com/office/drawing/2014/main" id="{71883968-E814-FF32-6B5D-19911E80E713}"/>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473345" y="1432918"/>
              <a:ext cx="685800" cy="685800"/>
            </a:xfrm>
            <a:prstGeom prst="rect">
              <a:avLst/>
            </a:prstGeom>
          </p:spPr>
        </p:pic>
        <p:sp>
          <p:nvSpPr>
            <p:cNvPr id="17" name="TextBox 16">
              <a:extLst>
                <a:ext uri="{FF2B5EF4-FFF2-40B4-BE49-F238E27FC236}">
                  <a16:creationId xmlns:a16="http://schemas.microsoft.com/office/drawing/2014/main" id="{1A737EFC-57BF-8255-5E0A-18EF50B81734}"/>
                </a:ext>
              </a:extLst>
            </p:cNvPr>
            <p:cNvSpPr txBox="1"/>
            <p:nvPr/>
          </p:nvSpPr>
          <p:spPr>
            <a:xfrm flipH="1">
              <a:off x="1250396" y="1568069"/>
              <a:ext cx="7596740" cy="415498"/>
            </a:xfrm>
            <a:prstGeom prst="rect">
              <a:avLst/>
            </a:prstGeom>
            <a:noFill/>
          </p:spPr>
          <p:txBody>
            <a:bodyPr wrap="square" rtlCol="0">
              <a:spAutoFit/>
            </a:bodyPr>
            <a:lstStyle/>
            <a:p>
              <a:r>
                <a:rPr lang="en-US" sz="2100" b="1" dirty="0">
                  <a:latin typeface="Cavolini" panose="03000502040302020204" pitchFamily="66" charset="0"/>
                  <a:cs typeface="Cavolini" panose="03000502040302020204" pitchFamily="66" charset="0"/>
                </a:rPr>
                <a:t>Components</a:t>
              </a:r>
            </a:p>
          </p:txBody>
        </p:sp>
      </p:grpSp>
      <p:grpSp>
        <p:nvGrpSpPr>
          <p:cNvPr id="18" name="Group 17">
            <a:extLst>
              <a:ext uri="{FF2B5EF4-FFF2-40B4-BE49-F238E27FC236}">
                <a16:creationId xmlns:a16="http://schemas.microsoft.com/office/drawing/2014/main" id="{EB8ADDF0-C296-AF33-88DB-B174AA55D9C8}"/>
              </a:ext>
            </a:extLst>
          </p:cNvPr>
          <p:cNvGrpSpPr/>
          <p:nvPr/>
        </p:nvGrpSpPr>
        <p:grpSpPr>
          <a:xfrm>
            <a:off x="447540" y="4113245"/>
            <a:ext cx="8373791" cy="685800"/>
            <a:chOff x="473345" y="1432918"/>
            <a:chExt cx="8373791" cy="685800"/>
          </a:xfrm>
        </p:grpSpPr>
        <p:pic>
          <p:nvPicPr>
            <p:cNvPr id="19" name="Graphic 18" descr="Atom with solid fill">
              <a:extLst>
                <a:ext uri="{FF2B5EF4-FFF2-40B4-BE49-F238E27FC236}">
                  <a16:creationId xmlns:a16="http://schemas.microsoft.com/office/drawing/2014/main" id="{F685747E-2A3F-87E0-CDC5-A6AEDA2385D4}"/>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473345" y="1432918"/>
              <a:ext cx="685800" cy="685800"/>
            </a:xfrm>
            <a:prstGeom prst="rect">
              <a:avLst/>
            </a:prstGeom>
          </p:spPr>
        </p:pic>
        <p:sp>
          <p:nvSpPr>
            <p:cNvPr id="20" name="TextBox 19">
              <a:extLst>
                <a:ext uri="{FF2B5EF4-FFF2-40B4-BE49-F238E27FC236}">
                  <a16:creationId xmlns:a16="http://schemas.microsoft.com/office/drawing/2014/main" id="{7E07024B-84BD-91CE-B886-6C2847757972}"/>
                </a:ext>
              </a:extLst>
            </p:cNvPr>
            <p:cNvSpPr txBox="1"/>
            <p:nvPr/>
          </p:nvSpPr>
          <p:spPr>
            <a:xfrm flipH="1">
              <a:off x="1250396" y="1568069"/>
              <a:ext cx="7596740" cy="415498"/>
            </a:xfrm>
            <a:prstGeom prst="rect">
              <a:avLst/>
            </a:prstGeom>
            <a:noFill/>
          </p:spPr>
          <p:txBody>
            <a:bodyPr wrap="square" rtlCol="0">
              <a:spAutoFit/>
            </a:bodyPr>
            <a:lstStyle/>
            <a:p>
              <a:r>
                <a:rPr lang="en-US" sz="2100" b="1" dirty="0">
                  <a:latin typeface="Cavolini" panose="03000502040302020204" pitchFamily="66" charset="0"/>
                  <a:cs typeface="Cavolini" panose="03000502040302020204" pitchFamily="66" charset="0"/>
                </a:rPr>
                <a:t>States And Props</a:t>
              </a:r>
            </a:p>
          </p:txBody>
        </p:sp>
      </p:grpSp>
      <p:grpSp>
        <p:nvGrpSpPr>
          <p:cNvPr id="22" name="Group 21">
            <a:extLst>
              <a:ext uri="{FF2B5EF4-FFF2-40B4-BE49-F238E27FC236}">
                <a16:creationId xmlns:a16="http://schemas.microsoft.com/office/drawing/2014/main" id="{20B2A049-B324-47B3-39C2-EC37A3C9F7EC}"/>
              </a:ext>
            </a:extLst>
          </p:cNvPr>
          <p:cNvGrpSpPr/>
          <p:nvPr/>
        </p:nvGrpSpPr>
        <p:grpSpPr>
          <a:xfrm>
            <a:off x="447540" y="4903747"/>
            <a:ext cx="8373791" cy="685800"/>
            <a:chOff x="473345" y="1432918"/>
            <a:chExt cx="8373791" cy="685800"/>
          </a:xfrm>
        </p:grpSpPr>
        <p:pic>
          <p:nvPicPr>
            <p:cNvPr id="30" name="Graphic 29" descr="Atom with solid fill">
              <a:extLst>
                <a:ext uri="{FF2B5EF4-FFF2-40B4-BE49-F238E27FC236}">
                  <a16:creationId xmlns:a16="http://schemas.microsoft.com/office/drawing/2014/main" id="{5BE10D43-74D6-F7EA-FDC8-8FAE9D687882}"/>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473345" y="1432918"/>
              <a:ext cx="685800" cy="685800"/>
            </a:xfrm>
            <a:prstGeom prst="rect">
              <a:avLst/>
            </a:prstGeom>
          </p:spPr>
        </p:pic>
        <p:sp>
          <p:nvSpPr>
            <p:cNvPr id="31" name="TextBox 30">
              <a:extLst>
                <a:ext uri="{FF2B5EF4-FFF2-40B4-BE49-F238E27FC236}">
                  <a16:creationId xmlns:a16="http://schemas.microsoft.com/office/drawing/2014/main" id="{71C60072-6306-6E0A-7E50-0F8735A7F308}"/>
                </a:ext>
              </a:extLst>
            </p:cNvPr>
            <p:cNvSpPr txBox="1"/>
            <p:nvPr/>
          </p:nvSpPr>
          <p:spPr>
            <a:xfrm flipH="1">
              <a:off x="1250396" y="1568069"/>
              <a:ext cx="7596740" cy="415498"/>
            </a:xfrm>
            <a:prstGeom prst="rect">
              <a:avLst/>
            </a:prstGeom>
            <a:noFill/>
          </p:spPr>
          <p:txBody>
            <a:bodyPr wrap="square" rtlCol="0">
              <a:spAutoFit/>
            </a:bodyPr>
            <a:lstStyle/>
            <a:p>
              <a:r>
                <a:rPr lang="en-US" sz="2100" b="1" dirty="0">
                  <a:latin typeface="Cavolini" panose="03000502040302020204" pitchFamily="66" charset="0"/>
                  <a:cs typeface="Cavolini" panose="03000502040302020204" pitchFamily="66" charset="0"/>
                </a:rPr>
                <a:t>Conditional Rendering</a:t>
              </a:r>
            </a:p>
          </p:txBody>
        </p:sp>
      </p:grpSp>
    </p:spTree>
    <p:extLst>
      <p:ext uri="{BB962C8B-B14F-4D97-AF65-F5344CB8AC3E}">
        <p14:creationId xmlns:p14="http://schemas.microsoft.com/office/powerpoint/2010/main" val="2837986521"/>
      </p:ext>
    </p:extLst>
  </p:cSld>
  <p:clrMapOvr>
    <a:overrideClrMapping bg1="dk1" tx1="lt1" bg2="dk2" tx2="lt2" accent1="accent1" accent2="accent2" accent3="accent3" accent4="accent4" accent5="accent5" accent6="accent6" hlink="hlink" folHlink="folHlink"/>
  </p:clrMapOvr>
  <mc:AlternateContent xmlns:mc="http://schemas.openxmlformats.org/markup-compatibility/2006" xmlns:p159="http://schemas.microsoft.com/office/powerpoint/2015/09/main">
    <mc:Choice Requires="p159">
      <p:transition>
        <p159:morph option="byObject"/>
      </p:transition>
    </mc:Choice>
    <mc:Fallback xmlns="">
      <p:transition>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8" fill="hold" nodeType="clickEffect">
                                  <p:stCondLst>
                                    <p:cond delay="0"/>
                                  </p:stCondLst>
                                  <p:childTnLst>
                                    <p:set>
                                      <p:cBhvr>
                                        <p:cTn id="6" dur="1" fill="hold">
                                          <p:stCondLst>
                                            <p:cond delay="0"/>
                                          </p:stCondLst>
                                        </p:cTn>
                                        <p:tgtEl>
                                          <p:spTgt spid="13"/>
                                        </p:tgtEl>
                                        <p:attrNameLst>
                                          <p:attrName>style.visibility</p:attrName>
                                        </p:attrNameLst>
                                      </p:cBhvr>
                                      <p:to>
                                        <p:strVal val="visible"/>
                                      </p:to>
                                    </p:set>
                                    <p:anim calcmode="lin" valueType="num">
                                      <p:cBhvr additive="base">
                                        <p:cTn id="7" dur="500" fill="hold"/>
                                        <p:tgtEl>
                                          <p:spTgt spid="13"/>
                                        </p:tgtEl>
                                        <p:attrNameLst>
                                          <p:attrName>ppt_x</p:attrName>
                                        </p:attrNameLst>
                                      </p:cBhvr>
                                      <p:tavLst>
                                        <p:tav tm="0">
                                          <p:val>
                                            <p:strVal val="0-#ppt_w/2"/>
                                          </p:val>
                                        </p:tav>
                                        <p:tav tm="100000">
                                          <p:val>
                                            <p:strVal val="#ppt_x"/>
                                          </p:val>
                                        </p:tav>
                                      </p:tavLst>
                                    </p:anim>
                                    <p:anim calcmode="lin" valueType="num">
                                      <p:cBhvr additive="base">
                                        <p:cTn id="8" dur="500" fill="hold"/>
                                        <p:tgtEl>
                                          <p:spTgt spid="13"/>
                                        </p:tgtEl>
                                        <p:attrNameLst>
                                          <p:attrName>ppt_y</p:attrName>
                                        </p:attrNameLst>
                                      </p:cBhvr>
                                      <p:tavLst>
                                        <p:tav tm="0">
                                          <p:val>
                                            <p:strVal val="#ppt_y"/>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8" fill="hold" nodeType="clickEffect">
                                  <p:stCondLst>
                                    <p:cond delay="0"/>
                                  </p:stCondLst>
                                  <p:childTnLst>
                                    <p:set>
                                      <p:cBhvr>
                                        <p:cTn id="12" dur="1" fill="hold">
                                          <p:stCondLst>
                                            <p:cond delay="0"/>
                                          </p:stCondLst>
                                        </p:cTn>
                                        <p:tgtEl>
                                          <p:spTgt spid="8"/>
                                        </p:tgtEl>
                                        <p:attrNameLst>
                                          <p:attrName>style.visibility</p:attrName>
                                        </p:attrNameLst>
                                      </p:cBhvr>
                                      <p:to>
                                        <p:strVal val="visible"/>
                                      </p:to>
                                    </p:set>
                                    <p:anim calcmode="lin" valueType="num">
                                      <p:cBhvr additive="base">
                                        <p:cTn id="13" dur="500" fill="hold"/>
                                        <p:tgtEl>
                                          <p:spTgt spid="8"/>
                                        </p:tgtEl>
                                        <p:attrNameLst>
                                          <p:attrName>ppt_x</p:attrName>
                                        </p:attrNameLst>
                                      </p:cBhvr>
                                      <p:tavLst>
                                        <p:tav tm="0">
                                          <p:val>
                                            <p:strVal val="0-#ppt_w/2"/>
                                          </p:val>
                                        </p:tav>
                                        <p:tav tm="100000">
                                          <p:val>
                                            <p:strVal val="#ppt_x"/>
                                          </p:val>
                                        </p:tav>
                                      </p:tavLst>
                                    </p:anim>
                                    <p:anim calcmode="lin" valueType="num">
                                      <p:cBhvr additive="base">
                                        <p:cTn id="14" dur="500" fill="hold"/>
                                        <p:tgtEl>
                                          <p:spTgt spid="8"/>
                                        </p:tgtEl>
                                        <p:attrNameLst>
                                          <p:attrName>ppt_y</p:attrName>
                                        </p:attrNameLst>
                                      </p:cBhvr>
                                      <p:tavLst>
                                        <p:tav tm="0">
                                          <p:val>
                                            <p:strVal val="#ppt_y"/>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8" fill="hold" nodeType="clickEffect">
                                  <p:stCondLst>
                                    <p:cond delay="0"/>
                                  </p:stCondLst>
                                  <p:childTnLst>
                                    <p:set>
                                      <p:cBhvr>
                                        <p:cTn id="18" dur="1" fill="hold">
                                          <p:stCondLst>
                                            <p:cond delay="0"/>
                                          </p:stCondLst>
                                        </p:cTn>
                                        <p:tgtEl>
                                          <p:spTgt spid="3"/>
                                        </p:tgtEl>
                                        <p:attrNameLst>
                                          <p:attrName>style.visibility</p:attrName>
                                        </p:attrNameLst>
                                      </p:cBhvr>
                                      <p:to>
                                        <p:strVal val="visible"/>
                                      </p:to>
                                    </p:set>
                                    <p:anim calcmode="lin" valueType="num">
                                      <p:cBhvr additive="base">
                                        <p:cTn id="19" dur="500" fill="hold"/>
                                        <p:tgtEl>
                                          <p:spTgt spid="3"/>
                                        </p:tgtEl>
                                        <p:attrNameLst>
                                          <p:attrName>ppt_x</p:attrName>
                                        </p:attrNameLst>
                                      </p:cBhvr>
                                      <p:tavLst>
                                        <p:tav tm="0">
                                          <p:val>
                                            <p:strVal val="0-#ppt_w/2"/>
                                          </p:val>
                                        </p:tav>
                                        <p:tav tm="100000">
                                          <p:val>
                                            <p:strVal val="#ppt_x"/>
                                          </p:val>
                                        </p:tav>
                                      </p:tavLst>
                                    </p:anim>
                                    <p:anim calcmode="lin" valueType="num">
                                      <p:cBhvr additive="base">
                                        <p:cTn id="20" dur="500" fill="hold"/>
                                        <p:tgtEl>
                                          <p:spTgt spid="3"/>
                                        </p:tgtEl>
                                        <p:attrNameLst>
                                          <p:attrName>ppt_y</p:attrName>
                                        </p:attrNameLst>
                                      </p:cBhvr>
                                      <p:tavLst>
                                        <p:tav tm="0">
                                          <p:val>
                                            <p:strVal val="#ppt_y"/>
                                          </p:val>
                                        </p:tav>
                                        <p:tav tm="100000">
                                          <p:val>
                                            <p:strVal val="#ppt_y"/>
                                          </p:val>
                                        </p:tav>
                                      </p:tavLst>
                                    </p:anim>
                                  </p:childTnLst>
                                </p:cTn>
                              </p:par>
                            </p:childTnLst>
                          </p:cTn>
                        </p:par>
                      </p:childTnLst>
                    </p:cTn>
                  </p:par>
                  <p:par>
                    <p:cTn id="21" fill="hold">
                      <p:stCondLst>
                        <p:cond delay="indefinite"/>
                      </p:stCondLst>
                      <p:childTnLst>
                        <p:par>
                          <p:cTn id="22" fill="hold">
                            <p:stCondLst>
                              <p:cond delay="0"/>
                            </p:stCondLst>
                            <p:childTnLst>
                              <p:par>
                                <p:cTn id="23" presetID="2" presetClass="entr" presetSubtype="8" fill="hold" nodeType="clickEffect">
                                  <p:stCondLst>
                                    <p:cond delay="0"/>
                                  </p:stCondLst>
                                  <p:childTnLst>
                                    <p:set>
                                      <p:cBhvr>
                                        <p:cTn id="24" dur="1" fill="hold">
                                          <p:stCondLst>
                                            <p:cond delay="0"/>
                                          </p:stCondLst>
                                        </p:cTn>
                                        <p:tgtEl>
                                          <p:spTgt spid="18"/>
                                        </p:tgtEl>
                                        <p:attrNameLst>
                                          <p:attrName>style.visibility</p:attrName>
                                        </p:attrNameLst>
                                      </p:cBhvr>
                                      <p:to>
                                        <p:strVal val="visible"/>
                                      </p:to>
                                    </p:set>
                                    <p:anim calcmode="lin" valueType="num">
                                      <p:cBhvr additive="base">
                                        <p:cTn id="25" dur="500" fill="hold"/>
                                        <p:tgtEl>
                                          <p:spTgt spid="18"/>
                                        </p:tgtEl>
                                        <p:attrNameLst>
                                          <p:attrName>ppt_x</p:attrName>
                                        </p:attrNameLst>
                                      </p:cBhvr>
                                      <p:tavLst>
                                        <p:tav tm="0">
                                          <p:val>
                                            <p:strVal val="0-#ppt_w/2"/>
                                          </p:val>
                                        </p:tav>
                                        <p:tav tm="100000">
                                          <p:val>
                                            <p:strVal val="#ppt_x"/>
                                          </p:val>
                                        </p:tav>
                                      </p:tavLst>
                                    </p:anim>
                                    <p:anim calcmode="lin" valueType="num">
                                      <p:cBhvr additive="base">
                                        <p:cTn id="26" dur="500" fill="hold"/>
                                        <p:tgtEl>
                                          <p:spTgt spid="18"/>
                                        </p:tgtEl>
                                        <p:attrNameLst>
                                          <p:attrName>ppt_y</p:attrName>
                                        </p:attrNameLst>
                                      </p:cBhvr>
                                      <p:tavLst>
                                        <p:tav tm="0">
                                          <p:val>
                                            <p:strVal val="#ppt_y"/>
                                          </p:val>
                                        </p:tav>
                                        <p:tav tm="100000">
                                          <p:val>
                                            <p:strVal val="#ppt_y"/>
                                          </p:val>
                                        </p:tav>
                                      </p:tavLst>
                                    </p:anim>
                                  </p:childTnLst>
                                </p:cTn>
                              </p:par>
                            </p:childTnLst>
                          </p:cTn>
                        </p:par>
                      </p:childTnLst>
                    </p:cTn>
                  </p:par>
                  <p:par>
                    <p:cTn id="27" fill="hold">
                      <p:stCondLst>
                        <p:cond delay="indefinite"/>
                      </p:stCondLst>
                      <p:childTnLst>
                        <p:par>
                          <p:cTn id="28" fill="hold">
                            <p:stCondLst>
                              <p:cond delay="0"/>
                            </p:stCondLst>
                            <p:childTnLst>
                              <p:par>
                                <p:cTn id="29" presetID="2" presetClass="entr" presetSubtype="8" fill="hold" nodeType="clickEffect">
                                  <p:stCondLst>
                                    <p:cond delay="0"/>
                                  </p:stCondLst>
                                  <p:childTnLst>
                                    <p:set>
                                      <p:cBhvr>
                                        <p:cTn id="30" dur="1" fill="hold">
                                          <p:stCondLst>
                                            <p:cond delay="0"/>
                                          </p:stCondLst>
                                        </p:cTn>
                                        <p:tgtEl>
                                          <p:spTgt spid="22"/>
                                        </p:tgtEl>
                                        <p:attrNameLst>
                                          <p:attrName>style.visibility</p:attrName>
                                        </p:attrNameLst>
                                      </p:cBhvr>
                                      <p:to>
                                        <p:strVal val="visible"/>
                                      </p:to>
                                    </p:set>
                                    <p:anim calcmode="lin" valueType="num">
                                      <p:cBhvr additive="base">
                                        <p:cTn id="31" dur="500" fill="hold"/>
                                        <p:tgtEl>
                                          <p:spTgt spid="22"/>
                                        </p:tgtEl>
                                        <p:attrNameLst>
                                          <p:attrName>ppt_x</p:attrName>
                                        </p:attrNameLst>
                                      </p:cBhvr>
                                      <p:tavLst>
                                        <p:tav tm="0">
                                          <p:val>
                                            <p:strVal val="0-#ppt_w/2"/>
                                          </p:val>
                                        </p:tav>
                                        <p:tav tm="100000">
                                          <p:val>
                                            <p:strVal val="#ppt_x"/>
                                          </p:val>
                                        </p:tav>
                                      </p:tavLst>
                                    </p:anim>
                                    <p:anim calcmode="lin" valueType="num">
                                      <p:cBhvr additive="base">
                                        <p:cTn id="32" dur="500" fill="hold"/>
                                        <p:tgtEl>
                                          <p:spTgt spid="22"/>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sp useBgFill="1">
        <p:nvSpPr>
          <p:cNvPr id="21" name="Rectangle 20">
            <a:extLst>
              <a:ext uri="{FF2B5EF4-FFF2-40B4-BE49-F238E27FC236}">
                <a16:creationId xmlns:a16="http://schemas.microsoft.com/office/drawing/2014/main" id="{E5A92FE9-DB05-4D0D-AF5A-BE8664B9FFB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grpSp>
        <p:nvGrpSpPr>
          <p:cNvPr id="23" name="Group 22">
            <a:extLst>
              <a:ext uri="{FF2B5EF4-FFF2-40B4-BE49-F238E27FC236}">
                <a16:creationId xmlns:a16="http://schemas.microsoft.com/office/drawing/2014/main" id="{53D9B26A-5143-49A7-BA98-D871D5BD719A}"/>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flipH="1">
            <a:off x="6526211" y="1"/>
            <a:ext cx="5014912" cy="6857999"/>
            <a:chOff x="2928938" y="-4763"/>
            <a:chExt cx="5014912" cy="6862763"/>
          </a:xfrm>
        </p:grpSpPr>
        <p:sp>
          <p:nvSpPr>
            <p:cNvPr id="24" name="Freeform 6">
              <a:extLst>
                <a:ext uri="{FF2B5EF4-FFF2-40B4-BE49-F238E27FC236}">
                  <a16:creationId xmlns:a16="http://schemas.microsoft.com/office/drawing/2014/main" id="{68B85E55-A2A1-4682-B891-F201358A92D5}"/>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3367088" y="-4763"/>
              <a:ext cx="1063625" cy="2782888"/>
            </a:xfrm>
            <a:custGeom>
              <a:avLst/>
              <a:gdLst/>
              <a:ahLst/>
              <a:cxnLst/>
              <a:rect l="0" t="0" r="r" b="b"/>
              <a:pathLst>
                <a:path w="670" h="1753">
                  <a:moveTo>
                    <a:pt x="0" y="1696"/>
                  </a:moveTo>
                  <a:lnTo>
                    <a:pt x="225" y="1753"/>
                  </a:lnTo>
                  <a:lnTo>
                    <a:pt x="670" y="0"/>
                  </a:lnTo>
                  <a:lnTo>
                    <a:pt x="430" y="0"/>
                  </a:lnTo>
                  <a:lnTo>
                    <a:pt x="0" y="1696"/>
                  </a:lnTo>
                  <a:close/>
                </a:path>
              </a:pathLst>
            </a:custGeom>
            <a:solidFill>
              <a:schemeClr val="accent1"/>
            </a:solidFill>
            <a:ln>
              <a:noFill/>
            </a:ln>
          </p:spPr>
          <p:txBody>
            <a:bodyPr/>
            <a:lstStyle/>
            <a:p>
              <a:endParaRPr lang="en-US"/>
            </a:p>
          </p:txBody>
        </p:sp>
        <p:sp>
          <p:nvSpPr>
            <p:cNvPr id="25" name="Freeform 7">
              <a:extLst>
                <a:ext uri="{FF2B5EF4-FFF2-40B4-BE49-F238E27FC236}">
                  <a16:creationId xmlns:a16="http://schemas.microsoft.com/office/drawing/2014/main" id="{45EF6EDB-9B5D-49E9-96FA-1AE08BF95E57}"/>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2928938" y="-4763"/>
              <a:ext cx="1035050" cy="2673350"/>
            </a:xfrm>
            <a:custGeom>
              <a:avLst/>
              <a:gdLst/>
              <a:ahLst/>
              <a:cxnLst/>
              <a:rect l="0" t="0" r="r" b="b"/>
              <a:pathLst>
                <a:path w="652" h="1684">
                  <a:moveTo>
                    <a:pt x="225" y="1684"/>
                  </a:moveTo>
                  <a:lnTo>
                    <a:pt x="652" y="0"/>
                  </a:lnTo>
                  <a:lnTo>
                    <a:pt x="411" y="0"/>
                  </a:lnTo>
                  <a:lnTo>
                    <a:pt x="0" y="1627"/>
                  </a:lnTo>
                  <a:lnTo>
                    <a:pt x="219" y="1681"/>
                  </a:lnTo>
                  <a:lnTo>
                    <a:pt x="225" y="1684"/>
                  </a:lnTo>
                  <a:close/>
                </a:path>
              </a:pathLst>
            </a:custGeom>
            <a:solidFill>
              <a:srgbClr val="595959"/>
            </a:solidFill>
            <a:ln>
              <a:noFill/>
            </a:ln>
          </p:spPr>
          <p:txBody>
            <a:bodyPr/>
            <a:lstStyle/>
            <a:p>
              <a:endParaRPr lang="en-US"/>
            </a:p>
          </p:txBody>
        </p:sp>
        <p:sp>
          <p:nvSpPr>
            <p:cNvPr id="26" name="Freeform 12">
              <a:extLst>
                <a:ext uri="{FF2B5EF4-FFF2-40B4-BE49-F238E27FC236}">
                  <a16:creationId xmlns:a16="http://schemas.microsoft.com/office/drawing/2014/main" id="{38338226-D6E2-4EEE-B271-DB4BD096DBA1}"/>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2928938" y="2582862"/>
              <a:ext cx="2693987" cy="4275138"/>
            </a:xfrm>
            <a:custGeom>
              <a:avLst/>
              <a:gdLst/>
              <a:ahLst/>
              <a:cxnLst/>
              <a:rect l="0" t="0" r="r" b="b"/>
              <a:pathLst>
                <a:path w="1697" h="2693">
                  <a:moveTo>
                    <a:pt x="0" y="0"/>
                  </a:moveTo>
                  <a:lnTo>
                    <a:pt x="1622" y="2693"/>
                  </a:lnTo>
                  <a:lnTo>
                    <a:pt x="1697" y="2693"/>
                  </a:lnTo>
                  <a:lnTo>
                    <a:pt x="0" y="0"/>
                  </a:lnTo>
                  <a:close/>
                </a:path>
              </a:pathLst>
            </a:custGeom>
            <a:solidFill>
              <a:srgbClr val="262626"/>
            </a:solidFill>
            <a:ln>
              <a:noFill/>
            </a:ln>
          </p:spPr>
          <p:txBody>
            <a:bodyPr/>
            <a:lstStyle/>
            <a:p>
              <a:endParaRPr lang="en-US"/>
            </a:p>
          </p:txBody>
        </p:sp>
        <p:sp>
          <p:nvSpPr>
            <p:cNvPr id="27" name="Freeform 13">
              <a:extLst>
                <a:ext uri="{FF2B5EF4-FFF2-40B4-BE49-F238E27FC236}">
                  <a16:creationId xmlns:a16="http://schemas.microsoft.com/office/drawing/2014/main" id="{4878FB48-17B3-4A11-8025-DE0945CD4E71}"/>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3371850" y="2692400"/>
              <a:ext cx="3332162" cy="4165600"/>
            </a:xfrm>
            <a:custGeom>
              <a:avLst/>
              <a:gdLst/>
              <a:ahLst/>
              <a:cxnLst/>
              <a:rect l="0" t="0" r="r" b="b"/>
              <a:pathLst>
                <a:path w="2099" h="2624">
                  <a:moveTo>
                    <a:pt x="2099" y="2624"/>
                  </a:moveTo>
                  <a:lnTo>
                    <a:pt x="0" y="0"/>
                  </a:lnTo>
                  <a:lnTo>
                    <a:pt x="2021" y="2624"/>
                  </a:lnTo>
                  <a:lnTo>
                    <a:pt x="2099" y="2624"/>
                  </a:lnTo>
                  <a:close/>
                </a:path>
              </a:pathLst>
            </a:custGeom>
            <a:solidFill>
              <a:schemeClr val="accent1">
                <a:lumMod val="50000"/>
              </a:schemeClr>
            </a:solidFill>
            <a:ln>
              <a:noFill/>
            </a:ln>
          </p:spPr>
          <p:txBody>
            <a:bodyPr/>
            <a:lstStyle/>
            <a:p>
              <a:endParaRPr lang="en-US"/>
            </a:p>
          </p:txBody>
        </p:sp>
        <p:sp>
          <p:nvSpPr>
            <p:cNvPr id="28" name="Freeform 14">
              <a:extLst>
                <a:ext uri="{FF2B5EF4-FFF2-40B4-BE49-F238E27FC236}">
                  <a16:creationId xmlns:a16="http://schemas.microsoft.com/office/drawing/2014/main" id="{4150A21C-DD6D-4D3C-9E95-7A3CA263BEB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3367088" y="2687637"/>
              <a:ext cx="4576762" cy="4170363"/>
            </a:xfrm>
            <a:custGeom>
              <a:avLst/>
              <a:gdLst/>
              <a:ahLst/>
              <a:cxnLst/>
              <a:rect l="0" t="0" r="r" b="b"/>
              <a:pathLst>
                <a:path w="2883" h="2627">
                  <a:moveTo>
                    <a:pt x="0" y="0"/>
                  </a:moveTo>
                  <a:lnTo>
                    <a:pt x="3" y="3"/>
                  </a:lnTo>
                  <a:lnTo>
                    <a:pt x="2102" y="2627"/>
                  </a:lnTo>
                  <a:lnTo>
                    <a:pt x="2883" y="2627"/>
                  </a:lnTo>
                  <a:lnTo>
                    <a:pt x="225" y="57"/>
                  </a:lnTo>
                  <a:lnTo>
                    <a:pt x="0" y="0"/>
                  </a:lnTo>
                  <a:close/>
                </a:path>
              </a:pathLst>
            </a:custGeom>
            <a:solidFill>
              <a:schemeClr val="accent1">
                <a:lumMod val="75000"/>
              </a:schemeClr>
            </a:solidFill>
            <a:ln>
              <a:noFill/>
            </a:ln>
          </p:spPr>
          <p:txBody>
            <a:bodyPr/>
            <a:lstStyle/>
            <a:p>
              <a:endParaRPr lang="en-US"/>
            </a:p>
          </p:txBody>
        </p:sp>
        <p:sp>
          <p:nvSpPr>
            <p:cNvPr id="29" name="Freeform 15">
              <a:extLst>
                <a:ext uri="{FF2B5EF4-FFF2-40B4-BE49-F238E27FC236}">
                  <a16:creationId xmlns:a16="http://schemas.microsoft.com/office/drawing/2014/main" id="{7505BF04-104D-4180-A284-42FCD6B04DD6}"/>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2928938" y="2578100"/>
              <a:ext cx="3584575" cy="4279900"/>
            </a:xfrm>
            <a:custGeom>
              <a:avLst/>
              <a:gdLst/>
              <a:ahLst/>
              <a:cxnLst/>
              <a:rect l="0" t="0" r="r" b="b"/>
              <a:pathLst>
                <a:path w="2258" h="2696">
                  <a:moveTo>
                    <a:pt x="2258" y="2696"/>
                  </a:moveTo>
                  <a:lnTo>
                    <a:pt x="264" y="111"/>
                  </a:lnTo>
                  <a:lnTo>
                    <a:pt x="228" y="60"/>
                  </a:lnTo>
                  <a:lnTo>
                    <a:pt x="225" y="57"/>
                  </a:lnTo>
                  <a:lnTo>
                    <a:pt x="0" y="0"/>
                  </a:lnTo>
                  <a:lnTo>
                    <a:pt x="0" y="3"/>
                  </a:lnTo>
                  <a:lnTo>
                    <a:pt x="1697" y="2696"/>
                  </a:lnTo>
                  <a:lnTo>
                    <a:pt x="2258" y="2696"/>
                  </a:lnTo>
                  <a:close/>
                </a:path>
              </a:pathLst>
            </a:custGeom>
            <a:solidFill>
              <a:srgbClr val="404040"/>
            </a:solidFill>
            <a:ln>
              <a:noFill/>
            </a:ln>
          </p:spPr>
          <p:txBody>
            <a:bodyPr/>
            <a:lstStyle/>
            <a:p>
              <a:endParaRPr lang="en-US"/>
            </a:p>
          </p:txBody>
        </p:sp>
      </p:grpSp>
      <p:sp>
        <p:nvSpPr>
          <p:cNvPr id="2" name="Title 1">
            <a:extLst>
              <a:ext uri="{FF2B5EF4-FFF2-40B4-BE49-F238E27FC236}">
                <a16:creationId xmlns:a16="http://schemas.microsoft.com/office/drawing/2014/main" id="{652CD06E-EB43-4697-A9C1-290232C3BAD6}"/>
              </a:ext>
            </a:extLst>
          </p:cNvPr>
          <p:cNvSpPr>
            <a:spLocks noGrp="1"/>
          </p:cNvSpPr>
          <p:nvPr>
            <p:ph type="ctrTitle"/>
          </p:nvPr>
        </p:nvSpPr>
        <p:spPr>
          <a:xfrm>
            <a:off x="473345" y="0"/>
            <a:ext cx="11604355" cy="1223994"/>
          </a:xfrm>
        </p:spPr>
        <p:txBody>
          <a:bodyPr>
            <a:noAutofit/>
          </a:bodyPr>
          <a:lstStyle/>
          <a:p>
            <a:pPr algn="l"/>
            <a:r>
              <a:rPr lang="en-US" sz="5400" b="1" dirty="0">
                <a:latin typeface="Mystical Woods Smooth Script" panose="02000500000000000000" pitchFamily="2" charset="0"/>
                <a:cs typeface="Cavolini" panose="03000502040302020204" pitchFamily="66" charset="0"/>
              </a:rPr>
              <a:t>JSX</a:t>
            </a:r>
          </a:p>
        </p:txBody>
      </p:sp>
      <p:grpSp>
        <p:nvGrpSpPr>
          <p:cNvPr id="6" name="Group 5">
            <a:extLst>
              <a:ext uri="{FF2B5EF4-FFF2-40B4-BE49-F238E27FC236}">
                <a16:creationId xmlns:a16="http://schemas.microsoft.com/office/drawing/2014/main" id="{752A73B4-49EC-E765-1462-2A106F07C3D4}"/>
              </a:ext>
            </a:extLst>
          </p:cNvPr>
          <p:cNvGrpSpPr/>
          <p:nvPr/>
        </p:nvGrpSpPr>
        <p:grpSpPr>
          <a:xfrm>
            <a:off x="481809" y="1152868"/>
            <a:ext cx="8950321" cy="182880"/>
            <a:chOff x="1089027" y="1251583"/>
            <a:chExt cx="8950321" cy="182880"/>
          </a:xfrm>
        </p:grpSpPr>
        <p:cxnSp>
          <p:nvCxnSpPr>
            <p:cNvPr id="4" name="Straight Connector 3">
              <a:extLst>
                <a:ext uri="{FF2B5EF4-FFF2-40B4-BE49-F238E27FC236}">
                  <a16:creationId xmlns:a16="http://schemas.microsoft.com/office/drawing/2014/main" id="{1111542F-3245-DDEC-4B5A-7412E7DBE5FD}"/>
                </a:ext>
              </a:extLst>
            </p:cNvPr>
            <p:cNvCxnSpPr/>
            <p:nvPr/>
          </p:nvCxnSpPr>
          <p:spPr>
            <a:xfrm>
              <a:off x="1089027" y="1347537"/>
              <a:ext cx="8786493" cy="0"/>
            </a:xfrm>
            <a:prstGeom prst="line">
              <a:avLst/>
            </a:prstGeom>
            <a:ln w="38100">
              <a:solidFill>
                <a:srgbClr val="595959"/>
              </a:solidFill>
            </a:ln>
            <a:effectLst>
              <a:reflection blurRad="6350" stA="50000" endA="275" endPos="40000" dist="101600" dir="5400000" sy="-100000" algn="bl" rotWithShape="0"/>
              <a:softEdge rad="12700"/>
            </a:effectLst>
          </p:spPr>
          <p:style>
            <a:lnRef idx="3">
              <a:schemeClr val="dk1"/>
            </a:lnRef>
            <a:fillRef idx="0">
              <a:schemeClr val="dk1"/>
            </a:fillRef>
            <a:effectRef idx="2">
              <a:schemeClr val="dk1"/>
            </a:effectRef>
            <a:fontRef idx="minor">
              <a:schemeClr val="tx1"/>
            </a:fontRef>
          </p:style>
        </p:cxnSp>
        <p:sp>
          <p:nvSpPr>
            <p:cNvPr id="5" name="Flowchart: Connector 4">
              <a:extLst>
                <a:ext uri="{FF2B5EF4-FFF2-40B4-BE49-F238E27FC236}">
                  <a16:creationId xmlns:a16="http://schemas.microsoft.com/office/drawing/2014/main" id="{B2858492-B751-8ED7-57BE-708D61DDCF50}"/>
                </a:ext>
              </a:extLst>
            </p:cNvPr>
            <p:cNvSpPr/>
            <p:nvPr/>
          </p:nvSpPr>
          <p:spPr>
            <a:xfrm>
              <a:off x="9856468" y="1251583"/>
              <a:ext cx="182880" cy="182880"/>
            </a:xfrm>
            <a:prstGeom prst="flowChartConnector">
              <a:avLst/>
            </a:prstGeom>
            <a:ln>
              <a:noFill/>
            </a:ln>
            <a:effectLst>
              <a:outerShdw blurRad="50800" dist="38100" dir="2700000" algn="tl"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pic>
        <p:nvPicPr>
          <p:cNvPr id="3" name="Graphic 2" descr="Atom with solid fill">
            <a:extLst>
              <a:ext uri="{FF2B5EF4-FFF2-40B4-BE49-F238E27FC236}">
                <a16:creationId xmlns:a16="http://schemas.microsoft.com/office/drawing/2014/main" id="{9ADD726C-B2B3-B424-1740-AC7F0E5C10BE}"/>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473345" y="1484034"/>
            <a:ext cx="685800" cy="685800"/>
          </a:xfrm>
          <a:prstGeom prst="rect">
            <a:avLst/>
          </a:prstGeom>
        </p:spPr>
      </p:pic>
      <p:sp>
        <p:nvSpPr>
          <p:cNvPr id="7" name="TextBox 6">
            <a:extLst>
              <a:ext uri="{FF2B5EF4-FFF2-40B4-BE49-F238E27FC236}">
                <a16:creationId xmlns:a16="http://schemas.microsoft.com/office/drawing/2014/main" id="{6A6218F9-690F-5347-D24F-C7E7FF1636F8}"/>
              </a:ext>
            </a:extLst>
          </p:cNvPr>
          <p:cNvSpPr txBox="1"/>
          <p:nvPr/>
        </p:nvSpPr>
        <p:spPr>
          <a:xfrm flipH="1">
            <a:off x="1250396" y="1619185"/>
            <a:ext cx="7596740" cy="415498"/>
          </a:xfrm>
          <a:prstGeom prst="rect">
            <a:avLst/>
          </a:prstGeom>
          <a:noFill/>
        </p:spPr>
        <p:txBody>
          <a:bodyPr wrap="square" rtlCol="0">
            <a:spAutoFit/>
          </a:bodyPr>
          <a:lstStyle/>
          <a:p>
            <a:pPr algn="l"/>
            <a:r>
              <a:rPr lang="en-US" sz="2100" b="1" i="0" dirty="0">
                <a:effectLst/>
                <a:latin typeface="Cavolini" panose="03000502040302020204" pitchFamily="66" charset="0"/>
                <a:cs typeface="Cavolini" panose="03000502040302020204" pitchFamily="66" charset="0"/>
              </a:rPr>
              <a:t>What Is JSX?</a:t>
            </a:r>
          </a:p>
        </p:txBody>
      </p:sp>
      <p:graphicFrame>
        <p:nvGraphicFramePr>
          <p:cNvPr id="10" name="Table 9">
            <a:extLst>
              <a:ext uri="{FF2B5EF4-FFF2-40B4-BE49-F238E27FC236}">
                <a16:creationId xmlns:a16="http://schemas.microsoft.com/office/drawing/2014/main" id="{BAFF8ECE-3505-A900-D643-75D2F7DA591F}"/>
              </a:ext>
            </a:extLst>
          </p:cNvPr>
          <p:cNvGraphicFramePr>
            <a:graphicFrameLocks noGrp="1"/>
          </p:cNvGraphicFramePr>
          <p:nvPr>
            <p:extLst>
              <p:ext uri="{D42A27DB-BD31-4B8C-83A1-F6EECF244321}">
                <p14:modId xmlns:p14="http://schemas.microsoft.com/office/powerpoint/2010/main" val="1326144438"/>
              </p:ext>
            </p:extLst>
          </p:nvPr>
        </p:nvGraphicFramePr>
        <p:xfrm>
          <a:off x="473346" y="2289795"/>
          <a:ext cx="9029426" cy="1525230"/>
        </p:xfrm>
        <a:graphic>
          <a:graphicData uri="http://schemas.openxmlformats.org/drawingml/2006/table">
            <a:tbl>
              <a:tblPr firstRow="1" bandRow="1">
                <a:tableStyleId>{5C22544A-7EE6-4342-B048-85BDC9FD1C3A}</a:tableStyleId>
              </a:tblPr>
              <a:tblGrid>
                <a:gridCol w="560476">
                  <a:extLst>
                    <a:ext uri="{9D8B030D-6E8A-4147-A177-3AD203B41FA5}">
                      <a16:colId xmlns:a16="http://schemas.microsoft.com/office/drawing/2014/main" val="2473130284"/>
                    </a:ext>
                  </a:extLst>
                </a:gridCol>
                <a:gridCol w="8468950">
                  <a:extLst>
                    <a:ext uri="{9D8B030D-6E8A-4147-A177-3AD203B41FA5}">
                      <a16:colId xmlns:a16="http://schemas.microsoft.com/office/drawing/2014/main" val="3159472711"/>
                    </a:ext>
                  </a:extLst>
                </a:gridCol>
              </a:tblGrid>
              <a:tr h="508410">
                <a:tc>
                  <a:txBody>
                    <a:bodyPr/>
                    <a:lstStyle/>
                    <a:p>
                      <a:pPr algn="l"/>
                      <a:r>
                        <a:rPr lang="en-US" sz="2100" b="1" dirty="0">
                          <a:solidFill>
                            <a:srgbClr val="30ACEC"/>
                          </a:solidFill>
                          <a:latin typeface="Mystical Woods Smooth Script" panose="02000500000000000000" pitchFamily="2" charset="0"/>
                          <a:cs typeface="Cavolini" panose="03000502040302020204" pitchFamily="66" charset="0"/>
                        </a:rPr>
                        <a:t>&lt;/&gt;</a:t>
                      </a: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38100" cmpd="sng">
                      <a:noFill/>
                    </a:lnB>
                    <a:lnTlToBr w="12700" cmpd="sng">
                      <a:noFill/>
                      <a:prstDash val="solid"/>
                    </a:lnTlToBr>
                    <a:lnBlToTr w="12700" cmpd="sng">
                      <a:noFill/>
                      <a:prstDash val="solid"/>
                    </a:lnBlToTr>
                    <a:noFill/>
                  </a:tcPr>
                </a:tc>
                <a:tc>
                  <a:txBody>
                    <a:bodyPr/>
                    <a:lstStyle/>
                    <a:p>
                      <a:pPr algn="l"/>
                      <a:r>
                        <a:rPr lang="en-US" sz="2100" b="1" i="0" dirty="0">
                          <a:solidFill>
                            <a:schemeClr val="tx1"/>
                          </a:solidFill>
                          <a:effectLst/>
                          <a:latin typeface="Cavolini" panose="03000502040302020204" pitchFamily="66" charset="0"/>
                          <a:cs typeface="Cavolini" panose="03000502040302020204" pitchFamily="66" charset="0"/>
                        </a:rPr>
                        <a:t>JSX Stands For JavaScript XML.</a:t>
                      </a:r>
                      <a:endParaRPr lang="en-US" sz="2100" b="1" dirty="0">
                        <a:solidFill>
                          <a:schemeClr val="tx1"/>
                        </a:solidFill>
                        <a:latin typeface="Cavolini" panose="03000502040302020204" pitchFamily="66" charset="0"/>
                        <a:cs typeface="Cavolini" panose="03000502040302020204" pitchFamily="66" charset="0"/>
                      </a:endParaRPr>
                    </a:p>
                  </a:txBody>
                  <a:tcPr anchor="ctr">
                    <a:lnL w="12700" cap="flat" cmpd="sng" algn="ctr">
                      <a:noFill/>
                      <a:prstDash val="solid"/>
                      <a:round/>
                      <a:headEnd type="none" w="med" len="med"/>
                      <a:tailEnd type="none" w="med" len="med"/>
                    </a:lnL>
                    <a:lnR w="12700" cmpd="sng">
                      <a:noFill/>
                    </a:lnR>
                    <a:lnT w="12700" cmpd="sng">
                      <a:noFill/>
                    </a:lnT>
                    <a:lnB w="38100" cmpd="sng">
                      <a:noFill/>
                    </a:lnB>
                    <a:lnTlToBr w="12700" cmpd="sng">
                      <a:noFill/>
                      <a:prstDash val="solid"/>
                    </a:lnTlToBr>
                    <a:lnBlToTr w="12700" cmpd="sng">
                      <a:noFill/>
                      <a:prstDash val="solid"/>
                    </a:lnBlToTr>
                    <a:noFill/>
                  </a:tcPr>
                </a:tc>
                <a:extLst>
                  <a:ext uri="{0D108BD9-81ED-4DB2-BD59-A6C34878D82A}">
                    <a16:rowId xmlns:a16="http://schemas.microsoft.com/office/drawing/2014/main" val="2044279959"/>
                  </a:ext>
                </a:extLst>
              </a:tr>
              <a:tr h="508410">
                <a:tc>
                  <a:txBody>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lang="en-US" sz="2100" b="1" dirty="0">
                          <a:solidFill>
                            <a:srgbClr val="30ACEC"/>
                          </a:solidFill>
                          <a:latin typeface="Mystical Woods Smooth Script" panose="02000500000000000000" pitchFamily="2" charset="0"/>
                          <a:cs typeface="Cavolini" panose="03000502040302020204" pitchFamily="66" charset="0"/>
                        </a:rPr>
                        <a:t>&lt;/&gt;</a:t>
                      </a: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38100" cmpd="sng">
                      <a:noFill/>
                    </a:lnB>
                    <a:lnTlToBr w="12700" cmpd="sng">
                      <a:noFill/>
                      <a:prstDash val="solid"/>
                    </a:lnTlToBr>
                    <a:lnBlToTr w="12700" cmpd="sng">
                      <a:noFill/>
                      <a:prstDash val="solid"/>
                    </a:lnBlToTr>
                    <a:noFill/>
                  </a:tcPr>
                </a:tc>
                <a:tc>
                  <a:txBody>
                    <a:bodyPr/>
                    <a:lstStyle/>
                    <a:p>
                      <a:pPr algn="l"/>
                      <a:r>
                        <a:rPr lang="en-US" sz="2100" b="1" dirty="0">
                          <a:solidFill>
                            <a:schemeClr val="tx1"/>
                          </a:solidFill>
                          <a:latin typeface="Cavolini" panose="03000502040302020204" pitchFamily="66" charset="0"/>
                          <a:cs typeface="Cavolini" panose="03000502040302020204" pitchFamily="66" charset="0"/>
                        </a:rPr>
                        <a:t>J</a:t>
                      </a:r>
                      <a:r>
                        <a:rPr lang="en-US" sz="2100" b="1" i="0" dirty="0">
                          <a:solidFill>
                            <a:schemeClr val="tx1"/>
                          </a:solidFill>
                          <a:effectLst/>
                          <a:latin typeface="Cavolini" panose="03000502040302020204" pitchFamily="66" charset="0"/>
                          <a:cs typeface="Cavolini" panose="03000502040302020204" pitchFamily="66" charset="0"/>
                        </a:rPr>
                        <a:t>SX Allows Us To Write HTML In React.</a:t>
                      </a:r>
                    </a:p>
                  </a:txBody>
                  <a:tcPr anchor="ctr">
                    <a:lnL w="12700" cap="flat" cmpd="sng" algn="ctr">
                      <a:noFill/>
                      <a:prstDash val="solid"/>
                      <a:round/>
                      <a:headEnd type="none" w="med" len="med"/>
                      <a:tailEnd type="none" w="med" len="med"/>
                    </a:lnL>
                    <a:lnR w="12700" cmpd="sng">
                      <a:noFill/>
                    </a:lnR>
                    <a:lnT w="12700" cmpd="sng">
                      <a:noFill/>
                    </a:lnT>
                    <a:lnB w="38100" cmpd="sng">
                      <a:noFill/>
                    </a:lnB>
                    <a:lnTlToBr w="12700" cmpd="sng">
                      <a:noFill/>
                      <a:prstDash val="solid"/>
                    </a:lnTlToBr>
                    <a:lnBlToTr w="12700" cmpd="sng">
                      <a:noFill/>
                      <a:prstDash val="solid"/>
                    </a:lnBlToTr>
                    <a:noFill/>
                  </a:tcPr>
                </a:tc>
                <a:extLst>
                  <a:ext uri="{0D108BD9-81ED-4DB2-BD59-A6C34878D82A}">
                    <a16:rowId xmlns:a16="http://schemas.microsoft.com/office/drawing/2014/main" val="2990063085"/>
                  </a:ext>
                </a:extLst>
              </a:tr>
              <a:tr h="508410">
                <a:tc>
                  <a:txBody>
                    <a:bodyPr/>
                    <a:lstStyle/>
                    <a:p>
                      <a:pPr algn="l"/>
                      <a:r>
                        <a:rPr lang="en-US" sz="2100" b="1" dirty="0">
                          <a:solidFill>
                            <a:srgbClr val="30ACEC"/>
                          </a:solidFill>
                          <a:latin typeface="Mystical Woods Smooth Script" panose="02000500000000000000" pitchFamily="2" charset="0"/>
                          <a:cs typeface="Cavolini" panose="03000502040302020204" pitchFamily="66" charset="0"/>
                        </a:rPr>
                        <a:t>&lt;/&gt;</a:t>
                      </a: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mpd="sng">
                      <a:noFill/>
                    </a:lnT>
                    <a:lnB w="38100" cmpd="sng">
                      <a:noFill/>
                    </a:lnB>
                    <a:lnTlToBr w="12700" cmpd="sng">
                      <a:noFill/>
                      <a:prstDash val="solid"/>
                    </a:lnTlToBr>
                    <a:lnBlToTr w="12700" cmpd="sng">
                      <a:noFill/>
                      <a:prstDash val="solid"/>
                    </a:lnBlToTr>
                    <a:noFill/>
                  </a:tcPr>
                </a:tc>
                <a:tc>
                  <a:txBody>
                    <a:bodyPr/>
                    <a:lstStyle/>
                    <a:p>
                      <a:pPr algn="l"/>
                      <a:r>
                        <a:rPr lang="en-US" sz="2100" b="1" i="0" dirty="0">
                          <a:solidFill>
                            <a:schemeClr val="tx1"/>
                          </a:solidFill>
                          <a:effectLst/>
                          <a:latin typeface="Cavolini" panose="03000502040302020204" pitchFamily="66" charset="0"/>
                          <a:cs typeface="Cavolini" panose="03000502040302020204" pitchFamily="66" charset="0"/>
                        </a:rPr>
                        <a:t>JSX Makes It Easier To Write And Add HTML In React.</a:t>
                      </a:r>
                      <a:endParaRPr lang="en-US" sz="2100" b="1" dirty="0">
                        <a:solidFill>
                          <a:schemeClr val="tx1"/>
                        </a:solidFill>
                        <a:latin typeface="Cavolini" panose="03000502040302020204" pitchFamily="66" charset="0"/>
                        <a:cs typeface="Cavolini" panose="03000502040302020204" pitchFamily="66" charset="0"/>
                      </a:endParaRPr>
                    </a:p>
                  </a:txBody>
                  <a:tcPr anchor="ctr">
                    <a:lnL w="12700" cap="flat" cmpd="sng" algn="ctr">
                      <a:noFill/>
                      <a:prstDash val="solid"/>
                      <a:round/>
                      <a:headEnd type="none" w="med" len="med"/>
                      <a:tailEnd type="none" w="med" len="med"/>
                    </a:lnL>
                    <a:lnR w="12700" cmpd="sng">
                      <a:noFill/>
                    </a:lnR>
                    <a:lnT w="12700" cmpd="sng">
                      <a:noFill/>
                    </a:lnT>
                    <a:lnB w="38100" cmpd="sng">
                      <a:noFill/>
                    </a:lnB>
                    <a:lnTlToBr w="12700" cmpd="sng">
                      <a:noFill/>
                      <a:prstDash val="solid"/>
                    </a:lnTlToBr>
                    <a:lnBlToTr w="12700" cmpd="sng">
                      <a:noFill/>
                      <a:prstDash val="solid"/>
                    </a:lnBlToTr>
                    <a:noFill/>
                  </a:tcPr>
                </a:tc>
                <a:extLst>
                  <a:ext uri="{0D108BD9-81ED-4DB2-BD59-A6C34878D82A}">
                    <a16:rowId xmlns:a16="http://schemas.microsoft.com/office/drawing/2014/main" val="2747036755"/>
                  </a:ext>
                </a:extLst>
              </a:tr>
            </a:tbl>
          </a:graphicData>
        </a:graphic>
      </p:graphicFrame>
      <p:sp>
        <p:nvSpPr>
          <p:cNvPr id="12" name="TextBox 11">
            <a:extLst>
              <a:ext uri="{FF2B5EF4-FFF2-40B4-BE49-F238E27FC236}">
                <a16:creationId xmlns:a16="http://schemas.microsoft.com/office/drawing/2014/main" id="{F2EED59C-A79D-AD6F-157F-290A100D2310}"/>
              </a:ext>
            </a:extLst>
          </p:cNvPr>
          <p:cNvSpPr txBox="1"/>
          <p:nvPr/>
        </p:nvSpPr>
        <p:spPr>
          <a:xfrm>
            <a:off x="428439" y="4046352"/>
            <a:ext cx="6097772" cy="369332"/>
          </a:xfrm>
          <a:prstGeom prst="rect">
            <a:avLst/>
          </a:prstGeom>
          <a:noFill/>
        </p:spPr>
        <p:txBody>
          <a:bodyPr wrap="square">
            <a:spAutoFit/>
          </a:bodyPr>
          <a:lstStyle/>
          <a:p>
            <a:r>
              <a:rPr lang="en-US" b="1" dirty="0">
                <a:solidFill>
                  <a:srgbClr val="FEDE5D"/>
                </a:solidFill>
                <a:effectLst/>
                <a:latin typeface="Cascadia Code" panose="020B0609020000020004" pitchFamily="49" charset="0"/>
              </a:rPr>
              <a:t>const</a:t>
            </a:r>
            <a:r>
              <a:rPr lang="en-US" b="1" dirty="0">
                <a:solidFill>
                  <a:srgbClr val="BBBBBB"/>
                </a:solidFill>
                <a:effectLst/>
                <a:latin typeface="Cascadia Code" panose="020B0609020000020004" pitchFamily="49" charset="0"/>
              </a:rPr>
              <a:t> </a:t>
            </a:r>
            <a:r>
              <a:rPr lang="en-US" b="1" dirty="0">
                <a:solidFill>
                  <a:srgbClr val="FF7EDB"/>
                </a:solidFill>
                <a:effectLst/>
                <a:latin typeface="Cascadia Code" panose="020B0609020000020004" pitchFamily="49" charset="0"/>
              </a:rPr>
              <a:t>element</a:t>
            </a:r>
            <a:r>
              <a:rPr lang="en-US" b="1" dirty="0">
                <a:solidFill>
                  <a:srgbClr val="BBBBBB"/>
                </a:solidFill>
                <a:effectLst/>
                <a:latin typeface="Cascadia Code" panose="020B0609020000020004" pitchFamily="49" charset="0"/>
              </a:rPr>
              <a:t> </a:t>
            </a:r>
            <a:r>
              <a:rPr lang="en-US" b="1" dirty="0">
                <a:solidFill>
                  <a:srgbClr val="FFFFFF"/>
                </a:solidFill>
                <a:effectLst/>
                <a:latin typeface="Cascadia Code" panose="020B0609020000020004" pitchFamily="49" charset="0"/>
              </a:rPr>
              <a:t>=</a:t>
            </a:r>
            <a:r>
              <a:rPr lang="en-US" b="1" dirty="0">
                <a:solidFill>
                  <a:srgbClr val="BBBBBB"/>
                </a:solidFill>
                <a:effectLst/>
                <a:latin typeface="Cascadia Code" panose="020B0609020000020004" pitchFamily="49" charset="0"/>
              </a:rPr>
              <a:t> </a:t>
            </a:r>
            <a:r>
              <a:rPr lang="en-US" b="1" dirty="0">
                <a:solidFill>
                  <a:srgbClr val="36F9F6"/>
                </a:solidFill>
                <a:effectLst/>
                <a:latin typeface="Cascadia Code" panose="020B0609020000020004" pitchFamily="49" charset="0"/>
              </a:rPr>
              <a:t>&lt;</a:t>
            </a:r>
            <a:r>
              <a:rPr lang="en-US" b="1" dirty="0">
                <a:solidFill>
                  <a:srgbClr val="72F1B8"/>
                </a:solidFill>
                <a:effectLst/>
                <a:latin typeface="Cascadia Code" panose="020B0609020000020004" pitchFamily="49" charset="0"/>
              </a:rPr>
              <a:t>h1</a:t>
            </a:r>
            <a:r>
              <a:rPr lang="en-US" b="1" dirty="0">
                <a:solidFill>
                  <a:srgbClr val="36F9F6"/>
                </a:solidFill>
                <a:effectLst/>
                <a:latin typeface="Cascadia Code" panose="020B0609020000020004" pitchFamily="49" charset="0"/>
              </a:rPr>
              <a:t>&gt;</a:t>
            </a:r>
            <a:r>
              <a:rPr lang="en-US" b="1" dirty="0">
                <a:solidFill>
                  <a:srgbClr val="BBBBBB"/>
                </a:solidFill>
                <a:effectLst/>
                <a:latin typeface="Cascadia Code" panose="020B0609020000020004" pitchFamily="49" charset="0"/>
              </a:rPr>
              <a:t>Hello, World! 👋</a:t>
            </a:r>
            <a:r>
              <a:rPr lang="en-US" b="1" dirty="0">
                <a:solidFill>
                  <a:srgbClr val="36F9F6"/>
                </a:solidFill>
                <a:effectLst/>
                <a:latin typeface="Cascadia Code" panose="020B0609020000020004" pitchFamily="49" charset="0"/>
              </a:rPr>
              <a:t>&lt;/</a:t>
            </a:r>
            <a:r>
              <a:rPr lang="en-US" b="1" dirty="0">
                <a:solidFill>
                  <a:srgbClr val="72F1B8"/>
                </a:solidFill>
                <a:effectLst/>
                <a:latin typeface="Cascadia Code" panose="020B0609020000020004" pitchFamily="49" charset="0"/>
              </a:rPr>
              <a:t>h1</a:t>
            </a:r>
            <a:r>
              <a:rPr lang="en-US" b="1" dirty="0">
                <a:solidFill>
                  <a:srgbClr val="36F9F6"/>
                </a:solidFill>
                <a:effectLst/>
                <a:latin typeface="Cascadia Code" panose="020B0609020000020004" pitchFamily="49" charset="0"/>
              </a:rPr>
              <a:t>&gt;</a:t>
            </a:r>
            <a:r>
              <a:rPr lang="en-US" b="1" dirty="0">
                <a:solidFill>
                  <a:srgbClr val="BBBBBB"/>
                </a:solidFill>
                <a:effectLst/>
                <a:latin typeface="Cascadia Code" panose="020B0609020000020004" pitchFamily="49" charset="0"/>
              </a:rPr>
              <a:t>;</a:t>
            </a:r>
          </a:p>
        </p:txBody>
      </p:sp>
      <p:sp>
        <p:nvSpPr>
          <p:cNvPr id="14" name="TextBox 13">
            <a:extLst>
              <a:ext uri="{FF2B5EF4-FFF2-40B4-BE49-F238E27FC236}">
                <a16:creationId xmlns:a16="http://schemas.microsoft.com/office/drawing/2014/main" id="{925E25E7-A148-706A-09F9-01FC366CF289}"/>
              </a:ext>
            </a:extLst>
          </p:cNvPr>
          <p:cNvSpPr txBox="1"/>
          <p:nvPr/>
        </p:nvSpPr>
        <p:spPr>
          <a:xfrm>
            <a:off x="428439" y="4647012"/>
            <a:ext cx="11474156" cy="2031325"/>
          </a:xfrm>
          <a:prstGeom prst="rect">
            <a:avLst/>
          </a:prstGeom>
          <a:noFill/>
        </p:spPr>
        <p:txBody>
          <a:bodyPr wrap="square">
            <a:spAutoFit/>
          </a:bodyPr>
          <a:lstStyle/>
          <a:p>
            <a:pPr algn="l"/>
            <a:r>
              <a:rPr lang="en-US" sz="2100" b="1" i="0" dirty="0">
                <a:effectLst/>
                <a:latin typeface="Cavolini" panose="03000502040302020204" pitchFamily="66" charset="0"/>
                <a:cs typeface="Cavolini" panose="03000502040302020204" pitchFamily="66" charset="0"/>
              </a:rPr>
              <a:t>The above code snippet is called JSX, and it is a syntax extension to JavaScript language syntax. </a:t>
            </a:r>
          </a:p>
          <a:p>
            <a:r>
              <a:rPr lang="en-US" sz="2100" b="1" i="0" dirty="0">
                <a:effectLst/>
                <a:latin typeface="Cavolini" panose="03000502040302020204" pitchFamily="66" charset="0"/>
                <a:cs typeface="Cavolini" panose="03000502040302020204" pitchFamily="66" charset="0"/>
              </a:rPr>
              <a:t> </a:t>
            </a:r>
          </a:p>
          <a:p>
            <a:r>
              <a:rPr lang="en-US" sz="2100" b="1" i="0" dirty="0">
                <a:effectLst/>
                <a:latin typeface="Cavolini" panose="03000502040302020204" pitchFamily="66" charset="0"/>
                <a:cs typeface="Cavolini" panose="03000502040302020204" pitchFamily="66" charset="0"/>
              </a:rPr>
              <a:t>With React, it's an extension to write an XML-like code for elements and components. And just like XML, JSX tags have a tag name, attributes, and children.</a:t>
            </a:r>
            <a:endParaRPr lang="en-US" sz="2100" b="1" dirty="0">
              <a:latin typeface="Cavolini" panose="03000502040302020204" pitchFamily="66" charset="0"/>
              <a:cs typeface="Cavolini" panose="03000502040302020204" pitchFamily="66" charset="0"/>
            </a:endParaRPr>
          </a:p>
        </p:txBody>
      </p:sp>
    </p:spTree>
    <p:extLst>
      <p:ext uri="{BB962C8B-B14F-4D97-AF65-F5344CB8AC3E}">
        <p14:creationId xmlns:p14="http://schemas.microsoft.com/office/powerpoint/2010/main" val="1464699070"/>
      </p:ext>
    </p:extLst>
  </p:cSld>
  <p:clrMapOvr>
    <a:overrideClrMapping bg1="dk1" tx1="lt1" bg2="dk2" tx2="lt2" accent1="accent1" accent2="accent2" accent3="accent3" accent4="accent4" accent5="accent5" accent6="accent6" hlink="hlink" folHlink="folHlink"/>
  </p:clrMapOvr>
  <mc:AlternateContent xmlns:mc="http://schemas.openxmlformats.org/markup-compatibility/2006" xmlns:p159="http://schemas.microsoft.com/office/powerpoint/2015/09/main">
    <mc:Choice Requires="p159">
      <p:transition>
        <p159:morph option="byObject"/>
      </p:transition>
    </mc:Choice>
    <mc:Fallback xmlns="">
      <p:transition>
        <p:fade/>
      </p:transition>
    </mc:Fallback>
  </mc:AlternateContent>
</p:sld>
</file>

<file path=ppt/slides/slide4.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sp useBgFill="1">
        <p:nvSpPr>
          <p:cNvPr id="21" name="Rectangle 20">
            <a:extLst>
              <a:ext uri="{FF2B5EF4-FFF2-40B4-BE49-F238E27FC236}">
                <a16:creationId xmlns:a16="http://schemas.microsoft.com/office/drawing/2014/main" id="{E5A92FE9-DB05-4D0D-AF5A-BE8664B9FFB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grpSp>
        <p:nvGrpSpPr>
          <p:cNvPr id="23" name="Group 22">
            <a:extLst>
              <a:ext uri="{FF2B5EF4-FFF2-40B4-BE49-F238E27FC236}">
                <a16:creationId xmlns:a16="http://schemas.microsoft.com/office/drawing/2014/main" id="{53D9B26A-5143-49A7-BA98-D871D5BD719A}"/>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flipH="1">
            <a:off x="6526211" y="1"/>
            <a:ext cx="5014912" cy="6857999"/>
            <a:chOff x="2928938" y="-4763"/>
            <a:chExt cx="5014912" cy="6862763"/>
          </a:xfrm>
        </p:grpSpPr>
        <p:sp>
          <p:nvSpPr>
            <p:cNvPr id="24" name="Freeform 6">
              <a:extLst>
                <a:ext uri="{FF2B5EF4-FFF2-40B4-BE49-F238E27FC236}">
                  <a16:creationId xmlns:a16="http://schemas.microsoft.com/office/drawing/2014/main" id="{68B85E55-A2A1-4682-B891-F201358A92D5}"/>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3367088" y="-4763"/>
              <a:ext cx="1063625" cy="2782888"/>
            </a:xfrm>
            <a:custGeom>
              <a:avLst/>
              <a:gdLst/>
              <a:ahLst/>
              <a:cxnLst/>
              <a:rect l="0" t="0" r="r" b="b"/>
              <a:pathLst>
                <a:path w="670" h="1753">
                  <a:moveTo>
                    <a:pt x="0" y="1696"/>
                  </a:moveTo>
                  <a:lnTo>
                    <a:pt x="225" y="1753"/>
                  </a:lnTo>
                  <a:lnTo>
                    <a:pt x="670" y="0"/>
                  </a:lnTo>
                  <a:lnTo>
                    <a:pt x="430" y="0"/>
                  </a:lnTo>
                  <a:lnTo>
                    <a:pt x="0" y="1696"/>
                  </a:lnTo>
                  <a:close/>
                </a:path>
              </a:pathLst>
            </a:custGeom>
            <a:solidFill>
              <a:schemeClr val="accent1"/>
            </a:solidFill>
            <a:ln>
              <a:noFill/>
            </a:ln>
          </p:spPr>
          <p:txBody>
            <a:bodyPr/>
            <a:lstStyle/>
            <a:p>
              <a:endParaRPr lang="en-US"/>
            </a:p>
          </p:txBody>
        </p:sp>
        <p:sp>
          <p:nvSpPr>
            <p:cNvPr id="25" name="Freeform 7">
              <a:extLst>
                <a:ext uri="{FF2B5EF4-FFF2-40B4-BE49-F238E27FC236}">
                  <a16:creationId xmlns:a16="http://schemas.microsoft.com/office/drawing/2014/main" id="{45EF6EDB-9B5D-49E9-96FA-1AE08BF95E57}"/>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2928938" y="-4763"/>
              <a:ext cx="1035050" cy="2673350"/>
            </a:xfrm>
            <a:custGeom>
              <a:avLst/>
              <a:gdLst/>
              <a:ahLst/>
              <a:cxnLst/>
              <a:rect l="0" t="0" r="r" b="b"/>
              <a:pathLst>
                <a:path w="652" h="1684">
                  <a:moveTo>
                    <a:pt x="225" y="1684"/>
                  </a:moveTo>
                  <a:lnTo>
                    <a:pt x="652" y="0"/>
                  </a:lnTo>
                  <a:lnTo>
                    <a:pt x="411" y="0"/>
                  </a:lnTo>
                  <a:lnTo>
                    <a:pt x="0" y="1627"/>
                  </a:lnTo>
                  <a:lnTo>
                    <a:pt x="219" y="1681"/>
                  </a:lnTo>
                  <a:lnTo>
                    <a:pt x="225" y="1684"/>
                  </a:lnTo>
                  <a:close/>
                </a:path>
              </a:pathLst>
            </a:custGeom>
            <a:solidFill>
              <a:srgbClr val="595959"/>
            </a:solidFill>
            <a:ln>
              <a:noFill/>
            </a:ln>
          </p:spPr>
          <p:txBody>
            <a:bodyPr/>
            <a:lstStyle/>
            <a:p>
              <a:endParaRPr lang="en-US"/>
            </a:p>
          </p:txBody>
        </p:sp>
        <p:sp>
          <p:nvSpPr>
            <p:cNvPr id="26" name="Freeform 12">
              <a:extLst>
                <a:ext uri="{FF2B5EF4-FFF2-40B4-BE49-F238E27FC236}">
                  <a16:creationId xmlns:a16="http://schemas.microsoft.com/office/drawing/2014/main" id="{38338226-D6E2-4EEE-B271-DB4BD096DBA1}"/>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2928938" y="2582862"/>
              <a:ext cx="2693987" cy="4275138"/>
            </a:xfrm>
            <a:custGeom>
              <a:avLst/>
              <a:gdLst/>
              <a:ahLst/>
              <a:cxnLst/>
              <a:rect l="0" t="0" r="r" b="b"/>
              <a:pathLst>
                <a:path w="1697" h="2693">
                  <a:moveTo>
                    <a:pt x="0" y="0"/>
                  </a:moveTo>
                  <a:lnTo>
                    <a:pt x="1622" y="2693"/>
                  </a:lnTo>
                  <a:lnTo>
                    <a:pt x="1697" y="2693"/>
                  </a:lnTo>
                  <a:lnTo>
                    <a:pt x="0" y="0"/>
                  </a:lnTo>
                  <a:close/>
                </a:path>
              </a:pathLst>
            </a:custGeom>
            <a:solidFill>
              <a:srgbClr val="262626"/>
            </a:solidFill>
            <a:ln>
              <a:noFill/>
            </a:ln>
          </p:spPr>
          <p:txBody>
            <a:bodyPr/>
            <a:lstStyle/>
            <a:p>
              <a:endParaRPr lang="en-US"/>
            </a:p>
          </p:txBody>
        </p:sp>
        <p:sp>
          <p:nvSpPr>
            <p:cNvPr id="27" name="Freeform 13">
              <a:extLst>
                <a:ext uri="{FF2B5EF4-FFF2-40B4-BE49-F238E27FC236}">
                  <a16:creationId xmlns:a16="http://schemas.microsoft.com/office/drawing/2014/main" id="{4878FB48-17B3-4A11-8025-DE0945CD4E71}"/>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3371850" y="2692400"/>
              <a:ext cx="3332162" cy="4165600"/>
            </a:xfrm>
            <a:custGeom>
              <a:avLst/>
              <a:gdLst/>
              <a:ahLst/>
              <a:cxnLst/>
              <a:rect l="0" t="0" r="r" b="b"/>
              <a:pathLst>
                <a:path w="2099" h="2624">
                  <a:moveTo>
                    <a:pt x="2099" y="2624"/>
                  </a:moveTo>
                  <a:lnTo>
                    <a:pt x="0" y="0"/>
                  </a:lnTo>
                  <a:lnTo>
                    <a:pt x="2021" y="2624"/>
                  </a:lnTo>
                  <a:lnTo>
                    <a:pt x="2099" y="2624"/>
                  </a:lnTo>
                  <a:close/>
                </a:path>
              </a:pathLst>
            </a:custGeom>
            <a:solidFill>
              <a:schemeClr val="accent1">
                <a:lumMod val="50000"/>
              </a:schemeClr>
            </a:solidFill>
            <a:ln>
              <a:noFill/>
            </a:ln>
          </p:spPr>
          <p:txBody>
            <a:bodyPr/>
            <a:lstStyle/>
            <a:p>
              <a:endParaRPr lang="en-US"/>
            </a:p>
          </p:txBody>
        </p:sp>
        <p:sp>
          <p:nvSpPr>
            <p:cNvPr id="28" name="Freeform 14">
              <a:extLst>
                <a:ext uri="{FF2B5EF4-FFF2-40B4-BE49-F238E27FC236}">
                  <a16:creationId xmlns:a16="http://schemas.microsoft.com/office/drawing/2014/main" id="{4150A21C-DD6D-4D3C-9E95-7A3CA263BEB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3367088" y="2687637"/>
              <a:ext cx="4576762" cy="4170363"/>
            </a:xfrm>
            <a:custGeom>
              <a:avLst/>
              <a:gdLst/>
              <a:ahLst/>
              <a:cxnLst/>
              <a:rect l="0" t="0" r="r" b="b"/>
              <a:pathLst>
                <a:path w="2883" h="2627">
                  <a:moveTo>
                    <a:pt x="0" y="0"/>
                  </a:moveTo>
                  <a:lnTo>
                    <a:pt x="3" y="3"/>
                  </a:lnTo>
                  <a:lnTo>
                    <a:pt x="2102" y="2627"/>
                  </a:lnTo>
                  <a:lnTo>
                    <a:pt x="2883" y="2627"/>
                  </a:lnTo>
                  <a:lnTo>
                    <a:pt x="225" y="57"/>
                  </a:lnTo>
                  <a:lnTo>
                    <a:pt x="0" y="0"/>
                  </a:lnTo>
                  <a:close/>
                </a:path>
              </a:pathLst>
            </a:custGeom>
            <a:solidFill>
              <a:schemeClr val="accent1">
                <a:lumMod val="75000"/>
              </a:schemeClr>
            </a:solidFill>
            <a:ln>
              <a:noFill/>
            </a:ln>
          </p:spPr>
          <p:txBody>
            <a:bodyPr/>
            <a:lstStyle/>
            <a:p>
              <a:endParaRPr lang="en-US"/>
            </a:p>
          </p:txBody>
        </p:sp>
        <p:sp>
          <p:nvSpPr>
            <p:cNvPr id="29" name="Freeform 15">
              <a:extLst>
                <a:ext uri="{FF2B5EF4-FFF2-40B4-BE49-F238E27FC236}">
                  <a16:creationId xmlns:a16="http://schemas.microsoft.com/office/drawing/2014/main" id="{7505BF04-104D-4180-A284-42FCD6B04DD6}"/>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2928938" y="2578100"/>
              <a:ext cx="3584575" cy="4279900"/>
            </a:xfrm>
            <a:custGeom>
              <a:avLst/>
              <a:gdLst/>
              <a:ahLst/>
              <a:cxnLst/>
              <a:rect l="0" t="0" r="r" b="b"/>
              <a:pathLst>
                <a:path w="2258" h="2696">
                  <a:moveTo>
                    <a:pt x="2258" y="2696"/>
                  </a:moveTo>
                  <a:lnTo>
                    <a:pt x="264" y="111"/>
                  </a:lnTo>
                  <a:lnTo>
                    <a:pt x="228" y="60"/>
                  </a:lnTo>
                  <a:lnTo>
                    <a:pt x="225" y="57"/>
                  </a:lnTo>
                  <a:lnTo>
                    <a:pt x="0" y="0"/>
                  </a:lnTo>
                  <a:lnTo>
                    <a:pt x="0" y="3"/>
                  </a:lnTo>
                  <a:lnTo>
                    <a:pt x="1697" y="2696"/>
                  </a:lnTo>
                  <a:lnTo>
                    <a:pt x="2258" y="2696"/>
                  </a:lnTo>
                  <a:close/>
                </a:path>
              </a:pathLst>
            </a:custGeom>
            <a:solidFill>
              <a:srgbClr val="404040"/>
            </a:solidFill>
            <a:ln>
              <a:noFill/>
            </a:ln>
          </p:spPr>
          <p:txBody>
            <a:bodyPr/>
            <a:lstStyle/>
            <a:p>
              <a:endParaRPr lang="en-US"/>
            </a:p>
          </p:txBody>
        </p:sp>
      </p:grpSp>
      <p:sp>
        <p:nvSpPr>
          <p:cNvPr id="2" name="Title 1">
            <a:extLst>
              <a:ext uri="{FF2B5EF4-FFF2-40B4-BE49-F238E27FC236}">
                <a16:creationId xmlns:a16="http://schemas.microsoft.com/office/drawing/2014/main" id="{652CD06E-EB43-4697-A9C1-290232C3BAD6}"/>
              </a:ext>
            </a:extLst>
          </p:cNvPr>
          <p:cNvSpPr>
            <a:spLocks noGrp="1"/>
          </p:cNvSpPr>
          <p:nvPr>
            <p:ph type="ctrTitle"/>
          </p:nvPr>
        </p:nvSpPr>
        <p:spPr>
          <a:xfrm>
            <a:off x="473345" y="0"/>
            <a:ext cx="11604355" cy="1223994"/>
          </a:xfrm>
        </p:spPr>
        <p:txBody>
          <a:bodyPr>
            <a:noAutofit/>
          </a:bodyPr>
          <a:lstStyle/>
          <a:p>
            <a:pPr algn="l"/>
            <a:r>
              <a:rPr lang="en-US" sz="5400" b="1" dirty="0">
                <a:latin typeface="Mystical Woods Smooth Script" panose="02000500000000000000" pitchFamily="2" charset="0"/>
                <a:cs typeface="Cavolini" panose="03000502040302020204" pitchFamily="66" charset="0"/>
              </a:rPr>
              <a:t>JSX </a:t>
            </a:r>
            <a:r>
              <a:rPr lang="en-US" sz="2100" b="1" dirty="0">
                <a:latin typeface="Cavolini" panose="03000502040302020204" pitchFamily="66" charset="0"/>
                <a:cs typeface="Cavolini" panose="03000502040302020204" pitchFamily="66" charset="0"/>
              </a:rPr>
              <a:t>continued…</a:t>
            </a:r>
          </a:p>
        </p:txBody>
      </p:sp>
      <p:grpSp>
        <p:nvGrpSpPr>
          <p:cNvPr id="6" name="Group 5">
            <a:extLst>
              <a:ext uri="{FF2B5EF4-FFF2-40B4-BE49-F238E27FC236}">
                <a16:creationId xmlns:a16="http://schemas.microsoft.com/office/drawing/2014/main" id="{752A73B4-49EC-E765-1462-2A106F07C3D4}"/>
              </a:ext>
            </a:extLst>
          </p:cNvPr>
          <p:cNvGrpSpPr/>
          <p:nvPr/>
        </p:nvGrpSpPr>
        <p:grpSpPr>
          <a:xfrm>
            <a:off x="481809" y="1152868"/>
            <a:ext cx="8950321" cy="182880"/>
            <a:chOff x="1089027" y="1251583"/>
            <a:chExt cx="8950321" cy="182880"/>
          </a:xfrm>
        </p:grpSpPr>
        <p:cxnSp>
          <p:nvCxnSpPr>
            <p:cNvPr id="4" name="Straight Connector 3">
              <a:extLst>
                <a:ext uri="{FF2B5EF4-FFF2-40B4-BE49-F238E27FC236}">
                  <a16:creationId xmlns:a16="http://schemas.microsoft.com/office/drawing/2014/main" id="{1111542F-3245-DDEC-4B5A-7412E7DBE5FD}"/>
                </a:ext>
              </a:extLst>
            </p:cNvPr>
            <p:cNvCxnSpPr/>
            <p:nvPr/>
          </p:nvCxnSpPr>
          <p:spPr>
            <a:xfrm>
              <a:off x="1089027" y="1347537"/>
              <a:ext cx="8786493" cy="0"/>
            </a:xfrm>
            <a:prstGeom prst="line">
              <a:avLst/>
            </a:prstGeom>
            <a:ln w="38100">
              <a:solidFill>
                <a:srgbClr val="595959"/>
              </a:solidFill>
            </a:ln>
            <a:effectLst>
              <a:reflection blurRad="6350" stA="50000" endA="275" endPos="40000" dist="101600" dir="5400000" sy="-100000" algn="bl" rotWithShape="0"/>
              <a:softEdge rad="12700"/>
            </a:effectLst>
          </p:spPr>
          <p:style>
            <a:lnRef idx="3">
              <a:schemeClr val="dk1"/>
            </a:lnRef>
            <a:fillRef idx="0">
              <a:schemeClr val="dk1"/>
            </a:fillRef>
            <a:effectRef idx="2">
              <a:schemeClr val="dk1"/>
            </a:effectRef>
            <a:fontRef idx="minor">
              <a:schemeClr val="tx1"/>
            </a:fontRef>
          </p:style>
        </p:cxnSp>
        <p:sp>
          <p:nvSpPr>
            <p:cNvPr id="5" name="Flowchart: Connector 4">
              <a:extLst>
                <a:ext uri="{FF2B5EF4-FFF2-40B4-BE49-F238E27FC236}">
                  <a16:creationId xmlns:a16="http://schemas.microsoft.com/office/drawing/2014/main" id="{B2858492-B751-8ED7-57BE-708D61DDCF50}"/>
                </a:ext>
              </a:extLst>
            </p:cNvPr>
            <p:cNvSpPr/>
            <p:nvPr/>
          </p:nvSpPr>
          <p:spPr>
            <a:xfrm>
              <a:off x="9856468" y="1251583"/>
              <a:ext cx="182880" cy="182880"/>
            </a:xfrm>
            <a:prstGeom prst="flowChartConnector">
              <a:avLst/>
            </a:prstGeom>
            <a:ln>
              <a:noFill/>
            </a:ln>
            <a:effectLst>
              <a:outerShdw blurRad="50800" dist="38100" dir="2700000" algn="tl"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pic>
        <p:nvPicPr>
          <p:cNvPr id="3" name="Graphic 2" descr="Atom with solid fill">
            <a:extLst>
              <a:ext uri="{FF2B5EF4-FFF2-40B4-BE49-F238E27FC236}">
                <a16:creationId xmlns:a16="http://schemas.microsoft.com/office/drawing/2014/main" id="{9ADD726C-B2B3-B424-1740-AC7F0E5C10BE}"/>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473345" y="1484034"/>
            <a:ext cx="685800" cy="685800"/>
          </a:xfrm>
          <a:prstGeom prst="rect">
            <a:avLst/>
          </a:prstGeom>
        </p:spPr>
      </p:pic>
      <p:sp>
        <p:nvSpPr>
          <p:cNvPr id="7" name="TextBox 6">
            <a:extLst>
              <a:ext uri="{FF2B5EF4-FFF2-40B4-BE49-F238E27FC236}">
                <a16:creationId xmlns:a16="http://schemas.microsoft.com/office/drawing/2014/main" id="{6A6218F9-690F-5347-D24F-C7E7FF1636F8}"/>
              </a:ext>
            </a:extLst>
          </p:cNvPr>
          <p:cNvSpPr txBox="1"/>
          <p:nvPr/>
        </p:nvSpPr>
        <p:spPr>
          <a:xfrm flipH="1">
            <a:off x="1250396" y="1619185"/>
            <a:ext cx="7596740" cy="415498"/>
          </a:xfrm>
          <a:prstGeom prst="rect">
            <a:avLst/>
          </a:prstGeom>
          <a:noFill/>
        </p:spPr>
        <p:txBody>
          <a:bodyPr wrap="square" rtlCol="0">
            <a:spAutoFit/>
          </a:bodyPr>
          <a:lstStyle/>
          <a:p>
            <a:pPr algn="l"/>
            <a:r>
              <a:rPr lang="en-US" sz="2100" b="1" i="0" dirty="0">
                <a:effectLst/>
                <a:latin typeface="Cavolini" panose="03000502040302020204" pitchFamily="66" charset="0"/>
                <a:cs typeface="Cavolini" panose="03000502040302020204" pitchFamily="66" charset="0"/>
              </a:rPr>
              <a:t>Why JSX?</a:t>
            </a:r>
          </a:p>
        </p:txBody>
      </p:sp>
      <p:graphicFrame>
        <p:nvGraphicFramePr>
          <p:cNvPr id="10" name="Table 9">
            <a:extLst>
              <a:ext uri="{FF2B5EF4-FFF2-40B4-BE49-F238E27FC236}">
                <a16:creationId xmlns:a16="http://schemas.microsoft.com/office/drawing/2014/main" id="{BAFF8ECE-3505-A900-D643-75D2F7DA591F}"/>
              </a:ext>
            </a:extLst>
          </p:cNvPr>
          <p:cNvGraphicFramePr>
            <a:graphicFrameLocks noGrp="1"/>
          </p:cNvGraphicFramePr>
          <p:nvPr>
            <p:extLst>
              <p:ext uri="{D42A27DB-BD31-4B8C-83A1-F6EECF244321}">
                <p14:modId xmlns:p14="http://schemas.microsoft.com/office/powerpoint/2010/main" val="1163651651"/>
              </p:ext>
            </p:extLst>
          </p:nvPr>
        </p:nvGraphicFramePr>
        <p:xfrm>
          <a:off x="473345" y="2289795"/>
          <a:ext cx="11243733" cy="3154680"/>
        </p:xfrm>
        <a:graphic>
          <a:graphicData uri="http://schemas.openxmlformats.org/drawingml/2006/table">
            <a:tbl>
              <a:tblPr firstRow="1" bandRow="1">
                <a:tableStyleId>{5C22544A-7EE6-4342-B048-85BDC9FD1C3A}</a:tableStyleId>
              </a:tblPr>
              <a:tblGrid>
                <a:gridCol w="697923">
                  <a:extLst>
                    <a:ext uri="{9D8B030D-6E8A-4147-A177-3AD203B41FA5}">
                      <a16:colId xmlns:a16="http://schemas.microsoft.com/office/drawing/2014/main" val="2473130284"/>
                    </a:ext>
                  </a:extLst>
                </a:gridCol>
                <a:gridCol w="10545810">
                  <a:extLst>
                    <a:ext uri="{9D8B030D-6E8A-4147-A177-3AD203B41FA5}">
                      <a16:colId xmlns:a16="http://schemas.microsoft.com/office/drawing/2014/main" val="3159472711"/>
                    </a:ext>
                  </a:extLst>
                </a:gridCol>
              </a:tblGrid>
              <a:tr h="1051560">
                <a:tc>
                  <a:txBody>
                    <a:bodyPr/>
                    <a:lstStyle/>
                    <a:p>
                      <a:pPr algn="just"/>
                      <a:r>
                        <a:rPr lang="en-US" sz="2100" b="1" dirty="0">
                          <a:solidFill>
                            <a:srgbClr val="30ACEC"/>
                          </a:solidFill>
                          <a:latin typeface="Mystical Woods Smooth Script" panose="02000500000000000000" pitchFamily="2" charset="0"/>
                          <a:cs typeface="Cavolini" panose="03000502040302020204" pitchFamily="66" charset="0"/>
                        </a:rPr>
                        <a:t>&lt;/&gt;</a:t>
                      </a: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38100" cmpd="sng">
                      <a:noFill/>
                    </a:lnB>
                    <a:lnTlToBr w="12700" cmpd="sng">
                      <a:noFill/>
                      <a:prstDash val="solid"/>
                    </a:lnTlToBr>
                    <a:lnBlToTr w="12700" cmpd="sng">
                      <a:noFill/>
                      <a:prstDash val="solid"/>
                    </a:lnBlToTr>
                    <a:noFill/>
                  </a:tcPr>
                </a:tc>
                <a:tc>
                  <a:txBody>
                    <a:bodyPr/>
                    <a:lstStyle/>
                    <a:p>
                      <a:pPr algn="just"/>
                      <a:r>
                        <a:rPr lang="en-US" sz="2100" b="1" i="0" kern="1200" dirty="0">
                          <a:solidFill>
                            <a:schemeClr val="tx1"/>
                          </a:solidFill>
                          <a:effectLst/>
                          <a:latin typeface="Cavolini" panose="03000502040302020204" pitchFamily="66" charset="0"/>
                          <a:ea typeface="+mn-ea"/>
                          <a:cs typeface="Cavolini" panose="03000502040302020204" pitchFamily="66" charset="0"/>
                        </a:rPr>
                        <a:t>React embraces the fact that rendering logic is inherently coupled with other UI logic: how events are handled, how the state changes over time, and how the data is prepared for display.</a:t>
                      </a:r>
                      <a:endParaRPr lang="en-US" sz="2100" b="1" dirty="0">
                        <a:solidFill>
                          <a:schemeClr val="tx1"/>
                        </a:solidFill>
                        <a:latin typeface="Cavolini" panose="03000502040302020204" pitchFamily="66" charset="0"/>
                        <a:cs typeface="Cavolini" panose="03000502040302020204" pitchFamily="66" charset="0"/>
                      </a:endParaRPr>
                    </a:p>
                  </a:txBody>
                  <a:tcPr anchor="ctr">
                    <a:lnL w="12700" cap="flat" cmpd="sng" algn="ctr">
                      <a:noFill/>
                      <a:prstDash val="solid"/>
                      <a:round/>
                      <a:headEnd type="none" w="med" len="med"/>
                      <a:tailEnd type="none" w="med" len="med"/>
                    </a:lnL>
                    <a:lnR w="12700" cmpd="sng">
                      <a:noFill/>
                    </a:lnR>
                    <a:lnT w="12700" cmpd="sng">
                      <a:noFill/>
                    </a:lnT>
                    <a:lnB w="38100" cmpd="sng">
                      <a:noFill/>
                    </a:lnB>
                    <a:lnTlToBr w="12700" cmpd="sng">
                      <a:noFill/>
                      <a:prstDash val="solid"/>
                    </a:lnTlToBr>
                    <a:lnBlToTr w="12700" cmpd="sng">
                      <a:noFill/>
                      <a:prstDash val="solid"/>
                    </a:lnBlToTr>
                    <a:noFill/>
                  </a:tcPr>
                </a:tc>
                <a:extLst>
                  <a:ext uri="{0D108BD9-81ED-4DB2-BD59-A6C34878D82A}">
                    <a16:rowId xmlns:a16="http://schemas.microsoft.com/office/drawing/2014/main" val="2044279959"/>
                  </a:ext>
                </a:extLst>
              </a:tr>
              <a:tr h="1051560">
                <a:tc>
                  <a:txBody>
                    <a:bodyPr/>
                    <a:lstStyle/>
                    <a:p>
                      <a:pPr marL="0" marR="0" lvl="0" indent="0" algn="just" defTabSz="457200" rtl="0" eaLnBrk="1" fontAlgn="auto" latinLnBrk="0" hangingPunct="1">
                        <a:lnSpc>
                          <a:spcPct val="100000"/>
                        </a:lnSpc>
                        <a:spcBef>
                          <a:spcPts val="0"/>
                        </a:spcBef>
                        <a:spcAft>
                          <a:spcPts val="0"/>
                        </a:spcAft>
                        <a:buClrTx/>
                        <a:buSzTx/>
                        <a:buFontTx/>
                        <a:buNone/>
                        <a:tabLst/>
                        <a:defRPr/>
                      </a:pPr>
                      <a:r>
                        <a:rPr lang="en-US" sz="2100" b="1" dirty="0">
                          <a:solidFill>
                            <a:srgbClr val="30ACEC"/>
                          </a:solidFill>
                          <a:latin typeface="Mystical Woods Smooth Script" panose="02000500000000000000" pitchFamily="2" charset="0"/>
                          <a:cs typeface="Cavolini" panose="03000502040302020204" pitchFamily="66" charset="0"/>
                        </a:rPr>
                        <a:t>&lt;/&gt;</a:t>
                      </a: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38100" cmpd="sng">
                      <a:noFill/>
                    </a:lnB>
                    <a:lnTlToBr w="12700" cmpd="sng">
                      <a:noFill/>
                      <a:prstDash val="solid"/>
                    </a:lnTlToBr>
                    <a:lnBlToTr w="12700" cmpd="sng">
                      <a:noFill/>
                      <a:prstDash val="solid"/>
                    </a:lnBlToTr>
                    <a:noFill/>
                  </a:tcPr>
                </a:tc>
                <a:tc>
                  <a:txBody>
                    <a:bodyPr/>
                    <a:lstStyle/>
                    <a:p>
                      <a:pPr algn="just"/>
                      <a:r>
                        <a:rPr lang="en-US" sz="2100" b="1" i="0" kern="1200" dirty="0">
                          <a:solidFill>
                            <a:schemeClr val="tx1"/>
                          </a:solidFill>
                          <a:effectLst/>
                          <a:latin typeface="Cavolini" panose="03000502040302020204" pitchFamily="66" charset="0"/>
                          <a:ea typeface="+mn-ea"/>
                          <a:cs typeface="Cavolini" panose="03000502040302020204" pitchFamily="66" charset="0"/>
                        </a:rPr>
                        <a:t>Instead of artificially separating </a:t>
                      </a:r>
                      <a:r>
                        <a:rPr lang="en-US" sz="2100" b="1" i="1" kern="1200" dirty="0">
                          <a:solidFill>
                            <a:schemeClr val="tx1"/>
                          </a:solidFill>
                          <a:effectLst/>
                          <a:latin typeface="Cavolini" panose="03000502040302020204" pitchFamily="66" charset="0"/>
                          <a:ea typeface="+mn-ea"/>
                          <a:cs typeface="Cavolini" panose="03000502040302020204" pitchFamily="66" charset="0"/>
                        </a:rPr>
                        <a:t>technologies</a:t>
                      </a:r>
                      <a:r>
                        <a:rPr lang="en-US" sz="2100" b="1" i="0" kern="1200" dirty="0">
                          <a:solidFill>
                            <a:schemeClr val="tx1"/>
                          </a:solidFill>
                          <a:effectLst/>
                          <a:latin typeface="Cavolini" panose="03000502040302020204" pitchFamily="66" charset="0"/>
                          <a:ea typeface="+mn-ea"/>
                          <a:cs typeface="Cavolini" panose="03000502040302020204" pitchFamily="66" charset="0"/>
                        </a:rPr>
                        <a:t> by putting markup and logic in separate files, React </a:t>
                      </a:r>
                      <a:r>
                        <a:rPr lang="en-US" sz="2100" b="1" i="0" u="none" strike="noStrike" kern="1200" dirty="0">
                          <a:solidFill>
                            <a:schemeClr val="tx1"/>
                          </a:solidFill>
                          <a:effectLst/>
                          <a:latin typeface="Cavolini" panose="03000502040302020204" pitchFamily="66" charset="0"/>
                          <a:ea typeface="+mn-ea"/>
                          <a:cs typeface="Cavolini" panose="03000502040302020204" pitchFamily="66" charset="0"/>
                        </a:rPr>
                        <a:t>separates </a:t>
                      </a:r>
                      <a:r>
                        <a:rPr lang="en-US" sz="2100" b="1" i="1" u="none" strike="noStrike" kern="1200" dirty="0">
                          <a:solidFill>
                            <a:schemeClr val="tx1"/>
                          </a:solidFill>
                          <a:effectLst/>
                          <a:latin typeface="Cavolini" panose="03000502040302020204" pitchFamily="66" charset="0"/>
                          <a:ea typeface="+mn-ea"/>
                          <a:cs typeface="Cavolini" panose="03000502040302020204" pitchFamily="66" charset="0"/>
                        </a:rPr>
                        <a:t>concerns</a:t>
                      </a:r>
                      <a:r>
                        <a:rPr lang="en-US" sz="2100" b="1" i="0" kern="1200" dirty="0">
                          <a:solidFill>
                            <a:schemeClr val="tx1"/>
                          </a:solidFill>
                          <a:effectLst/>
                          <a:latin typeface="Cavolini" panose="03000502040302020204" pitchFamily="66" charset="0"/>
                          <a:ea typeface="+mn-ea"/>
                          <a:cs typeface="Cavolini" panose="03000502040302020204" pitchFamily="66" charset="0"/>
                        </a:rPr>
                        <a:t> with loosely coupled units called “components” that contain both.</a:t>
                      </a:r>
                      <a:endParaRPr lang="en-US" sz="2100" b="1" i="0" dirty="0">
                        <a:solidFill>
                          <a:schemeClr val="tx1"/>
                        </a:solidFill>
                        <a:effectLst/>
                        <a:latin typeface="Cavolini" panose="03000502040302020204" pitchFamily="66" charset="0"/>
                        <a:cs typeface="Cavolini" panose="03000502040302020204" pitchFamily="66" charset="0"/>
                      </a:endParaRPr>
                    </a:p>
                  </a:txBody>
                  <a:tcPr anchor="ctr">
                    <a:lnL w="12700" cap="flat" cmpd="sng" algn="ctr">
                      <a:noFill/>
                      <a:prstDash val="solid"/>
                      <a:round/>
                      <a:headEnd type="none" w="med" len="med"/>
                      <a:tailEnd type="none" w="med" len="med"/>
                    </a:lnL>
                    <a:lnR w="12700" cmpd="sng">
                      <a:noFill/>
                    </a:lnR>
                    <a:lnT w="12700" cmpd="sng">
                      <a:noFill/>
                    </a:lnT>
                    <a:lnB w="38100" cmpd="sng">
                      <a:noFill/>
                    </a:lnB>
                    <a:lnTlToBr w="12700" cmpd="sng">
                      <a:noFill/>
                      <a:prstDash val="solid"/>
                    </a:lnTlToBr>
                    <a:lnBlToTr w="12700" cmpd="sng">
                      <a:noFill/>
                      <a:prstDash val="solid"/>
                    </a:lnBlToTr>
                    <a:noFill/>
                  </a:tcPr>
                </a:tc>
                <a:extLst>
                  <a:ext uri="{0D108BD9-81ED-4DB2-BD59-A6C34878D82A}">
                    <a16:rowId xmlns:a16="http://schemas.microsoft.com/office/drawing/2014/main" val="2990063085"/>
                  </a:ext>
                </a:extLst>
              </a:tr>
              <a:tr h="1051560">
                <a:tc>
                  <a:txBody>
                    <a:bodyPr/>
                    <a:lstStyle/>
                    <a:p>
                      <a:pPr algn="just"/>
                      <a:r>
                        <a:rPr lang="en-US" sz="2100" b="1" dirty="0">
                          <a:solidFill>
                            <a:srgbClr val="30ACEC"/>
                          </a:solidFill>
                          <a:latin typeface="Mystical Woods Smooth Script" panose="02000500000000000000" pitchFamily="2" charset="0"/>
                          <a:cs typeface="Cavolini" panose="03000502040302020204" pitchFamily="66" charset="0"/>
                        </a:rPr>
                        <a:t>&lt;/&gt;</a:t>
                      </a: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mpd="sng">
                      <a:noFill/>
                    </a:lnT>
                    <a:lnB w="38100" cmpd="sng">
                      <a:noFill/>
                    </a:lnB>
                    <a:lnTlToBr w="12700" cmpd="sng">
                      <a:noFill/>
                      <a:prstDash val="solid"/>
                    </a:lnTlToBr>
                    <a:lnBlToTr w="12700" cmpd="sng">
                      <a:noFill/>
                      <a:prstDash val="solid"/>
                    </a:lnBlToTr>
                    <a:noFill/>
                  </a:tcPr>
                </a:tc>
                <a:tc>
                  <a:txBody>
                    <a:bodyPr/>
                    <a:lstStyle/>
                    <a:p>
                      <a:pPr algn="just"/>
                      <a:r>
                        <a:rPr lang="en-US" sz="2100" b="1" i="0" kern="1200" dirty="0">
                          <a:solidFill>
                            <a:schemeClr val="tx1"/>
                          </a:solidFill>
                          <a:effectLst/>
                          <a:latin typeface="Cavolini" panose="03000502040302020204" pitchFamily="66" charset="0"/>
                          <a:ea typeface="+mn-ea"/>
                          <a:cs typeface="Cavolini" panose="03000502040302020204" pitchFamily="66" charset="0"/>
                        </a:rPr>
                        <a:t>React </a:t>
                      </a:r>
                      <a:r>
                        <a:rPr lang="en-US" sz="2100" b="1" i="0" u="none" strike="noStrike" kern="1200" dirty="0">
                          <a:solidFill>
                            <a:schemeClr val="tx1"/>
                          </a:solidFill>
                          <a:effectLst/>
                          <a:latin typeface="Cavolini" panose="03000502040302020204" pitchFamily="66" charset="0"/>
                          <a:ea typeface="+mn-ea"/>
                          <a:cs typeface="Cavolini" panose="03000502040302020204" pitchFamily="66" charset="0"/>
                        </a:rPr>
                        <a:t>doesn’t require</a:t>
                      </a:r>
                      <a:r>
                        <a:rPr lang="en-US" sz="2100" b="1" i="0" kern="1200" dirty="0">
                          <a:solidFill>
                            <a:schemeClr val="tx1"/>
                          </a:solidFill>
                          <a:effectLst/>
                          <a:latin typeface="Cavolini" panose="03000502040302020204" pitchFamily="66" charset="0"/>
                          <a:ea typeface="+mn-ea"/>
                          <a:cs typeface="Cavolini" panose="03000502040302020204" pitchFamily="66" charset="0"/>
                        </a:rPr>
                        <a:t> using JSX, but most people find it helpful as a visual aid when working with UI inside the JavaScript code. It also allows React to show more useful error and warning messages.</a:t>
                      </a:r>
                      <a:endParaRPr lang="en-US" sz="2100" b="1" dirty="0">
                        <a:solidFill>
                          <a:schemeClr val="tx1"/>
                        </a:solidFill>
                        <a:latin typeface="Cavolini" panose="03000502040302020204" pitchFamily="66" charset="0"/>
                        <a:cs typeface="Cavolini" panose="03000502040302020204" pitchFamily="66" charset="0"/>
                      </a:endParaRPr>
                    </a:p>
                  </a:txBody>
                  <a:tcPr anchor="ctr">
                    <a:lnL w="12700" cap="flat" cmpd="sng" algn="ctr">
                      <a:noFill/>
                      <a:prstDash val="solid"/>
                      <a:round/>
                      <a:headEnd type="none" w="med" len="med"/>
                      <a:tailEnd type="none" w="med" len="med"/>
                    </a:lnL>
                    <a:lnR w="12700" cmpd="sng">
                      <a:noFill/>
                    </a:lnR>
                    <a:lnT w="12700" cmpd="sng">
                      <a:noFill/>
                    </a:lnT>
                    <a:lnB w="38100" cmpd="sng">
                      <a:noFill/>
                    </a:lnB>
                    <a:lnTlToBr w="12700" cmpd="sng">
                      <a:noFill/>
                      <a:prstDash val="solid"/>
                    </a:lnTlToBr>
                    <a:lnBlToTr w="12700" cmpd="sng">
                      <a:noFill/>
                      <a:prstDash val="solid"/>
                    </a:lnBlToTr>
                    <a:noFill/>
                  </a:tcPr>
                </a:tc>
                <a:extLst>
                  <a:ext uri="{0D108BD9-81ED-4DB2-BD59-A6C34878D82A}">
                    <a16:rowId xmlns:a16="http://schemas.microsoft.com/office/drawing/2014/main" val="2747036755"/>
                  </a:ext>
                </a:extLst>
              </a:tr>
            </a:tbl>
          </a:graphicData>
        </a:graphic>
      </p:graphicFrame>
    </p:spTree>
    <p:extLst>
      <p:ext uri="{BB962C8B-B14F-4D97-AF65-F5344CB8AC3E}">
        <p14:creationId xmlns:p14="http://schemas.microsoft.com/office/powerpoint/2010/main" val="2869559811"/>
      </p:ext>
    </p:extLst>
  </p:cSld>
  <p:clrMapOvr>
    <a:overrideClrMapping bg1="dk1" tx1="lt1" bg2="dk2" tx2="lt2" accent1="accent1" accent2="accent2" accent3="accent3" accent4="accent4" accent5="accent5" accent6="accent6" hlink="hlink" folHlink="folHlink"/>
  </p:clrMapOvr>
  <mc:AlternateContent xmlns:mc="http://schemas.openxmlformats.org/markup-compatibility/2006" xmlns:p159="http://schemas.microsoft.com/office/powerpoint/2015/09/main">
    <mc:Choice Requires="p159">
      <p:transition>
        <p159:morph option="byObject"/>
      </p:transition>
    </mc:Choice>
    <mc:Fallback xmlns="">
      <p:transition>
        <p:fade/>
      </p:transition>
    </mc:Fallback>
  </mc:AlternateContent>
</p:sld>
</file>

<file path=ppt/slides/slide5.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sp useBgFill="1">
        <p:nvSpPr>
          <p:cNvPr id="21" name="Rectangle 20">
            <a:extLst>
              <a:ext uri="{FF2B5EF4-FFF2-40B4-BE49-F238E27FC236}">
                <a16:creationId xmlns:a16="http://schemas.microsoft.com/office/drawing/2014/main" id="{E5A92FE9-DB05-4D0D-AF5A-BE8664B9FFB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grpSp>
        <p:nvGrpSpPr>
          <p:cNvPr id="23" name="Group 22">
            <a:extLst>
              <a:ext uri="{FF2B5EF4-FFF2-40B4-BE49-F238E27FC236}">
                <a16:creationId xmlns:a16="http://schemas.microsoft.com/office/drawing/2014/main" id="{53D9B26A-5143-49A7-BA98-D871D5BD719A}"/>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flipH="1">
            <a:off x="6526211" y="1"/>
            <a:ext cx="5014912" cy="6857999"/>
            <a:chOff x="2928938" y="-4763"/>
            <a:chExt cx="5014912" cy="6862763"/>
          </a:xfrm>
        </p:grpSpPr>
        <p:sp>
          <p:nvSpPr>
            <p:cNvPr id="24" name="Freeform 6">
              <a:extLst>
                <a:ext uri="{FF2B5EF4-FFF2-40B4-BE49-F238E27FC236}">
                  <a16:creationId xmlns:a16="http://schemas.microsoft.com/office/drawing/2014/main" id="{68B85E55-A2A1-4682-B891-F201358A92D5}"/>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3367088" y="-4763"/>
              <a:ext cx="1063625" cy="2782888"/>
            </a:xfrm>
            <a:custGeom>
              <a:avLst/>
              <a:gdLst/>
              <a:ahLst/>
              <a:cxnLst/>
              <a:rect l="0" t="0" r="r" b="b"/>
              <a:pathLst>
                <a:path w="670" h="1753">
                  <a:moveTo>
                    <a:pt x="0" y="1696"/>
                  </a:moveTo>
                  <a:lnTo>
                    <a:pt x="225" y="1753"/>
                  </a:lnTo>
                  <a:lnTo>
                    <a:pt x="670" y="0"/>
                  </a:lnTo>
                  <a:lnTo>
                    <a:pt x="430" y="0"/>
                  </a:lnTo>
                  <a:lnTo>
                    <a:pt x="0" y="1696"/>
                  </a:lnTo>
                  <a:close/>
                </a:path>
              </a:pathLst>
            </a:custGeom>
            <a:solidFill>
              <a:schemeClr val="accent1"/>
            </a:solidFill>
            <a:ln>
              <a:noFill/>
            </a:ln>
          </p:spPr>
          <p:txBody>
            <a:bodyPr/>
            <a:lstStyle/>
            <a:p>
              <a:endParaRPr lang="en-US"/>
            </a:p>
          </p:txBody>
        </p:sp>
        <p:sp>
          <p:nvSpPr>
            <p:cNvPr id="25" name="Freeform 7">
              <a:extLst>
                <a:ext uri="{FF2B5EF4-FFF2-40B4-BE49-F238E27FC236}">
                  <a16:creationId xmlns:a16="http://schemas.microsoft.com/office/drawing/2014/main" id="{45EF6EDB-9B5D-49E9-96FA-1AE08BF95E57}"/>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2928938" y="-4763"/>
              <a:ext cx="1035050" cy="2673350"/>
            </a:xfrm>
            <a:custGeom>
              <a:avLst/>
              <a:gdLst/>
              <a:ahLst/>
              <a:cxnLst/>
              <a:rect l="0" t="0" r="r" b="b"/>
              <a:pathLst>
                <a:path w="652" h="1684">
                  <a:moveTo>
                    <a:pt x="225" y="1684"/>
                  </a:moveTo>
                  <a:lnTo>
                    <a:pt x="652" y="0"/>
                  </a:lnTo>
                  <a:lnTo>
                    <a:pt x="411" y="0"/>
                  </a:lnTo>
                  <a:lnTo>
                    <a:pt x="0" y="1627"/>
                  </a:lnTo>
                  <a:lnTo>
                    <a:pt x="219" y="1681"/>
                  </a:lnTo>
                  <a:lnTo>
                    <a:pt x="225" y="1684"/>
                  </a:lnTo>
                  <a:close/>
                </a:path>
              </a:pathLst>
            </a:custGeom>
            <a:solidFill>
              <a:srgbClr val="595959"/>
            </a:solidFill>
            <a:ln>
              <a:noFill/>
            </a:ln>
          </p:spPr>
          <p:txBody>
            <a:bodyPr/>
            <a:lstStyle/>
            <a:p>
              <a:endParaRPr lang="en-US"/>
            </a:p>
          </p:txBody>
        </p:sp>
        <p:sp>
          <p:nvSpPr>
            <p:cNvPr id="26" name="Freeform 12">
              <a:extLst>
                <a:ext uri="{FF2B5EF4-FFF2-40B4-BE49-F238E27FC236}">
                  <a16:creationId xmlns:a16="http://schemas.microsoft.com/office/drawing/2014/main" id="{38338226-D6E2-4EEE-B271-DB4BD096DBA1}"/>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2928938" y="2582862"/>
              <a:ext cx="2693987" cy="4275138"/>
            </a:xfrm>
            <a:custGeom>
              <a:avLst/>
              <a:gdLst/>
              <a:ahLst/>
              <a:cxnLst/>
              <a:rect l="0" t="0" r="r" b="b"/>
              <a:pathLst>
                <a:path w="1697" h="2693">
                  <a:moveTo>
                    <a:pt x="0" y="0"/>
                  </a:moveTo>
                  <a:lnTo>
                    <a:pt x="1622" y="2693"/>
                  </a:lnTo>
                  <a:lnTo>
                    <a:pt x="1697" y="2693"/>
                  </a:lnTo>
                  <a:lnTo>
                    <a:pt x="0" y="0"/>
                  </a:lnTo>
                  <a:close/>
                </a:path>
              </a:pathLst>
            </a:custGeom>
            <a:solidFill>
              <a:srgbClr val="262626"/>
            </a:solidFill>
            <a:ln>
              <a:noFill/>
            </a:ln>
          </p:spPr>
          <p:txBody>
            <a:bodyPr/>
            <a:lstStyle/>
            <a:p>
              <a:endParaRPr lang="en-US"/>
            </a:p>
          </p:txBody>
        </p:sp>
        <p:sp>
          <p:nvSpPr>
            <p:cNvPr id="27" name="Freeform 13">
              <a:extLst>
                <a:ext uri="{FF2B5EF4-FFF2-40B4-BE49-F238E27FC236}">
                  <a16:creationId xmlns:a16="http://schemas.microsoft.com/office/drawing/2014/main" id="{4878FB48-17B3-4A11-8025-DE0945CD4E71}"/>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3371850" y="2692400"/>
              <a:ext cx="3332162" cy="4165600"/>
            </a:xfrm>
            <a:custGeom>
              <a:avLst/>
              <a:gdLst/>
              <a:ahLst/>
              <a:cxnLst/>
              <a:rect l="0" t="0" r="r" b="b"/>
              <a:pathLst>
                <a:path w="2099" h="2624">
                  <a:moveTo>
                    <a:pt x="2099" y="2624"/>
                  </a:moveTo>
                  <a:lnTo>
                    <a:pt x="0" y="0"/>
                  </a:lnTo>
                  <a:lnTo>
                    <a:pt x="2021" y="2624"/>
                  </a:lnTo>
                  <a:lnTo>
                    <a:pt x="2099" y="2624"/>
                  </a:lnTo>
                  <a:close/>
                </a:path>
              </a:pathLst>
            </a:custGeom>
            <a:solidFill>
              <a:schemeClr val="accent1">
                <a:lumMod val="50000"/>
              </a:schemeClr>
            </a:solidFill>
            <a:ln>
              <a:noFill/>
            </a:ln>
          </p:spPr>
          <p:txBody>
            <a:bodyPr/>
            <a:lstStyle/>
            <a:p>
              <a:endParaRPr lang="en-US"/>
            </a:p>
          </p:txBody>
        </p:sp>
        <p:sp>
          <p:nvSpPr>
            <p:cNvPr id="28" name="Freeform 14">
              <a:extLst>
                <a:ext uri="{FF2B5EF4-FFF2-40B4-BE49-F238E27FC236}">
                  <a16:creationId xmlns:a16="http://schemas.microsoft.com/office/drawing/2014/main" id="{4150A21C-DD6D-4D3C-9E95-7A3CA263BEB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3367088" y="2687637"/>
              <a:ext cx="4576762" cy="4170363"/>
            </a:xfrm>
            <a:custGeom>
              <a:avLst/>
              <a:gdLst/>
              <a:ahLst/>
              <a:cxnLst/>
              <a:rect l="0" t="0" r="r" b="b"/>
              <a:pathLst>
                <a:path w="2883" h="2627">
                  <a:moveTo>
                    <a:pt x="0" y="0"/>
                  </a:moveTo>
                  <a:lnTo>
                    <a:pt x="3" y="3"/>
                  </a:lnTo>
                  <a:lnTo>
                    <a:pt x="2102" y="2627"/>
                  </a:lnTo>
                  <a:lnTo>
                    <a:pt x="2883" y="2627"/>
                  </a:lnTo>
                  <a:lnTo>
                    <a:pt x="225" y="57"/>
                  </a:lnTo>
                  <a:lnTo>
                    <a:pt x="0" y="0"/>
                  </a:lnTo>
                  <a:close/>
                </a:path>
              </a:pathLst>
            </a:custGeom>
            <a:solidFill>
              <a:schemeClr val="accent1">
                <a:lumMod val="75000"/>
              </a:schemeClr>
            </a:solidFill>
            <a:ln>
              <a:noFill/>
            </a:ln>
          </p:spPr>
          <p:txBody>
            <a:bodyPr/>
            <a:lstStyle/>
            <a:p>
              <a:endParaRPr lang="en-US"/>
            </a:p>
          </p:txBody>
        </p:sp>
        <p:sp>
          <p:nvSpPr>
            <p:cNvPr id="29" name="Freeform 15">
              <a:extLst>
                <a:ext uri="{FF2B5EF4-FFF2-40B4-BE49-F238E27FC236}">
                  <a16:creationId xmlns:a16="http://schemas.microsoft.com/office/drawing/2014/main" id="{7505BF04-104D-4180-A284-42FCD6B04DD6}"/>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2928938" y="2578100"/>
              <a:ext cx="3584575" cy="4279900"/>
            </a:xfrm>
            <a:custGeom>
              <a:avLst/>
              <a:gdLst/>
              <a:ahLst/>
              <a:cxnLst/>
              <a:rect l="0" t="0" r="r" b="b"/>
              <a:pathLst>
                <a:path w="2258" h="2696">
                  <a:moveTo>
                    <a:pt x="2258" y="2696"/>
                  </a:moveTo>
                  <a:lnTo>
                    <a:pt x="264" y="111"/>
                  </a:lnTo>
                  <a:lnTo>
                    <a:pt x="228" y="60"/>
                  </a:lnTo>
                  <a:lnTo>
                    <a:pt x="225" y="57"/>
                  </a:lnTo>
                  <a:lnTo>
                    <a:pt x="0" y="0"/>
                  </a:lnTo>
                  <a:lnTo>
                    <a:pt x="0" y="3"/>
                  </a:lnTo>
                  <a:lnTo>
                    <a:pt x="1697" y="2696"/>
                  </a:lnTo>
                  <a:lnTo>
                    <a:pt x="2258" y="2696"/>
                  </a:lnTo>
                  <a:close/>
                </a:path>
              </a:pathLst>
            </a:custGeom>
            <a:solidFill>
              <a:srgbClr val="404040"/>
            </a:solidFill>
            <a:ln>
              <a:noFill/>
            </a:ln>
          </p:spPr>
          <p:txBody>
            <a:bodyPr/>
            <a:lstStyle/>
            <a:p>
              <a:endParaRPr lang="en-US"/>
            </a:p>
          </p:txBody>
        </p:sp>
      </p:grpSp>
      <p:sp>
        <p:nvSpPr>
          <p:cNvPr id="2" name="Title 1">
            <a:extLst>
              <a:ext uri="{FF2B5EF4-FFF2-40B4-BE49-F238E27FC236}">
                <a16:creationId xmlns:a16="http://schemas.microsoft.com/office/drawing/2014/main" id="{652CD06E-EB43-4697-A9C1-290232C3BAD6}"/>
              </a:ext>
            </a:extLst>
          </p:cNvPr>
          <p:cNvSpPr>
            <a:spLocks noGrp="1"/>
          </p:cNvSpPr>
          <p:nvPr>
            <p:ph type="ctrTitle"/>
          </p:nvPr>
        </p:nvSpPr>
        <p:spPr>
          <a:xfrm>
            <a:off x="473345" y="0"/>
            <a:ext cx="11604355" cy="1223994"/>
          </a:xfrm>
        </p:spPr>
        <p:txBody>
          <a:bodyPr>
            <a:noAutofit/>
          </a:bodyPr>
          <a:lstStyle/>
          <a:p>
            <a:pPr algn="l"/>
            <a:r>
              <a:rPr lang="en-US" sz="5400" b="1" dirty="0">
                <a:latin typeface="Mystical Woods Smooth Script" panose="02000500000000000000" pitchFamily="2" charset="0"/>
                <a:cs typeface="Cavolini" panose="03000502040302020204" pitchFamily="66" charset="0"/>
              </a:rPr>
              <a:t>JSX </a:t>
            </a:r>
            <a:r>
              <a:rPr lang="en-US" sz="2100" b="1" dirty="0">
                <a:latin typeface="Cavolini" panose="03000502040302020204" pitchFamily="66" charset="0"/>
                <a:cs typeface="Cavolini" panose="03000502040302020204" pitchFamily="66" charset="0"/>
              </a:rPr>
              <a:t>continued…</a:t>
            </a:r>
          </a:p>
        </p:txBody>
      </p:sp>
      <p:grpSp>
        <p:nvGrpSpPr>
          <p:cNvPr id="6" name="Group 5">
            <a:extLst>
              <a:ext uri="{FF2B5EF4-FFF2-40B4-BE49-F238E27FC236}">
                <a16:creationId xmlns:a16="http://schemas.microsoft.com/office/drawing/2014/main" id="{752A73B4-49EC-E765-1462-2A106F07C3D4}"/>
              </a:ext>
            </a:extLst>
          </p:cNvPr>
          <p:cNvGrpSpPr/>
          <p:nvPr/>
        </p:nvGrpSpPr>
        <p:grpSpPr>
          <a:xfrm>
            <a:off x="481809" y="1152868"/>
            <a:ext cx="8950321" cy="182880"/>
            <a:chOff x="1089027" y="1251583"/>
            <a:chExt cx="8950321" cy="182880"/>
          </a:xfrm>
        </p:grpSpPr>
        <p:cxnSp>
          <p:nvCxnSpPr>
            <p:cNvPr id="4" name="Straight Connector 3">
              <a:extLst>
                <a:ext uri="{FF2B5EF4-FFF2-40B4-BE49-F238E27FC236}">
                  <a16:creationId xmlns:a16="http://schemas.microsoft.com/office/drawing/2014/main" id="{1111542F-3245-DDEC-4B5A-7412E7DBE5FD}"/>
                </a:ext>
              </a:extLst>
            </p:cNvPr>
            <p:cNvCxnSpPr/>
            <p:nvPr/>
          </p:nvCxnSpPr>
          <p:spPr>
            <a:xfrm>
              <a:off x="1089027" y="1347537"/>
              <a:ext cx="8786493" cy="0"/>
            </a:xfrm>
            <a:prstGeom prst="line">
              <a:avLst/>
            </a:prstGeom>
            <a:ln w="38100">
              <a:solidFill>
                <a:srgbClr val="595959"/>
              </a:solidFill>
            </a:ln>
            <a:effectLst>
              <a:reflection blurRad="6350" stA="50000" endA="275" endPos="40000" dist="101600" dir="5400000" sy="-100000" algn="bl" rotWithShape="0"/>
              <a:softEdge rad="12700"/>
            </a:effectLst>
          </p:spPr>
          <p:style>
            <a:lnRef idx="3">
              <a:schemeClr val="dk1"/>
            </a:lnRef>
            <a:fillRef idx="0">
              <a:schemeClr val="dk1"/>
            </a:fillRef>
            <a:effectRef idx="2">
              <a:schemeClr val="dk1"/>
            </a:effectRef>
            <a:fontRef idx="minor">
              <a:schemeClr val="tx1"/>
            </a:fontRef>
          </p:style>
        </p:cxnSp>
        <p:sp>
          <p:nvSpPr>
            <p:cNvPr id="5" name="Flowchart: Connector 4">
              <a:extLst>
                <a:ext uri="{FF2B5EF4-FFF2-40B4-BE49-F238E27FC236}">
                  <a16:creationId xmlns:a16="http://schemas.microsoft.com/office/drawing/2014/main" id="{B2858492-B751-8ED7-57BE-708D61DDCF50}"/>
                </a:ext>
              </a:extLst>
            </p:cNvPr>
            <p:cNvSpPr/>
            <p:nvPr/>
          </p:nvSpPr>
          <p:spPr>
            <a:xfrm>
              <a:off x="9856468" y="1251583"/>
              <a:ext cx="182880" cy="182880"/>
            </a:xfrm>
            <a:prstGeom prst="flowChartConnector">
              <a:avLst/>
            </a:prstGeom>
            <a:ln>
              <a:noFill/>
            </a:ln>
            <a:effectLst>
              <a:outerShdw blurRad="50800" dist="38100" dir="2700000" algn="tl"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pic>
        <p:nvPicPr>
          <p:cNvPr id="3" name="Graphic 2" descr="Atom with solid fill">
            <a:extLst>
              <a:ext uri="{FF2B5EF4-FFF2-40B4-BE49-F238E27FC236}">
                <a16:creationId xmlns:a16="http://schemas.microsoft.com/office/drawing/2014/main" id="{9ADD726C-B2B3-B424-1740-AC7F0E5C10BE}"/>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473345" y="1484034"/>
            <a:ext cx="685800" cy="685800"/>
          </a:xfrm>
          <a:prstGeom prst="rect">
            <a:avLst/>
          </a:prstGeom>
        </p:spPr>
      </p:pic>
      <p:sp>
        <p:nvSpPr>
          <p:cNvPr id="7" name="TextBox 6">
            <a:extLst>
              <a:ext uri="{FF2B5EF4-FFF2-40B4-BE49-F238E27FC236}">
                <a16:creationId xmlns:a16="http://schemas.microsoft.com/office/drawing/2014/main" id="{6A6218F9-690F-5347-D24F-C7E7FF1636F8}"/>
              </a:ext>
            </a:extLst>
          </p:cNvPr>
          <p:cNvSpPr txBox="1"/>
          <p:nvPr/>
        </p:nvSpPr>
        <p:spPr>
          <a:xfrm flipH="1">
            <a:off x="1250396" y="1619185"/>
            <a:ext cx="7596740" cy="415498"/>
          </a:xfrm>
          <a:prstGeom prst="rect">
            <a:avLst/>
          </a:prstGeom>
          <a:noFill/>
        </p:spPr>
        <p:txBody>
          <a:bodyPr wrap="square" rtlCol="0">
            <a:spAutoFit/>
          </a:bodyPr>
          <a:lstStyle/>
          <a:p>
            <a:pPr algn="l"/>
            <a:r>
              <a:rPr lang="en-US" sz="2100" b="1" i="0" dirty="0">
                <a:effectLst/>
                <a:latin typeface="Cavolini" panose="03000502040302020204" pitchFamily="66" charset="0"/>
                <a:cs typeface="Cavolini" panose="03000502040302020204" pitchFamily="66" charset="0"/>
              </a:rPr>
              <a:t>Expressions in JSX</a:t>
            </a:r>
          </a:p>
        </p:txBody>
      </p:sp>
      <p:sp>
        <p:nvSpPr>
          <p:cNvPr id="9" name="TextBox 8">
            <a:extLst>
              <a:ext uri="{FF2B5EF4-FFF2-40B4-BE49-F238E27FC236}">
                <a16:creationId xmlns:a16="http://schemas.microsoft.com/office/drawing/2014/main" id="{607A4B90-90F6-3DCA-8CCF-FAA260819329}"/>
              </a:ext>
            </a:extLst>
          </p:cNvPr>
          <p:cNvSpPr txBox="1"/>
          <p:nvPr/>
        </p:nvSpPr>
        <p:spPr>
          <a:xfrm>
            <a:off x="428439" y="2254013"/>
            <a:ext cx="11256742" cy="1384995"/>
          </a:xfrm>
          <a:prstGeom prst="rect">
            <a:avLst/>
          </a:prstGeom>
          <a:noFill/>
        </p:spPr>
        <p:txBody>
          <a:bodyPr wrap="square">
            <a:spAutoFit/>
          </a:bodyPr>
          <a:lstStyle/>
          <a:p>
            <a:r>
              <a:rPr lang="en-US" sz="2100" b="1" dirty="0">
                <a:effectLst/>
                <a:latin typeface="Cavolini" panose="03000502040302020204" pitchFamily="66" charset="0"/>
                <a:cs typeface="Cavolini" panose="03000502040302020204" pitchFamily="66" charset="0"/>
              </a:rPr>
              <a:t>With JSX you can write expressions inside curly braces </a:t>
            </a:r>
            <a:r>
              <a:rPr lang="en-US" sz="2100" b="1" dirty="0">
                <a:solidFill>
                  <a:srgbClr val="FF0000"/>
                </a:solidFill>
                <a:effectLst/>
                <a:latin typeface="Cavolini" panose="03000502040302020204" pitchFamily="66" charset="0"/>
                <a:cs typeface="Cavolini" panose="03000502040302020204" pitchFamily="66" charset="0"/>
              </a:rPr>
              <a:t>{ }</a:t>
            </a:r>
            <a:r>
              <a:rPr lang="en-US" sz="2100" b="1" dirty="0">
                <a:effectLst/>
                <a:latin typeface="Cavolini" panose="03000502040302020204" pitchFamily="66" charset="0"/>
                <a:cs typeface="Cavolini" panose="03000502040302020204" pitchFamily="66" charset="0"/>
              </a:rPr>
              <a:t>.</a:t>
            </a:r>
          </a:p>
          <a:p>
            <a:endParaRPr lang="en-US" sz="2100" b="1" dirty="0">
              <a:latin typeface="Cavolini" panose="03000502040302020204" pitchFamily="66" charset="0"/>
              <a:cs typeface="Cavolini" panose="03000502040302020204" pitchFamily="66" charset="0"/>
            </a:endParaRPr>
          </a:p>
          <a:p>
            <a:r>
              <a:rPr lang="en-US" sz="2100" b="1" i="0" dirty="0">
                <a:solidFill>
                  <a:srgbClr val="E8E6E3"/>
                </a:solidFill>
                <a:effectLst/>
                <a:latin typeface="Cavolini" panose="03000502040302020204" pitchFamily="66" charset="0"/>
                <a:cs typeface="Cavolini" panose="03000502040302020204" pitchFamily="66" charset="0"/>
              </a:rPr>
              <a:t>The expression can be a React variable, or property, or any other valid JavaScript expression. JSX will execute the expression and return the result:</a:t>
            </a:r>
            <a:endParaRPr lang="en-US" sz="2100" b="1" dirty="0">
              <a:effectLst/>
              <a:latin typeface="Cavolini" panose="03000502040302020204" pitchFamily="66" charset="0"/>
              <a:cs typeface="Cavolini" panose="03000502040302020204" pitchFamily="66" charset="0"/>
            </a:endParaRPr>
          </a:p>
        </p:txBody>
      </p:sp>
      <p:sp>
        <p:nvSpPr>
          <p:cNvPr id="12" name="TextBox 11">
            <a:extLst>
              <a:ext uri="{FF2B5EF4-FFF2-40B4-BE49-F238E27FC236}">
                <a16:creationId xmlns:a16="http://schemas.microsoft.com/office/drawing/2014/main" id="{8F76BE52-3E45-2BCA-3460-6ED5C6697D16}"/>
              </a:ext>
            </a:extLst>
          </p:cNvPr>
          <p:cNvSpPr txBox="1"/>
          <p:nvPr/>
        </p:nvSpPr>
        <p:spPr>
          <a:xfrm>
            <a:off x="428438" y="3739602"/>
            <a:ext cx="9853245" cy="369332"/>
          </a:xfrm>
          <a:prstGeom prst="rect">
            <a:avLst/>
          </a:prstGeom>
          <a:noFill/>
        </p:spPr>
        <p:txBody>
          <a:bodyPr wrap="square">
            <a:spAutoFit/>
          </a:bodyPr>
          <a:lstStyle/>
          <a:p>
            <a:r>
              <a:rPr lang="en-US" b="1" dirty="0">
                <a:solidFill>
                  <a:srgbClr val="FEDE5D"/>
                </a:solidFill>
                <a:effectLst/>
                <a:latin typeface="Cascadia Code" panose="020B0609020000020004" pitchFamily="49" charset="0"/>
              </a:rPr>
              <a:t>const</a:t>
            </a:r>
            <a:r>
              <a:rPr lang="en-US" b="1" dirty="0">
                <a:solidFill>
                  <a:srgbClr val="BBBBBB"/>
                </a:solidFill>
                <a:effectLst/>
                <a:latin typeface="Cascadia Code" panose="020B0609020000020004" pitchFamily="49" charset="0"/>
              </a:rPr>
              <a:t> </a:t>
            </a:r>
            <a:r>
              <a:rPr lang="en-US" b="1" dirty="0" err="1">
                <a:solidFill>
                  <a:srgbClr val="FF7EDB"/>
                </a:solidFill>
                <a:effectLst/>
                <a:latin typeface="Cascadia Code" panose="020B0609020000020004" pitchFamily="49" charset="0"/>
              </a:rPr>
              <a:t>myElement</a:t>
            </a:r>
            <a:r>
              <a:rPr lang="en-US" b="1" dirty="0">
                <a:solidFill>
                  <a:srgbClr val="BBBBBB"/>
                </a:solidFill>
                <a:effectLst/>
                <a:latin typeface="Cascadia Code" panose="020B0609020000020004" pitchFamily="49" charset="0"/>
              </a:rPr>
              <a:t> </a:t>
            </a:r>
            <a:r>
              <a:rPr lang="en-US" b="1" dirty="0">
                <a:solidFill>
                  <a:srgbClr val="FFFFFF"/>
                </a:solidFill>
                <a:effectLst/>
                <a:latin typeface="Cascadia Code" panose="020B0609020000020004" pitchFamily="49" charset="0"/>
              </a:rPr>
              <a:t>=</a:t>
            </a:r>
            <a:r>
              <a:rPr lang="en-US" b="1" dirty="0">
                <a:solidFill>
                  <a:srgbClr val="BBBBBB"/>
                </a:solidFill>
                <a:effectLst/>
                <a:latin typeface="Cascadia Code" panose="020B0609020000020004" pitchFamily="49" charset="0"/>
              </a:rPr>
              <a:t> </a:t>
            </a:r>
            <a:r>
              <a:rPr lang="en-US" b="1" dirty="0">
                <a:solidFill>
                  <a:srgbClr val="36F9F6"/>
                </a:solidFill>
                <a:effectLst/>
                <a:latin typeface="Cascadia Code" panose="020B0609020000020004" pitchFamily="49" charset="0"/>
              </a:rPr>
              <a:t>&lt;</a:t>
            </a:r>
            <a:r>
              <a:rPr lang="en-US" b="1" dirty="0">
                <a:solidFill>
                  <a:srgbClr val="72F1B8"/>
                </a:solidFill>
                <a:effectLst/>
                <a:latin typeface="Cascadia Code" panose="020B0609020000020004" pitchFamily="49" charset="0"/>
              </a:rPr>
              <a:t>h1</a:t>
            </a:r>
            <a:r>
              <a:rPr lang="en-US" b="1" dirty="0">
                <a:solidFill>
                  <a:srgbClr val="36F9F6"/>
                </a:solidFill>
                <a:effectLst/>
                <a:latin typeface="Cascadia Code" panose="020B0609020000020004" pitchFamily="49" charset="0"/>
              </a:rPr>
              <a:t>&gt;</a:t>
            </a:r>
            <a:r>
              <a:rPr lang="en-US" b="1" dirty="0">
                <a:solidFill>
                  <a:srgbClr val="BBBBBB"/>
                </a:solidFill>
                <a:effectLst/>
                <a:latin typeface="Cascadia Code" panose="020B0609020000020004" pitchFamily="49" charset="0"/>
              </a:rPr>
              <a:t>React is </a:t>
            </a:r>
            <a:r>
              <a:rPr lang="en-US" b="1" dirty="0">
                <a:solidFill>
                  <a:srgbClr val="FEDE5D"/>
                </a:solidFill>
                <a:effectLst/>
                <a:latin typeface="Cascadia Code" panose="020B0609020000020004" pitchFamily="49" charset="0"/>
              </a:rPr>
              <a:t>{</a:t>
            </a:r>
            <a:r>
              <a:rPr lang="en-US" b="1" dirty="0">
                <a:solidFill>
                  <a:srgbClr val="2EE2FA"/>
                </a:solidFill>
                <a:effectLst/>
                <a:latin typeface="Cascadia Code" panose="020B0609020000020004" pitchFamily="49" charset="0"/>
              </a:rPr>
              <a:t>5</a:t>
            </a:r>
            <a:r>
              <a:rPr lang="en-US" b="1" dirty="0">
                <a:solidFill>
                  <a:srgbClr val="BBBBBB"/>
                </a:solidFill>
                <a:effectLst/>
                <a:latin typeface="Cascadia Code" panose="020B0609020000020004" pitchFamily="49" charset="0"/>
              </a:rPr>
              <a:t> </a:t>
            </a:r>
            <a:r>
              <a:rPr lang="en-US" b="1" dirty="0">
                <a:solidFill>
                  <a:srgbClr val="FEDE5D"/>
                </a:solidFill>
                <a:effectLst/>
                <a:latin typeface="Cascadia Code" panose="020B0609020000020004" pitchFamily="49" charset="0"/>
              </a:rPr>
              <a:t>+</a:t>
            </a:r>
            <a:r>
              <a:rPr lang="en-US" b="1" dirty="0">
                <a:solidFill>
                  <a:srgbClr val="BBBBBB"/>
                </a:solidFill>
                <a:effectLst/>
                <a:latin typeface="Cascadia Code" panose="020B0609020000020004" pitchFamily="49" charset="0"/>
              </a:rPr>
              <a:t> </a:t>
            </a:r>
            <a:r>
              <a:rPr lang="en-US" b="1" dirty="0">
                <a:solidFill>
                  <a:srgbClr val="2EE2FA"/>
                </a:solidFill>
                <a:effectLst/>
                <a:latin typeface="Cascadia Code" panose="020B0609020000020004" pitchFamily="49" charset="0"/>
              </a:rPr>
              <a:t>5</a:t>
            </a:r>
            <a:r>
              <a:rPr lang="en-US" b="1" dirty="0">
                <a:solidFill>
                  <a:srgbClr val="FEDE5D"/>
                </a:solidFill>
                <a:effectLst/>
                <a:latin typeface="Cascadia Code" panose="020B0609020000020004" pitchFamily="49" charset="0"/>
              </a:rPr>
              <a:t>}</a:t>
            </a:r>
            <a:r>
              <a:rPr lang="en-US" b="1" dirty="0">
                <a:solidFill>
                  <a:srgbClr val="BBBBBB"/>
                </a:solidFill>
                <a:effectLst/>
                <a:latin typeface="Cascadia Code" panose="020B0609020000020004" pitchFamily="49" charset="0"/>
              </a:rPr>
              <a:t> times better with JSX</a:t>
            </a:r>
            <a:r>
              <a:rPr lang="en-US" b="1" dirty="0">
                <a:solidFill>
                  <a:srgbClr val="36F9F6"/>
                </a:solidFill>
                <a:effectLst/>
                <a:latin typeface="Cascadia Code" panose="020B0609020000020004" pitchFamily="49" charset="0"/>
              </a:rPr>
              <a:t>&lt;/</a:t>
            </a:r>
            <a:r>
              <a:rPr lang="en-US" b="1" dirty="0">
                <a:solidFill>
                  <a:srgbClr val="72F1B8"/>
                </a:solidFill>
                <a:effectLst/>
                <a:latin typeface="Cascadia Code" panose="020B0609020000020004" pitchFamily="49" charset="0"/>
              </a:rPr>
              <a:t>h1</a:t>
            </a:r>
            <a:r>
              <a:rPr lang="en-US" b="1" dirty="0">
                <a:solidFill>
                  <a:srgbClr val="36F9F6"/>
                </a:solidFill>
                <a:effectLst/>
                <a:latin typeface="Cascadia Code" panose="020B0609020000020004" pitchFamily="49" charset="0"/>
              </a:rPr>
              <a:t>&gt;</a:t>
            </a:r>
            <a:r>
              <a:rPr lang="en-US" b="1" dirty="0">
                <a:solidFill>
                  <a:srgbClr val="BBBBBB"/>
                </a:solidFill>
                <a:effectLst/>
                <a:latin typeface="Cascadia Code" panose="020B0609020000020004" pitchFamily="49" charset="0"/>
              </a:rPr>
              <a:t>;</a:t>
            </a:r>
          </a:p>
        </p:txBody>
      </p:sp>
      <p:sp>
        <p:nvSpPr>
          <p:cNvPr id="15" name="TextBox 14">
            <a:extLst>
              <a:ext uri="{FF2B5EF4-FFF2-40B4-BE49-F238E27FC236}">
                <a16:creationId xmlns:a16="http://schemas.microsoft.com/office/drawing/2014/main" id="{7AD0CA6E-E7C4-9A02-6060-F3FA3FD83F6B}"/>
              </a:ext>
            </a:extLst>
          </p:cNvPr>
          <p:cNvSpPr txBox="1"/>
          <p:nvPr/>
        </p:nvSpPr>
        <p:spPr>
          <a:xfrm>
            <a:off x="428438" y="4334104"/>
            <a:ext cx="11238558" cy="1828800"/>
          </a:xfrm>
          <a:prstGeom prst="rect">
            <a:avLst/>
          </a:prstGeom>
          <a:noFill/>
        </p:spPr>
        <p:txBody>
          <a:bodyPr wrap="square" numCol="2">
            <a:spAutoFit/>
          </a:bodyPr>
          <a:lstStyle/>
          <a:p>
            <a:r>
              <a:rPr lang="en-US" b="1" dirty="0">
                <a:solidFill>
                  <a:srgbClr val="FEDE5D"/>
                </a:solidFill>
                <a:effectLst/>
                <a:latin typeface="Cascadia Code" panose="020B0609020000020004" pitchFamily="49" charset="0"/>
              </a:rPr>
              <a:t>function</a:t>
            </a:r>
            <a:r>
              <a:rPr lang="en-US" b="1" dirty="0">
                <a:solidFill>
                  <a:srgbClr val="BBBBBB"/>
                </a:solidFill>
                <a:effectLst/>
                <a:latin typeface="Cascadia Code" panose="020B0609020000020004" pitchFamily="49" charset="0"/>
              </a:rPr>
              <a:t> </a:t>
            </a:r>
            <a:r>
              <a:rPr lang="en-US" b="1" dirty="0" err="1">
                <a:solidFill>
                  <a:srgbClr val="36F9F6"/>
                </a:solidFill>
                <a:effectLst/>
                <a:latin typeface="Cascadia Code" panose="020B0609020000020004" pitchFamily="49" charset="0"/>
              </a:rPr>
              <a:t>formatName</a:t>
            </a:r>
            <a:r>
              <a:rPr lang="en-US" b="1" dirty="0">
                <a:solidFill>
                  <a:srgbClr val="BBBBBB"/>
                </a:solidFill>
                <a:effectLst/>
                <a:latin typeface="Cascadia Code" panose="020B0609020000020004" pitchFamily="49" charset="0"/>
              </a:rPr>
              <a:t>(</a:t>
            </a:r>
            <a:r>
              <a:rPr lang="en-US" b="1" i="1" dirty="0">
                <a:solidFill>
                  <a:srgbClr val="FF7EDB"/>
                </a:solidFill>
                <a:effectLst/>
                <a:latin typeface="Cascadia Code" panose="020B0609020000020004" pitchFamily="49" charset="0"/>
              </a:rPr>
              <a:t>user</a:t>
            </a:r>
            <a:r>
              <a:rPr lang="en-US" b="1" dirty="0">
                <a:solidFill>
                  <a:srgbClr val="BBBBBB"/>
                </a:solidFill>
                <a:effectLst/>
                <a:latin typeface="Cascadia Code" panose="020B0609020000020004" pitchFamily="49" charset="0"/>
              </a:rPr>
              <a:t>) {</a:t>
            </a:r>
          </a:p>
          <a:p>
            <a:r>
              <a:rPr lang="en-US" b="1" dirty="0">
                <a:solidFill>
                  <a:srgbClr val="BBBBBB"/>
                </a:solidFill>
                <a:effectLst/>
                <a:latin typeface="Cascadia Code" panose="020B0609020000020004" pitchFamily="49" charset="0"/>
              </a:rPr>
              <a:t>  </a:t>
            </a:r>
            <a:r>
              <a:rPr lang="en-US" b="1" dirty="0">
                <a:solidFill>
                  <a:srgbClr val="FEDE5D"/>
                </a:solidFill>
                <a:effectLst/>
                <a:latin typeface="Cascadia Code" panose="020B0609020000020004" pitchFamily="49" charset="0"/>
              </a:rPr>
              <a:t>return</a:t>
            </a:r>
            <a:r>
              <a:rPr lang="en-US" b="1" dirty="0">
                <a:solidFill>
                  <a:srgbClr val="BBBBBB"/>
                </a:solidFill>
                <a:effectLst/>
                <a:latin typeface="Cascadia Code" panose="020B0609020000020004" pitchFamily="49" charset="0"/>
              </a:rPr>
              <a:t> </a:t>
            </a:r>
            <a:r>
              <a:rPr lang="en-US" b="1" i="1" dirty="0" err="1">
                <a:solidFill>
                  <a:srgbClr val="FF7EDB"/>
                </a:solidFill>
                <a:effectLst/>
                <a:latin typeface="Cascadia Code" panose="020B0609020000020004" pitchFamily="49" charset="0"/>
              </a:rPr>
              <a:t>user</a:t>
            </a:r>
            <a:r>
              <a:rPr lang="en-US" b="1" dirty="0" err="1">
                <a:solidFill>
                  <a:srgbClr val="BBBBBB"/>
                </a:solidFill>
                <a:effectLst/>
                <a:latin typeface="Cascadia Code" panose="020B0609020000020004" pitchFamily="49" charset="0"/>
              </a:rPr>
              <a:t>.</a:t>
            </a:r>
            <a:r>
              <a:rPr lang="en-US" b="1" dirty="0" err="1">
                <a:solidFill>
                  <a:srgbClr val="2EE2FA"/>
                </a:solidFill>
                <a:effectLst/>
                <a:latin typeface="Cascadia Code" panose="020B0609020000020004" pitchFamily="49" charset="0"/>
              </a:rPr>
              <a:t>firstName</a:t>
            </a:r>
            <a:r>
              <a:rPr lang="en-US" b="1" dirty="0">
                <a:solidFill>
                  <a:srgbClr val="BBBBBB"/>
                </a:solidFill>
                <a:effectLst/>
                <a:latin typeface="Cascadia Code" panose="020B0609020000020004" pitchFamily="49" charset="0"/>
              </a:rPr>
              <a:t> </a:t>
            </a:r>
            <a:r>
              <a:rPr lang="en-US" b="1" dirty="0">
                <a:solidFill>
                  <a:srgbClr val="FEDE5D"/>
                </a:solidFill>
                <a:effectLst/>
                <a:latin typeface="Cascadia Code" panose="020B0609020000020004" pitchFamily="49" charset="0"/>
              </a:rPr>
              <a:t>+</a:t>
            </a:r>
            <a:r>
              <a:rPr lang="en-US" b="1" dirty="0">
                <a:solidFill>
                  <a:srgbClr val="BBBBBB"/>
                </a:solidFill>
                <a:effectLst/>
                <a:latin typeface="Cascadia Code" panose="020B0609020000020004" pitchFamily="49" charset="0"/>
              </a:rPr>
              <a:t> </a:t>
            </a:r>
            <a:r>
              <a:rPr lang="en-US" b="1" dirty="0">
                <a:solidFill>
                  <a:srgbClr val="FF8B39"/>
                </a:solidFill>
                <a:effectLst/>
                <a:latin typeface="Cascadia Code" panose="020B0609020000020004" pitchFamily="49" charset="0"/>
              </a:rPr>
              <a:t>" "</a:t>
            </a:r>
            <a:r>
              <a:rPr lang="en-US" b="1" dirty="0">
                <a:solidFill>
                  <a:srgbClr val="BBBBBB"/>
                </a:solidFill>
                <a:effectLst/>
                <a:latin typeface="Cascadia Code" panose="020B0609020000020004" pitchFamily="49" charset="0"/>
              </a:rPr>
              <a:t> </a:t>
            </a:r>
            <a:r>
              <a:rPr lang="en-US" b="1" dirty="0">
                <a:solidFill>
                  <a:srgbClr val="FEDE5D"/>
                </a:solidFill>
                <a:effectLst/>
                <a:latin typeface="Cascadia Code" panose="020B0609020000020004" pitchFamily="49" charset="0"/>
              </a:rPr>
              <a:t>+</a:t>
            </a:r>
            <a:r>
              <a:rPr lang="en-US" b="1" dirty="0">
                <a:solidFill>
                  <a:srgbClr val="BBBBBB"/>
                </a:solidFill>
                <a:effectLst/>
                <a:latin typeface="Cascadia Code" panose="020B0609020000020004" pitchFamily="49" charset="0"/>
              </a:rPr>
              <a:t> </a:t>
            </a:r>
            <a:r>
              <a:rPr lang="en-US" b="1" i="1" dirty="0" err="1">
                <a:solidFill>
                  <a:srgbClr val="FF7EDB"/>
                </a:solidFill>
                <a:effectLst/>
                <a:latin typeface="Cascadia Code" panose="020B0609020000020004" pitchFamily="49" charset="0"/>
              </a:rPr>
              <a:t>user</a:t>
            </a:r>
            <a:r>
              <a:rPr lang="en-US" b="1" dirty="0" err="1">
                <a:solidFill>
                  <a:srgbClr val="BBBBBB"/>
                </a:solidFill>
                <a:effectLst/>
                <a:latin typeface="Cascadia Code" panose="020B0609020000020004" pitchFamily="49" charset="0"/>
              </a:rPr>
              <a:t>.</a:t>
            </a:r>
            <a:r>
              <a:rPr lang="en-US" b="1" dirty="0" err="1">
                <a:solidFill>
                  <a:srgbClr val="2EE2FA"/>
                </a:solidFill>
                <a:effectLst/>
                <a:latin typeface="Cascadia Code" panose="020B0609020000020004" pitchFamily="49" charset="0"/>
              </a:rPr>
              <a:t>lastName</a:t>
            </a:r>
            <a:r>
              <a:rPr lang="en-US" b="1" dirty="0">
                <a:solidFill>
                  <a:srgbClr val="BBBBBB"/>
                </a:solidFill>
                <a:effectLst/>
                <a:latin typeface="Cascadia Code" panose="020B0609020000020004" pitchFamily="49" charset="0"/>
              </a:rPr>
              <a:t>;</a:t>
            </a:r>
          </a:p>
          <a:p>
            <a:r>
              <a:rPr lang="en-US" b="1" dirty="0">
                <a:solidFill>
                  <a:srgbClr val="BBBBBB"/>
                </a:solidFill>
                <a:effectLst/>
                <a:latin typeface="Cascadia Code" panose="020B0609020000020004" pitchFamily="49" charset="0"/>
              </a:rPr>
              <a:t>}</a:t>
            </a:r>
          </a:p>
          <a:p>
            <a:br>
              <a:rPr lang="en-US" b="1" dirty="0">
                <a:solidFill>
                  <a:srgbClr val="BBBBBB"/>
                </a:solidFill>
                <a:effectLst/>
                <a:latin typeface="Cascadia Code" panose="020B0609020000020004" pitchFamily="49" charset="0"/>
              </a:rPr>
            </a:br>
            <a:r>
              <a:rPr lang="en-US" b="1" dirty="0">
                <a:solidFill>
                  <a:srgbClr val="FEDE5D"/>
                </a:solidFill>
                <a:effectLst/>
                <a:latin typeface="Cascadia Code" panose="020B0609020000020004" pitchFamily="49" charset="0"/>
              </a:rPr>
              <a:t>const</a:t>
            </a:r>
            <a:r>
              <a:rPr lang="en-US" b="1" dirty="0">
                <a:solidFill>
                  <a:srgbClr val="BBBBBB"/>
                </a:solidFill>
                <a:effectLst/>
                <a:latin typeface="Cascadia Code" panose="020B0609020000020004" pitchFamily="49" charset="0"/>
              </a:rPr>
              <a:t> </a:t>
            </a:r>
            <a:r>
              <a:rPr lang="en-US" b="1" dirty="0">
                <a:solidFill>
                  <a:srgbClr val="FF7EDB"/>
                </a:solidFill>
                <a:effectLst/>
                <a:latin typeface="Cascadia Code" panose="020B0609020000020004" pitchFamily="49" charset="0"/>
              </a:rPr>
              <a:t>user</a:t>
            </a:r>
            <a:r>
              <a:rPr lang="en-US" b="1" dirty="0">
                <a:solidFill>
                  <a:srgbClr val="BBBBBB"/>
                </a:solidFill>
                <a:effectLst/>
                <a:latin typeface="Cascadia Code" panose="020B0609020000020004" pitchFamily="49" charset="0"/>
              </a:rPr>
              <a:t> </a:t>
            </a:r>
            <a:r>
              <a:rPr lang="en-US" b="1" dirty="0">
                <a:solidFill>
                  <a:srgbClr val="FFFFFF"/>
                </a:solidFill>
                <a:effectLst/>
                <a:latin typeface="Cascadia Code" panose="020B0609020000020004" pitchFamily="49" charset="0"/>
              </a:rPr>
              <a:t>=</a:t>
            </a:r>
            <a:r>
              <a:rPr lang="en-US" b="1" dirty="0">
                <a:solidFill>
                  <a:srgbClr val="BBBBBB"/>
                </a:solidFill>
                <a:effectLst/>
                <a:latin typeface="Cascadia Code" panose="020B0609020000020004" pitchFamily="49" charset="0"/>
              </a:rPr>
              <a:t> {</a:t>
            </a:r>
          </a:p>
          <a:p>
            <a:r>
              <a:rPr lang="en-US" b="1" dirty="0">
                <a:solidFill>
                  <a:srgbClr val="BBBBBB"/>
                </a:solidFill>
                <a:effectLst/>
                <a:latin typeface="Cascadia Code" panose="020B0609020000020004" pitchFamily="49" charset="0"/>
              </a:rPr>
              <a:t>  </a:t>
            </a:r>
            <a:r>
              <a:rPr lang="en-US" b="1" dirty="0" err="1">
                <a:solidFill>
                  <a:srgbClr val="FF7EDB"/>
                </a:solidFill>
                <a:effectLst/>
                <a:latin typeface="Cascadia Code" panose="020B0609020000020004" pitchFamily="49" charset="0"/>
              </a:rPr>
              <a:t>firstName</a:t>
            </a:r>
            <a:r>
              <a:rPr lang="en-US" b="1" dirty="0">
                <a:solidFill>
                  <a:srgbClr val="B6B1B1"/>
                </a:solidFill>
                <a:effectLst/>
                <a:latin typeface="Cascadia Code" panose="020B0609020000020004" pitchFamily="49" charset="0"/>
              </a:rPr>
              <a:t>:</a:t>
            </a:r>
            <a:r>
              <a:rPr lang="en-US" b="1" dirty="0">
                <a:solidFill>
                  <a:srgbClr val="BBBBBB"/>
                </a:solidFill>
                <a:effectLst/>
                <a:latin typeface="Cascadia Code" panose="020B0609020000020004" pitchFamily="49" charset="0"/>
              </a:rPr>
              <a:t> </a:t>
            </a:r>
            <a:r>
              <a:rPr lang="en-US" b="1" dirty="0">
                <a:solidFill>
                  <a:srgbClr val="FF8B39"/>
                </a:solidFill>
                <a:effectLst/>
                <a:latin typeface="Cascadia Code" panose="020B0609020000020004" pitchFamily="49" charset="0"/>
              </a:rPr>
              <a:t>"Mayur"</a:t>
            </a:r>
            <a:r>
              <a:rPr lang="en-US" b="1" dirty="0">
                <a:solidFill>
                  <a:srgbClr val="BBBBBB"/>
                </a:solidFill>
                <a:effectLst/>
                <a:latin typeface="Cascadia Code" panose="020B0609020000020004" pitchFamily="49" charset="0"/>
              </a:rPr>
              <a:t>,</a:t>
            </a:r>
          </a:p>
          <a:p>
            <a:r>
              <a:rPr lang="en-US" b="1" dirty="0">
                <a:solidFill>
                  <a:srgbClr val="BBBBBB"/>
                </a:solidFill>
                <a:effectLst/>
                <a:latin typeface="Cascadia Code" panose="020B0609020000020004" pitchFamily="49" charset="0"/>
              </a:rPr>
              <a:t>  </a:t>
            </a:r>
            <a:r>
              <a:rPr lang="en-US" b="1" dirty="0" err="1">
                <a:solidFill>
                  <a:srgbClr val="FF7EDB"/>
                </a:solidFill>
                <a:effectLst/>
                <a:latin typeface="Cascadia Code" panose="020B0609020000020004" pitchFamily="49" charset="0"/>
              </a:rPr>
              <a:t>lastName</a:t>
            </a:r>
            <a:r>
              <a:rPr lang="en-US" b="1" dirty="0">
                <a:solidFill>
                  <a:srgbClr val="B6B1B1"/>
                </a:solidFill>
                <a:effectLst/>
                <a:latin typeface="Cascadia Code" panose="020B0609020000020004" pitchFamily="49" charset="0"/>
              </a:rPr>
              <a:t>:</a:t>
            </a:r>
            <a:r>
              <a:rPr lang="en-US" b="1" dirty="0">
                <a:solidFill>
                  <a:srgbClr val="BBBBBB"/>
                </a:solidFill>
                <a:effectLst/>
                <a:latin typeface="Cascadia Code" panose="020B0609020000020004" pitchFamily="49" charset="0"/>
              </a:rPr>
              <a:t> </a:t>
            </a:r>
            <a:r>
              <a:rPr lang="en-US" b="1" dirty="0">
                <a:solidFill>
                  <a:srgbClr val="FF8B39"/>
                </a:solidFill>
                <a:effectLst/>
                <a:latin typeface="Cascadia Code" panose="020B0609020000020004" pitchFamily="49" charset="0"/>
              </a:rPr>
              <a:t>"Pai"</a:t>
            </a:r>
            <a:r>
              <a:rPr lang="en-US" b="1" dirty="0">
                <a:solidFill>
                  <a:srgbClr val="BBBBBB"/>
                </a:solidFill>
                <a:effectLst/>
                <a:latin typeface="Cascadia Code" panose="020B0609020000020004" pitchFamily="49" charset="0"/>
              </a:rPr>
              <a:t>,</a:t>
            </a:r>
          </a:p>
          <a:p>
            <a:r>
              <a:rPr lang="en-US" b="1" dirty="0">
                <a:solidFill>
                  <a:srgbClr val="BBBBBB"/>
                </a:solidFill>
                <a:effectLst/>
                <a:latin typeface="Cascadia Code" panose="020B0609020000020004" pitchFamily="49" charset="0"/>
              </a:rPr>
              <a:t>};</a:t>
            </a:r>
          </a:p>
          <a:p>
            <a:br>
              <a:rPr lang="en-US" b="1" dirty="0">
                <a:solidFill>
                  <a:srgbClr val="BBBBBB"/>
                </a:solidFill>
                <a:effectLst/>
                <a:latin typeface="Cascadia Code" panose="020B0609020000020004" pitchFamily="49" charset="0"/>
              </a:rPr>
            </a:br>
            <a:r>
              <a:rPr lang="en-US" b="1" dirty="0">
                <a:solidFill>
                  <a:srgbClr val="FEDE5D"/>
                </a:solidFill>
                <a:effectLst/>
                <a:latin typeface="Cascadia Code" panose="020B0609020000020004" pitchFamily="49" charset="0"/>
              </a:rPr>
              <a:t>const</a:t>
            </a:r>
            <a:r>
              <a:rPr lang="en-US" b="1" dirty="0">
                <a:solidFill>
                  <a:srgbClr val="BBBBBB"/>
                </a:solidFill>
                <a:effectLst/>
                <a:latin typeface="Cascadia Code" panose="020B0609020000020004" pitchFamily="49" charset="0"/>
              </a:rPr>
              <a:t> </a:t>
            </a:r>
            <a:r>
              <a:rPr lang="en-US" b="1" dirty="0">
                <a:solidFill>
                  <a:srgbClr val="FF7EDB"/>
                </a:solidFill>
                <a:effectLst/>
                <a:latin typeface="Cascadia Code" panose="020B0609020000020004" pitchFamily="49" charset="0"/>
              </a:rPr>
              <a:t>element</a:t>
            </a:r>
            <a:r>
              <a:rPr lang="en-US" b="1" dirty="0">
                <a:solidFill>
                  <a:srgbClr val="BBBBBB"/>
                </a:solidFill>
                <a:effectLst/>
                <a:latin typeface="Cascadia Code" panose="020B0609020000020004" pitchFamily="49" charset="0"/>
              </a:rPr>
              <a:t> </a:t>
            </a:r>
            <a:r>
              <a:rPr lang="en-US" b="1" dirty="0">
                <a:solidFill>
                  <a:srgbClr val="FFFFFF"/>
                </a:solidFill>
                <a:effectLst/>
                <a:latin typeface="Cascadia Code" panose="020B0609020000020004" pitchFamily="49" charset="0"/>
              </a:rPr>
              <a:t>=</a:t>
            </a:r>
            <a:r>
              <a:rPr lang="en-US" b="1" dirty="0">
                <a:solidFill>
                  <a:srgbClr val="BBBBBB"/>
                </a:solidFill>
                <a:effectLst/>
                <a:latin typeface="Cascadia Code" panose="020B0609020000020004" pitchFamily="49" charset="0"/>
              </a:rPr>
              <a:t> </a:t>
            </a:r>
            <a:r>
              <a:rPr lang="en-US" b="1" dirty="0">
                <a:solidFill>
                  <a:srgbClr val="36F9F6"/>
                </a:solidFill>
                <a:effectLst/>
                <a:latin typeface="Cascadia Code" panose="020B0609020000020004" pitchFamily="49" charset="0"/>
              </a:rPr>
              <a:t>&lt;</a:t>
            </a:r>
            <a:r>
              <a:rPr lang="en-US" b="1" dirty="0">
                <a:solidFill>
                  <a:srgbClr val="72F1B8"/>
                </a:solidFill>
                <a:effectLst/>
                <a:latin typeface="Cascadia Code" panose="020B0609020000020004" pitchFamily="49" charset="0"/>
              </a:rPr>
              <a:t>h1</a:t>
            </a:r>
            <a:r>
              <a:rPr lang="en-US" b="1" dirty="0">
                <a:solidFill>
                  <a:srgbClr val="36F9F6"/>
                </a:solidFill>
                <a:effectLst/>
                <a:latin typeface="Cascadia Code" panose="020B0609020000020004" pitchFamily="49" charset="0"/>
              </a:rPr>
              <a:t>&gt;</a:t>
            </a:r>
            <a:r>
              <a:rPr lang="en-US" b="1" dirty="0">
                <a:solidFill>
                  <a:srgbClr val="BBBBBB"/>
                </a:solidFill>
                <a:effectLst/>
                <a:latin typeface="Cascadia Code" panose="020B0609020000020004" pitchFamily="49" charset="0"/>
              </a:rPr>
              <a:t>Hello, </a:t>
            </a:r>
            <a:r>
              <a:rPr lang="en-US" b="1" dirty="0">
                <a:solidFill>
                  <a:srgbClr val="FEDE5D"/>
                </a:solidFill>
                <a:effectLst/>
                <a:latin typeface="Cascadia Code" panose="020B0609020000020004" pitchFamily="49" charset="0"/>
              </a:rPr>
              <a:t>{</a:t>
            </a:r>
            <a:r>
              <a:rPr lang="en-US" b="1" dirty="0" err="1">
                <a:solidFill>
                  <a:srgbClr val="36F9F6"/>
                </a:solidFill>
                <a:effectLst/>
                <a:latin typeface="Cascadia Code" panose="020B0609020000020004" pitchFamily="49" charset="0"/>
              </a:rPr>
              <a:t>formatName</a:t>
            </a:r>
            <a:r>
              <a:rPr lang="en-US" b="1" dirty="0">
                <a:solidFill>
                  <a:srgbClr val="BBBBBB"/>
                </a:solidFill>
                <a:effectLst/>
                <a:latin typeface="Cascadia Code" panose="020B0609020000020004" pitchFamily="49" charset="0"/>
              </a:rPr>
              <a:t>(</a:t>
            </a:r>
            <a:r>
              <a:rPr lang="en-US" b="1" dirty="0">
                <a:solidFill>
                  <a:srgbClr val="FF7EDB"/>
                </a:solidFill>
                <a:effectLst/>
                <a:latin typeface="Cascadia Code" panose="020B0609020000020004" pitchFamily="49" charset="0"/>
              </a:rPr>
              <a:t>user</a:t>
            </a:r>
            <a:r>
              <a:rPr lang="en-US" b="1" dirty="0">
                <a:solidFill>
                  <a:srgbClr val="BBBBBB"/>
                </a:solidFill>
                <a:effectLst/>
                <a:latin typeface="Cascadia Code" panose="020B0609020000020004" pitchFamily="49" charset="0"/>
              </a:rPr>
              <a:t>)</a:t>
            </a:r>
            <a:r>
              <a:rPr lang="en-US" b="1" dirty="0">
                <a:solidFill>
                  <a:srgbClr val="FEDE5D"/>
                </a:solidFill>
                <a:effectLst/>
                <a:latin typeface="Cascadia Code" panose="020B0609020000020004" pitchFamily="49" charset="0"/>
              </a:rPr>
              <a:t>}</a:t>
            </a:r>
            <a:r>
              <a:rPr lang="en-US" b="1" dirty="0">
                <a:solidFill>
                  <a:srgbClr val="BBBBBB"/>
                </a:solidFill>
                <a:effectLst/>
                <a:latin typeface="Cascadia Code" panose="020B0609020000020004" pitchFamily="49" charset="0"/>
              </a:rPr>
              <a:t>!</a:t>
            </a:r>
            <a:r>
              <a:rPr lang="en-US" b="1" dirty="0">
                <a:solidFill>
                  <a:srgbClr val="36F9F6"/>
                </a:solidFill>
                <a:effectLst/>
                <a:latin typeface="Cascadia Code" panose="020B0609020000020004" pitchFamily="49" charset="0"/>
              </a:rPr>
              <a:t>&lt;/</a:t>
            </a:r>
            <a:r>
              <a:rPr lang="en-US" b="1" dirty="0">
                <a:solidFill>
                  <a:srgbClr val="72F1B8"/>
                </a:solidFill>
                <a:effectLst/>
                <a:latin typeface="Cascadia Code" panose="020B0609020000020004" pitchFamily="49" charset="0"/>
              </a:rPr>
              <a:t>h1</a:t>
            </a:r>
            <a:r>
              <a:rPr lang="en-US" b="1" dirty="0">
                <a:solidFill>
                  <a:srgbClr val="36F9F6"/>
                </a:solidFill>
                <a:effectLst/>
                <a:latin typeface="Cascadia Code" panose="020B0609020000020004" pitchFamily="49" charset="0"/>
              </a:rPr>
              <a:t>&gt;</a:t>
            </a:r>
            <a:r>
              <a:rPr lang="en-US" b="1" dirty="0">
                <a:solidFill>
                  <a:srgbClr val="BBBBBB"/>
                </a:solidFill>
                <a:effectLst/>
                <a:latin typeface="Cascadia Code" panose="020B0609020000020004" pitchFamily="49" charset="0"/>
              </a:rPr>
              <a:t>;</a:t>
            </a:r>
          </a:p>
        </p:txBody>
      </p:sp>
    </p:spTree>
    <p:extLst>
      <p:ext uri="{BB962C8B-B14F-4D97-AF65-F5344CB8AC3E}">
        <p14:creationId xmlns:p14="http://schemas.microsoft.com/office/powerpoint/2010/main" val="103969031"/>
      </p:ext>
    </p:extLst>
  </p:cSld>
  <p:clrMapOvr>
    <a:overrideClrMapping bg1="dk1" tx1="lt1" bg2="dk2" tx2="lt2" accent1="accent1" accent2="accent2" accent3="accent3" accent4="accent4" accent5="accent5" accent6="accent6" hlink="hlink" folHlink="folHlink"/>
  </p:clrMapOvr>
  <mc:AlternateContent xmlns:mc="http://schemas.openxmlformats.org/markup-compatibility/2006" xmlns:p159="http://schemas.microsoft.com/office/powerpoint/2015/09/main">
    <mc:Choice Requires="p159">
      <p:transition>
        <p159:morph option="byObject"/>
      </p:transition>
    </mc:Choice>
    <mc:Fallback xmlns="">
      <p:transition>
        <p:fade/>
      </p:transition>
    </mc:Fallback>
  </mc:AlternateContent>
</p:sld>
</file>

<file path=ppt/slides/slide6.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sp useBgFill="1">
        <p:nvSpPr>
          <p:cNvPr id="21" name="Rectangle 20">
            <a:extLst>
              <a:ext uri="{FF2B5EF4-FFF2-40B4-BE49-F238E27FC236}">
                <a16:creationId xmlns:a16="http://schemas.microsoft.com/office/drawing/2014/main" id="{E5A92FE9-DB05-4D0D-AF5A-BE8664B9FFB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grpSp>
        <p:nvGrpSpPr>
          <p:cNvPr id="23" name="Group 22">
            <a:extLst>
              <a:ext uri="{FF2B5EF4-FFF2-40B4-BE49-F238E27FC236}">
                <a16:creationId xmlns:a16="http://schemas.microsoft.com/office/drawing/2014/main" id="{53D9B26A-5143-49A7-BA98-D871D5BD719A}"/>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flipH="1">
            <a:off x="6526211" y="1"/>
            <a:ext cx="5014912" cy="6857999"/>
            <a:chOff x="2928938" y="-4763"/>
            <a:chExt cx="5014912" cy="6862763"/>
          </a:xfrm>
        </p:grpSpPr>
        <p:sp>
          <p:nvSpPr>
            <p:cNvPr id="24" name="Freeform 6">
              <a:extLst>
                <a:ext uri="{FF2B5EF4-FFF2-40B4-BE49-F238E27FC236}">
                  <a16:creationId xmlns:a16="http://schemas.microsoft.com/office/drawing/2014/main" id="{68B85E55-A2A1-4682-B891-F201358A92D5}"/>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3367088" y="-4763"/>
              <a:ext cx="1063625" cy="2782888"/>
            </a:xfrm>
            <a:custGeom>
              <a:avLst/>
              <a:gdLst/>
              <a:ahLst/>
              <a:cxnLst/>
              <a:rect l="0" t="0" r="r" b="b"/>
              <a:pathLst>
                <a:path w="670" h="1753">
                  <a:moveTo>
                    <a:pt x="0" y="1696"/>
                  </a:moveTo>
                  <a:lnTo>
                    <a:pt x="225" y="1753"/>
                  </a:lnTo>
                  <a:lnTo>
                    <a:pt x="670" y="0"/>
                  </a:lnTo>
                  <a:lnTo>
                    <a:pt x="430" y="0"/>
                  </a:lnTo>
                  <a:lnTo>
                    <a:pt x="0" y="1696"/>
                  </a:lnTo>
                  <a:close/>
                </a:path>
              </a:pathLst>
            </a:custGeom>
            <a:solidFill>
              <a:schemeClr val="accent1"/>
            </a:solidFill>
            <a:ln>
              <a:noFill/>
            </a:ln>
          </p:spPr>
          <p:txBody>
            <a:bodyPr/>
            <a:lstStyle/>
            <a:p>
              <a:endParaRPr lang="en-US"/>
            </a:p>
          </p:txBody>
        </p:sp>
        <p:sp>
          <p:nvSpPr>
            <p:cNvPr id="25" name="Freeform 7">
              <a:extLst>
                <a:ext uri="{FF2B5EF4-FFF2-40B4-BE49-F238E27FC236}">
                  <a16:creationId xmlns:a16="http://schemas.microsoft.com/office/drawing/2014/main" id="{45EF6EDB-9B5D-49E9-96FA-1AE08BF95E57}"/>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2928938" y="-4763"/>
              <a:ext cx="1035050" cy="2673350"/>
            </a:xfrm>
            <a:custGeom>
              <a:avLst/>
              <a:gdLst/>
              <a:ahLst/>
              <a:cxnLst/>
              <a:rect l="0" t="0" r="r" b="b"/>
              <a:pathLst>
                <a:path w="652" h="1684">
                  <a:moveTo>
                    <a:pt x="225" y="1684"/>
                  </a:moveTo>
                  <a:lnTo>
                    <a:pt x="652" y="0"/>
                  </a:lnTo>
                  <a:lnTo>
                    <a:pt x="411" y="0"/>
                  </a:lnTo>
                  <a:lnTo>
                    <a:pt x="0" y="1627"/>
                  </a:lnTo>
                  <a:lnTo>
                    <a:pt x="219" y="1681"/>
                  </a:lnTo>
                  <a:lnTo>
                    <a:pt x="225" y="1684"/>
                  </a:lnTo>
                  <a:close/>
                </a:path>
              </a:pathLst>
            </a:custGeom>
            <a:solidFill>
              <a:srgbClr val="595959"/>
            </a:solidFill>
            <a:ln>
              <a:noFill/>
            </a:ln>
          </p:spPr>
          <p:txBody>
            <a:bodyPr/>
            <a:lstStyle/>
            <a:p>
              <a:endParaRPr lang="en-US"/>
            </a:p>
          </p:txBody>
        </p:sp>
        <p:sp>
          <p:nvSpPr>
            <p:cNvPr id="26" name="Freeform 12">
              <a:extLst>
                <a:ext uri="{FF2B5EF4-FFF2-40B4-BE49-F238E27FC236}">
                  <a16:creationId xmlns:a16="http://schemas.microsoft.com/office/drawing/2014/main" id="{38338226-D6E2-4EEE-B271-DB4BD096DBA1}"/>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2928938" y="2582862"/>
              <a:ext cx="2693987" cy="4275138"/>
            </a:xfrm>
            <a:custGeom>
              <a:avLst/>
              <a:gdLst/>
              <a:ahLst/>
              <a:cxnLst/>
              <a:rect l="0" t="0" r="r" b="b"/>
              <a:pathLst>
                <a:path w="1697" h="2693">
                  <a:moveTo>
                    <a:pt x="0" y="0"/>
                  </a:moveTo>
                  <a:lnTo>
                    <a:pt x="1622" y="2693"/>
                  </a:lnTo>
                  <a:lnTo>
                    <a:pt x="1697" y="2693"/>
                  </a:lnTo>
                  <a:lnTo>
                    <a:pt x="0" y="0"/>
                  </a:lnTo>
                  <a:close/>
                </a:path>
              </a:pathLst>
            </a:custGeom>
            <a:solidFill>
              <a:srgbClr val="262626"/>
            </a:solidFill>
            <a:ln>
              <a:noFill/>
            </a:ln>
          </p:spPr>
          <p:txBody>
            <a:bodyPr/>
            <a:lstStyle/>
            <a:p>
              <a:endParaRPr lang="en-US"/>
            </a:p>
          </p:txBody>
        </p:sp>
        <p:sp>
          <p:nvSpPr>
            <p:cNvPr id="27" name="Freeform 13">
              <a:extLst>
                <a:ext uri="{FF2B5EF4-FFF2-40B4-BE49-F238E27FC236}">
                  <a16:creationId xmlns:a16="http://schemas.microsoft.com/office/drawing/2014/main" id="{4878FB48-17B3-4A11-8025-DE0945CD4E71}"/>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3371850" y="2692400"/>
              <a:ext cx="3332162" cy="4165600"/>
            </a:xfrm>
            <a:custGeom>
              <a:avLst/>
              <a:gdLst/>
              <a:ahLst/>
              <a:cxnLst/>
              <a:rect l="0" t="0" r="r" b="b"/>
              <a:pathLst>
                <a:path w="2099" h="2624">
                  <a:moveTo>
                    <a:pt x="2099" y="2624"/>
                  </a:moveTo>
                  <a:lnTo>
                    <a:pt x="0" y="0"/>
                  </a:lnTo>
                  <a:lnTo>
                    <a:pt x="2021" y="2624"/>
                  </a:lnTo>
                  <a:lnTo>
                    <a:pt x="2099" y="2624"/>
                  </a:lnTo>
                  <a:close/>
                </a:path>
              </a:pathLst>
            </a:custGeom>
            <a:solidFill>
              <a:schemeClr val="accent1">
                <a:lumMod val="50000"/>
              </a:schemeClr>
            </a:solidFill>
            <a:ln>
              <a:noFill/>
            </a:ln>
          </p:spPr>
          <p:txBody>
            <a:bodyPr/>
            <a:lstStyle/>
            <a:p>
              <a:endParaRPr lang="en-US"/>
            </a:p>
          </p:txBody>
        </p:sp>
        <p:sp>
          <p:nvSpPr>
            <p:cNvPr id="28" name="Freeform 14">
              <a:extLst>
                <a:ext uri="{FF2B5EF4-FFF2-40B4-BE49-F238E27FC236}">
                  <a16:creationId xmlns:a16="http://schemas.microsoft.com/office/drawing/2014/main" id="{4150A21C-DD6D-4D3C-9E95-7A3CA263BEB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3367088" y="2687637"/>
              <a:ext cx="4576762" cy="4170363"/>
            </a:xfrm>
            <a:custGeom>
              <a:avLst/>
              <a:gdLst/>
              <a:ahLst/>
              <a:cxnLst/>
              <a:rect l="0" t="0" r="r" b="b"/>
              <a:pathLst>
                <a:path w="2883" h="2627">
                  <a:moveTo>
                    <a:pt x="0" y="0"/>
                  </a:moveTo>
                  <a:lnTo>
                    <a:pt x="3" y="3"/>
                  </a:lnTo>
                  <a:lnTo>
                    <a:pt x="2102" y="2627"/>
                  </a:lnTo>
                  <a:lnTo>
                    <a:pt x="2883" y="2627"/>
                  </a:lnTo>
                  <a:lnTo>
                    <a:pt x="225" y="57"/>
                  </a:lnTo>
                  <a:lnTo>
                    <a:pt x="0" y="0"/>
                  </a:lnTo>
                  <a:close/>
                </a:path>
              </a:pathLst>
            </a:custGeom>
            <a:solidFill>
              <a:schemeClr val="accent1">
                <a:lumMod val="75000"/>
              </a:schemeClr>
            </a:solidFill>
            <a:ln>
              <a:noFill/>
            </a:ln>
          </p:spPr>
          <p:txBody>
            <a:bodyPr/>
            <a:lstStyle/>
            <a:p>
              <a:endParaRPr lang="en-US"/>
            </a:p>
          </p:txBody>
        </p:sp>
        <p:sp>
          <p:nvSpPr>
            <p:cNvPr id="29" name="Freeform 15">
              <a:extLst>
                <a:ext uri="{FF2B5EF4-FFF2-40B4-BE49-F238E27FC236}">
                  <a16:creationId xmlns:a16="http://schemas.microsoft.com/office/drawing/2014/main" id="{7505BF04-104D-4180-A284-42FCD6B04DD6}"/>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2928938" y="2578100"/>
              <a:ext cx="3584575" cy="4279900"/>
            </a:xfrm>
            <a:custGeom>
              <a:avLst/>
              <a:gdLst/>
              <a:ahLst/>
              <a:cxnLst/>
              <a:rect l="0" t="0" r="r" b="b"/>
              <a:pathLst>
                <a:path w="2258" h="2696">
                  <a:moveTo>
                    <a:pt x="2258" y="2696"/>
                  </a:moveTo>
                  <a:lnTo>
                    <a:pt x="264" y="111"/>
                  </a:lnTo>
                  <a:lnTo>
                    <a:pt x="228" y="60"/>
                  </a:lnTo>
                  <a:lnTo>
                    <a:pt x="225" y="57"/>
                  </a:lnTo>
                  <a:lnTo>
                    <a:pt x="0" y="0"/>
                  </a:lnTo>
                  <a:lnTo>
                    <a:pt x="0" y="3"/>
                  </a:lnTo>
                  <a:lnTo>
                    <a:pt x="1697" y="2696"/>
                  </a:lnTo>
                  <a:lnTo>
                    <a:pt x="2258" y="2696"/>
                  </a:lnTo>
                  <a:close/>
                </a:path>
              </a:pathLst>
            </a:custGeom>
            <a:solidFill>
              <a:srgbClr val="404040"/>
            </a:solidFill>
            <a:ln>
              <a:noFill/>
            </a:ln>
          </p:spPr>
          <p:txBody>
            <a:bodyPr/>
            <a:lstStyle/>
            <a:p>
              <a:endParaRPr lang="en-US"/>
            </a:p>
          </p:txBody>
        </p:sp>
      </p:grpSp>
      <p:sp>
        <p:nvSpPr>
          <p:cNvPr id="2" name="Title 1">
            <a:extLst>
              <a:ext uri="{FF2B5EF4-FFF2-40B4-BE49-F238E27FC236}">
                <a16:creationId xmlns:a16="http://schemas.microsoft.com/office/drawing/2014/main" id="{652CD06E-EB43-4697-A9C1-290232C3BAD6}"/>
              </a:ext>
            </a:extLst>
          </p:cNvPr>
          <p:cNvSpPr>
            <a:spLocks noGrp="1"/>
          </p:cNvSpPr>
          <p:nvPr>
            <p:ph type="ctrTitle"/>
          </p:nvPr>
        </p:nvSpPr>
        <p:spPr>
          <a:xfrm>
            <a:off x="473345" y="0"/>
            <a:ext cx="11604355" cy="1223994"/>
          </a:xfrm>
        </p:spPr>
        <p:txBody>
          <a:bodyPr>
            <a:noAutofit/>
          </a:bodyPr>
          <a:lstStyle/>
          <a:p>
            <a:pPr algn="l"/>
            <a:r>
              <a:rPr lang="en-US" sz="5400" b="1" dirty="0">
                <a:latin typeface="Mystical Woods Smooth Script" panose="02000500000000000000" pitchFamily="2" charset="0"/>
                <a:cs typeface="Cavolini" panose="03000502040302020204" pitchFamily="66" charset="0"/>
              </a:rPr>
              <a:t>JSX </a:t>
            </a:r>
            <a:r>
              <a:rPr lang="en-US" sz="2100" b="1" dirty="0">
                <a:latin typeface="Cavolini" panose="03000502040302020204" pitchFamily="66" charset="0"/>
                <a:cs typeface="Cavolini" panose="03000502040302020204" pitchFamily="66" charset="0"/>
              </a:rPr>
              <a:t>continued…</a:t>
            </a:r>
          </a:p>
        </p:txBody>
      </p:sp>
      <p:grpSp>
        <p:nvGrpSpPr>
          <p:cNvPr id="6" name="Group 5">
            <a:extLst>
              <a:ext uri="{FF2B5EF4-FFF2-40B4-BE49-F238E27FC236}">
                <a16:creationId xmlns:a16="http://schemas.microsoft.com/office/drawing/2014/main" id="{752A73B4-49EC-E765-1462-2A106F07C3D4}"/>
              </a:ext>
            </a:extLst>
          </p:cNvPr>
          <p:cNvGrpSpPr/>
          <p:nvPr/>
        </p:nvGrpSpPr>
        <p:grpSpPr>
          <a:xfrm>
            <a:off x="481809" y="1152868"/>
            <a:ext cx="8950321" cy="182880"/>
            <a:chOff x="1089027" y="1251583"/>
            <a:chExt cx="8950321" cy="182880"/>
          </a:xfrm>
        </p:grpSpPr>
        <p:cxnSp>
          <p:nvCxnSpPr>
            <p:cNvPr id="4" name="Straight Connector 3">
              <a:extLst>
                <a:ext uri="{FF2B5EF4-FFF2-40B4-BE49-F238E27FC236}">
                  <a16:creationId xmlns:a16="http://schemas.microsoft.com/office/drawing/2014/main" id="{1111542F-3245-DDEC-4B5A-7412E7DBE5FD}"/>
                </a:ext>
              </a:extLst>
            </p:cNvPr>
            <p:cNvCxnSpPr/>
            <p:nvPr/>
          </p:nvCxnSpPr>
          <p:spPr>
            <a:xfrm>
              <a:off x="1089027" y="1347537"/>
              <a:ext cx="8786493" cy="0"/>
            </a:xfrm>
            <a:prstGeom prst="line">
              <a:avLst/>
            </a:prstGeom>
            <a:ln w="38100">
              <a:solidFill>
                <a:srgbClr val="595959"/>
              </a:solidFill>
            </a:ln>
            <a:effectLst>
              <a:reflection blurRad="6350" stA="50000" endA="275" endPos="40000" dist="101600" dir="5400000" sy="-100000" algn="bl" rotWithShape="0"/>
              <a:softEdge rad="12700"/>
            </a:effectLst>
          </p:spPr>
          <p:style>
            <a:lnRef idx="3">
              <a:schemeClr val="dk1"/>
            </a:lnRef>
            <a:fillRef idx="0">
              <a:schemeClr val="dk1"/>
            </a:fillRef>
            <a:effectRef idx="2">
              <a:schemeClr val="dk1"/>
            </a:effectRef>
            <a:fontRef idx="minor">
              <a:schemeClr val="tx1"/>
            </a:fontRef>
          </p:style>
        </p:cxnSp>
        <p:sp>
          <p:nvSpPr>
            <p:cNvPr id="5" name="Flowchart: Connector 4">
              <a:extLst>
                <a:ext uri="{FF2B5EF4-FFF2-40B4-BE49-F238E27FC236}">
                  <a16:creationId xmlns:a16="http://schemas.microsoft.com/office/drawing/2014/main" id="{B2858492-B751-8ED7-57BE-708D61DDCF50}"/>
                </a:ext>
              </a:extLst>
            </p:cNvPr>
            <p:cNvSpPr/>
            <p:nvPr/>
          </p:nvSpPr>
          <p:spPr>
            <a:xfrm>
              <a:off x="9856468" y="1251583"/>
              <a:ext cx="182880" cy="182880"/>
            </a:xfrm>
            <a:prstGeom prst="flowChartConnector">
              <a:avLst/>
            </a:prstGeom>
            <a:ln>
              <a:noFill/>
            </a:ln>
            <a:effectLst>
              <a:outerShdw blurRad="50800" dist="38100" dir="2700000" algn="tl"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pic>
        <p:nvPicPr>
          <p:cNvPr id="3" name="Graphic 2" descr="Atom with solid fill">
            <a:extLst>
              <a:ext uri="{FF2B5EF4-FFF2-40B4-BE49-F238E27FC236}">
                <a16:creationId xmlns:a16="http://schemas.microsoft.com/office/drawing/2014/main" id="{9ADD726C-B2B3-B424-1740-AC7F0E5C10BE}"/>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473345" y="1484034"/>
            <a:ext cx="685800" cy="685800"/>
          </a:xfrm>
          <a:prstGeom prst="rect">
            <a:avLst/>
          </a:prstGeom>
        </p:spPr>
      </p:pic>
      <p:sp>
        <p:nvSpPr>
          <p:cNvPr id="7" name="TextBox 6">
            <a:extLst>
              <a:ext uri="{FF2B5EF4-FFF2-40B4-BE49-F238E27FC236}">
                <a16:creationId xmlns:a16="http://schemas.microsoft.com/office/drawing/2014/main" id="{6A6218F9-690F-5347-D24F-C7E7FF1636F8}"/>
              </a:ext>
            </a:extLst>
          </p:cNvPr>
          <p:cNvSpPr txBox="1"/>
          <p:nvPr/>
        </p:nvSpPr>
        <p:spPr>
          <a:xfrm flipH="1">
            <a:off x="1250396" y="1619185"/>
            <a:ext cx="7596740" cy="415498"/>
          </a:xfrm>
          <a:prstGeom prst="rect">
            <a:avLst/>
          </a:prstGeom>
          <a:noFill/>
        </p:spPr>
        <p:txBody>
          <a:bodyPr wrap="square" rtlCol="0">
            <a:spAutoFit/>
          </a:bodyPr>
          <a:lstStyle/>
          <a:p>
            <a:r>
              <a:rPr lang="en-US" sz="2100" b="1" i="0" dirty="0">
                <a:solidFill>
                  <a:srgbClr val="E8E6E3"/>
                </a:solidFill>
                <a:effectLst/>
                <a:latin typeface="Cavolini" panose="03000502040302020204" pitchFamily="66" charset="0"/>
                <a:cs typeface="Cavolini" panose="03000502040302020204" pitchFamily="66" charset="0"/>
              </a:rPr>
              <a:t>JSX Represents Objects</a:t>
            </a:r>
          </a:p>
        </p:txBody>
      </p:sp>
      <p:sp>
        <p:nvSpPr>
          <p:cNvPr id="13" name="TextBox 12">
            <a:extLst>
              <a:ext uri="{FF2B5EF4-FFF2-40B4-BE49-F238E27FC236}">
                <a16:creationId xmlns:a16="http://schemas.microsoft.com/office/drawing/2014/main" id="{9932E0B3-AB34-3AA8-9375-B09A46BE4CCC}"/>
              </a:ext>
            </a:extLst>
          </p:cNvPr>
          <p:cNvSpPr txBox="1"/>
          <p:nvPr/>
        </p:nvSpPr>
        <p:spPr>
          <a:xfrm>
            <a:off x="450892" y="2774397"/>
            <a:ext cx="11290215" cy="415498"/>
          </a:xfrm>
          <a:prstGeom prst="rect">
            <a:avLst/>
          </a:prstGeom>
          <a:noFill/>
        </p:spPr>
        <p:txBody>
          <a:bodyPr wrap="square">
            <a:spAutoFit/>
          </a:bodyPr>
          <a:lstStyle/>
          <a:p>
            <a:pPr algn="l"/>
            <a:r>
              <a:rPr lang="en-US" sz="2100" b="1" i="0" dirty="0">
                <a:solidFill>
                  <a:srgbClr val="E8E6E3"/>
                </a:solidFill>
                <a:effectLst/>
                <a:latin typeface="Cavolini" panose="03000502040302020204" pitchFamily="66" charset="0"/>
                <a:cs typeface="Cavolini" panose="03000502040302020204" pitchFamily="66" charset="0"/>
              </a:rPr>
              <a:t>These two examples are identical:</a:t>
            </a:r>
            <a:endParaRPr lang="en-US" sz="2100" b="1" i="0" dirty="0">
              <a:effectLst/>
              <a:latin typeface="Cavolini" panose="03000502040302020204" pitchFamily="66" charset="0"/>
              <a:cs typeface="Cavolini" panose="03000502040302020204" pitchFamily="66" charset="0"/>
            </a:endParaRPr>
          </a:p>
        </p:txBody>
      </p:sp>
      <p:sp>
        <p:nvSpPr>
          <p:cNvPr id="16" name="TextBox 15">
            <a:extLst>
              <a:ext uri="{FF2B5EF4-FFF2-40B4-BE49-F238E27FC236}">
                <a16:creationId xmlns:a16="http://schemas.microsoft.com/office/drawing/2014/main" id="{F6B1D062-A422-9F56-C274-5EAAD980F91F}"/>
              </a:ext>
            </a:extLst>
          </p:cNvPr>
          <p:cNvSpPr txBox="1"/>
          <p:nvPr/>
        </p:nvSpPr>
        <p:spPr>
          <a:xfrm>
            <a:off x="445175" y="3330366"/>
            <a:ext cx="9400574" cy="369332"/>
          </a:xfrm>
          <a:prstGeom prst="rect">
            <a:avLst/>
          </a:prstGeom>
          <a:noFill/>
        </p:spPr>
        <p:txBody>
          <a:bodyPr wrap="square">
            <a:spAutoFit/>
          </a:bodyPr>
          <a:lstStyle/>
          <a:p>
            <a:r>
              <a:rPr lang="en-US" b="1" dirty="0">
                <a:solidFill>
                  <a:srgbClr val="FEDE5D"/>
                </a:solidFill>
                <a:effectLst/>
                <a:latin typeface="Cascadia Code" panose="020B0609020000020004" pitchFamily="49" charset="0"/>
              </a:rPr>
              <a:t>const</a:t>
            </a:r>
            <a:r>
              <a:rPr lang="en-US" b="1" dirty="0">
                <a:solidFill>
                  <a:srgbClr val="BBBBBB"/>
                </a:solidFill>
                <a:effectLst/>
                <a:latin typeface="Cascadia Code" panose="020B0609020000020004" pitchFamily="49" charset="0"/>
              </a:rPr>
              <a:t> </a:t>
            </a:r>
            <a:r>
              <a:rPr lang="en-US" b="1" dirty="0">
                <a:solidFill>
                  <a:srgbClr val="FF7EDB"/>
                </a:solidFill>
                <a:effectLst/>
                <a:latin typeface="Cascadia Code" panose="020B0609020000020004" pitchFamily="49" charset="0"/>
              </a:rPr>
              <a:t>element</a:t>
            </a:r>
            <a:r>
              <a:rPr lang="en-US" b="1" dirty="0">
                <a:solidFill>
                  <a:srgbClr val="BBBBBB"/>
                </a:solidFill>
                <a:effectLst/>
                <a:latin typeface="Cascadia Code" panose="020B0609020000020004" pitchFamily="49" charset="0"/>
              </a:rPr>
              <a:t> </a:t>
            </a:r>
            <a:r>
              <a:rPr lang="en-US" b="1" dirty="0">
                <a:solidFill>
                  <a:srgbClr val="FFFFFF"/>
                </a:solidFill>
                <a:effectLst/>
                <a:latin typeface="Cascadia Code" panose="020B0609020000020004" pitchFamily="49" charset="0"/>
              </a:rPr>
              <a:t>=</a:t>
            </a:r>
            <a:r>
              <a:rPr lang="en-US" b="1" dirty="0">
                <a:solidFill>
                  <a:srgbClr val="BBBBBB"/>
                </a:solidFill>
                <a:effectLst/>
                <a:latin typeface="Cascadia Code" panose="020B0609020000020004" pitchFamily="49" charset="0"/>
              </a:rPr>
              <a:t> </a:t>
            </a:r>
            <a:r>
              <a:rPr lang="en-US" b="1" dirty="0">
                <a:solidFill>
                  <a:srgbClr val="36F9F6"/>
                </a:solidFill>
                <a:effectLst/>
                <a:latin typeface="Cascadia Code" panose="020B0609020000020004" pitchFamily="49" charset="0"/>
              </a:rPr>
              <a:t>&lt;</a:t>
            </a:r>
            <a:r>
              <a:rPr lang="en-US" b="1" dirty="0">
                <a:solidFill>
                  <a:srgbClr val="72F1B8"/>
                </a:solidFill>
                <a:effectLst/>
                <a:latin typeface="Cascadia Code" panose="020B0609020000020004" pitchFamily="49" charset="0"/>
              </a:rPr>
              <a:t>h1</a:t>
            </a:r>
            <a:r>
              <a:rPr lang="en-US" b="1" dirty="0">
                <a:solidFill>
                  <a:srgbClr val="BBBBBB"/>
                </a:solidFill>
                <a:effectLst/>
                <a:latin typeface="Cascadia Code" panose="020B0609020000020004" pitchFamily="49" charset="0"/>
              </a:rPr>
              <a:t> </a:t>
            </a:r>
            <a:r>
              <a:rPr lang="en-US" b="1" dirty="0" err="1">
                <a:solidFill>
                  <a:srgbClr val="FEDE5D"/>
                </a:solidFill>
                <a:effectLst/>
                <a:latin typeface="Cascadia Code" panose="020B0609020000020004" pitchFamily="49" charset="0"/>
              </a:rPr>
              <a:t>className</a:t>
            </a:r>
            <a:r>
              <a:rPr lang="en-US" b="1" dirty="0">
                <a:solidFill>
                  <a:srgbClr val="FFFFFF"/>
                </a:solidFill>
                <a:effectLst/>
                <a:latin typeface="Cascadia Code" panose="020B0609020000020004" pitchFamily="49" charset="0"/>
              </a:rPr>
              <a:t>=</a:t>
            </a:r>
            <a:r>
              <a:rPr lang="en-US" b="1" dirty="0">
                <a:solidFill>
                  <a:srgbClr val="FF8B39"/>
                </a:solidFill>
                <a:effectLst/>
                <a:latin typeface="Cascadia Code" panose="020B0609020000020004" pitchFamily="49" charset="0"/>
              </a:rPr>
              <a:t>"greeting"</a:t>
            </a:r>
            <a:r>
              <a:rPr lang="en-US" b="1" dirty="0">
                <a:solidFill>
                  <a:srgbClr val="36F9F6"/>
                </a:solidFill>
                <a:effectLst/>
                <a:latin typeface="Cascadia Code" panose="020B0609020000020004" pitchFamily="49" charset="0"/>
              </a:rPr>
              <a:t>&gt;</a:t>
            </a:r>
            <a:r>
              <a:rPr lang="en-US" b="1" dirty="0">
                <a:solidFill>
                  <a:srgbClr val="BBBBBB"/>
                </a:solidFill>
                <a:effectLst/>
                <a:latin typeface="Cascadia Code" panose="020B0609020000020004" pitchFamily="49" charset="0"/>
              </a:rPr>
              <a:t>Hello, World! 👋</a:t>
            </a:r>
            <a:r>
              <a:rPr lang="en-US" b="1" dirty="0">
                <a:solidFill>
                  <a:srgbClr val="36F9F6"/>
                </a:solidFill>
                <a:effectLst/>
                <a:latin typeface="Cascadia Code" panose="020B0609020000020004" pitchFamily="49" charset="0"/>
              </a:rPr>
              <a:t>&lt;/</a:t>
            </a:r>
            <a:r>
              <a:rPr lang="en-US" b="1" dirty="0">
                <a:solidFill>
                  <a:srgbClr val="72F1B8"/>
                </a:solidFill>
                <a:effectLst/>
                <a:latin typeface="Cascadia Code" panose="020B0609020000020004" pitchFamily="49" charset="0"/>
              </a:rPr>
              <a:t>h1</a:t>
            </a:r>
            <a:r>
              <a:rPr lang="en-US" b="1" dirty="0">
                <a:solidFill>
                  <a:srgbClr val="36F9F6"/>
                </a:solidFill>
                <a:effectLst/>
                <a:latin typeface="Cascadia Code" panose="020B0609020000020004" pitchFamily="49" charset="0"/>
              </a:rPr>
              <a:t>&gt;</a:t>
            </a:r>
            <a:r>
              <a:rPr lang="en-US" b="1" dirty="0">
                <a:solidFill>
                  <a:srgbClr val="BBBBBB"/>
                </a:solidFill>
                <a:effectLst/>
                <a:latin typeface="Cascadia Code" panose="020B0609020000020004" pitchFamily="49" charset="0"/>
              </a:rPr>
              <a:t>;</a:t>
            </a:r>
          </a:p>
        </p:txBody>
      </p:sp>
      <p:sp>
        <p:nvSpPr>
          <p:cNvPr id="18" name="TextBox 17">
            <a:extLst>
              <a:ext uri="{FF2B5EF4-FFF2-40B4-BE49-F238E27FC236}">
                <a16:creationId xmlns:a16="http://schemas.microsoft.com/office/drawing/2014/main" id="{86A69D06-DCBE-C05C-54DA-1BB6C152BF3B}"/>
              </a:ext>
            </a:extLst>
          </p:cNvPr>
          <p:cNvSpPr txBox="1"/>
          <p:nvPr/>
        </p:nvSpPr>
        <p:spPr>
          <a:xfrm>
            <a:off x="444388" y="3785663"/>
            <a:ext cx="10653823" cy="1477328"/>
          </a:xfrm>
          <a:prstGeom prst="rect">
            <a:avLst/>
          </a:prstGeom>
          <a:noFill/>
        </p:spPr>
        <p:txBody>
          <a:bodyPr wrap="square">
            <a:spAutoFit/>
          </a:bodyPr>
          <a:lstStyle/>
          <a:p>
            <a:r>
              <a:rPr lang="en-US" b="1" dirty="0">
                <a:solidFill>
                  <a:srgbClr val="FEDE5D"/>
                </a:solidFill>
                <a:effectLst/>
                <a:latin typeface="Cascadia Code" panose="020B0609020000020004" pitchFamily="49" charset="0"/>
              </a:rPr>
              <a:t>const</a:t>
            </a:r>
            <a:r>
              <a:rPr lang="en-US" b="1" dirty="0">
                <a:solidFill>
                  <a:srgbClr val="BBBBBB"/>
                </a:solidFill>
                <a:effectLst/>
                <a:latin typeface="Cascadia Code" panose="020B0609020000020004" pitchFamily="49" charset="0"/>
              </a:rPr>
              <a:t> </a:t>
            </a:r>
            <a:r>
              <a:rPr lang="en-US" b="1" dirty="0">
                <a:solidFill>
                  <a:srgbClr val="FF7EDB"/>
                </a:solidFill>
                <a:effectLst/>
                <a:latin typeface="Cascadia Code" panose="020B0609020000020004" pitchFamily="49" charset="0"/>
              </a:rPr>
              <a:t>element</a:t>
            </a:r>
            <a:r>
              <a:rPr lang="en-US" b="1" dirty="0">
                <a:solidFill>
                  <a:srgbClr val="BBBBBB"/>
                </a:solidFill>
                <a:effectLst/>
                <a:latin typeface="Cascadia Code" panose="020B0609020000020004" pitchFamily="49" charset="0"/>
              </a:rPr>
              <a:t> </a:t>
            </a:r>
            <a:r>
              <a:rPr lang="en-US" b="1" dirty="0">
                <a:solidFill>
                  <a:srgbClr val="FFFFFF"/>
                </a:solidFill>
                <a:effectLst/>
                <a:latin typeface="Cascadia Code" panose="020B0609020000020004" pitchFamily="49" charset="0"/>
              </a:rPr>
              <a:t>=</a:t>
            </a:r>
            <a:r>
              <a:rPr lang="en-US" b="1" dirty="0">
                <a:solidFill>
                  <a:srgbClr val="BBBBBB"/>
                </a:solidFill>
                <a:effectLst/>
                <a:latin typeface="Cascadia Code" panose="020B0609020000020004" pitchFamily="49" charset="0"/>
              </a:rPr>
              <a:t> </a:t>
            </a:r>
            <a:r>
              <a:rPr lang="en-US" b="1" dirty="0" err="1">
                <a:solidFill>
                  <a:srgbClr val="FE4450"/>
                </a:solidFill>
                <a:effectLst/>
                <a:latin typeface="Cascadia Code" panose="020B0609020000020004" pitchFamily="49" charset="0"/>
              </a:rPr>
              <a:t>React</a:t>
            </a:r>
            <a:r>
              <a:rPr lang="en-US" b="1" dirty="0" err="1">
                <a:solidFill>
                  <a:srgbClr val="BBBBBB"/>
                </a:solidFill>
                <a:effectLst/>
                <a:latin typeface="Cascadia Code" panose="020B0609020000020004" pitchFamily="49" charset="0"/>
              </a:rPr>
              <a:t>.</a:t>
            </a:r>
            <a:r>
              <a:rPr lang="en-US" b="1" dirty="0" err="1">
                <a:solidFill>
                  <a:srgbClr val="36F9F6"/>
                </a:solidFill>
                <a:effectLst/>
                <a:latin typeface="Cascadia Code" panose="020B0609020000020004" pitchFamily="49" charset="0"/>
              </a:rPr>
              <a:t>createElement</a:t>
            </a:r>
            <a:r>
              <a:rPr lang="en-US" b="1" dirty="0">
                <a:solidFill>
                  <a:srgbClr val="BBBBBB"/>
                </a:solidFill>
                <a:effectLst/>
                <a:latin typeface="Cascadia Code" panose="020B0609020000020004" pitchFamily="49" charset="0"/>
              </a:rPr>
              <a:t>(</a:t>
            </a:r>
          </a:p>
          <a:p>
            <a:r>
              <a:rPr lang="en-US" b="1" dirty="0">
                <a:solidFill>
                  <a:srgbClr val="BBBBBB"/>
                </a:solidFill>
                <a:effectLst/>
                <a:latin typeface="Cascadia Code" panose="020B0609020000020004" pitchFamily="49" charset="0"/>
              </a:rPr>
              <a:t>  </a:t>
            </a:r>
            <a:r>
              <a:rPr lang="en-US" b="1" dirty="0">
                <a:solidFill>
                  <a:srgbClr val="FF8B39"/>
                </a:solidFill>
                <a:effectLst/>
                <a:latin typeface="Cascadia Code" panose="020B0609020000020004" pitchFamily="49" charset="0"/>
              </a:rPr>
              <a:t>"h1"</a:t>
            </a:r>
            <a:r>
              <a:rPr lang="en-US" b="1" dirty="0">
                <a:solidFill>
                  <a:srgbClr val="BBBBBB"/>
                </a:solidFill>
                <a:effectLst/>
                <a:latin typeface="Cascadia Code" panose="020B0609020000020004" pitchFamily="49" charset="0"/>
              </a:rPr>
              <a:t>,</a:t>
            </a:r>
          </a:p>
          <a:p>
            <a:r>
              <a:rPr lang="en-US" b="1" dirty="0">
                <a:solidFill>
                  <a:srgbClr val="BBBBBB"/>
                </a:solidFill>
                <a:effectLst/>
                <a:latin typeface="Cascadia Code" panose="020B0609020000020004" pitchFamily="49" charset="0"/>
              </a:rPr>
              <a:t>  { </a:t>
            </a:r>
            <a:r>
              <a:rPr lang="en-US" b="1" dirty="0" err="1">
                <a:solidFill>
                  <a:srgbClr val="FF7EDB"/>
                </a:solidFill>
                <a:effectLst/>
                <a:latin typeface="Cascadia Code" panose="020B0609020000020004" pitchFamily="49" charset="0"/>
              </a:rPr>
              <a:t>className</a:t>
            </a:r>
            <a:r>
              <a:rPr lang="en-US" b="1" dirty="0">
                <a:solidFill>
                  <a:srgbClr val="B6B1B1"/>
                </a:solidFill>
                <a:effectLst/>
                <a:latin typeface="Cascadia Code" panose="020B0609020000020004" pitchFamily="49" charset="0"/>
              </a:rPr>
              <a:t>:</a:t>
            </a:r>
            <a:r>
              <a:rPr lang="en-US" b="1" dirty="0">
                <a:solidFill>
                  <a:srgbClr val="BBBBBB"/>
                </a:solidFill>
                <a:effectLst/>
                <a:latin typeface="Cascadia Code" panose="020B0609020000020004" pitchFamily="49" charset="0"/>
              </a:rPr>
              <a:t> </a:t>
            </a:r>
            <a:r>
              <a:rPr lang="en-US" b="1" dirty="0">
                <a:solidFill>
                  <a:srgbClr val="FF8B39"/>
                </a:solidFill>
                <a:effectLst/>
                <a:latin typeface="Cascadia Code" panose="020B0609020000020004" pitchFamily="49" charset="0"/>
              </a:rPr>
              <a:t>"greeting"</a:t>
            </a:r>
            <a:r>
              <a:rPr lang="en-US" b="1" dirty="0">
                <a:solidFill>
                  <a:srgbClr val="BBBBBB"/>
                </a:solidFill>
                <a:effectLst/>
                <a:latin typeface="Cascadia Code" panose="020B0609020000020004" pitchFamily="49" charset="0"/>
              </a:rPr>
              <a:t> },</a:t>
            </a:r>
          </a:p>
          <a:p>
            <a:r>
              <a:rPr lang="en-US" b="1" dirty="0">
                <a:solidFill>
                  <a:srgbClr val="BBBBBB"/>
                </a:solidFill>
                <a:effectLst/>
                <a:latin typeface="Cascadia Code" panose="020B0609020000020004" pitchFamily="49" charset="0"/>
              </a:rPr>
              <a:t>  </a:t>
            </a:r>
            <a:r>
              <a:rPr lang="en-US" b="1" dirty="0">
                <a:solidFill>
                  <a:srgbClr val="FF8B39"/>
                </a:solidFill>
                <a:effectLst/>
                <a:latin typeface="Cascadia Code" panose="020B0609020000020004" pitchFamily="49" charset="0"/>
              </a:rPr>
              <a:t>"Hello, World! 👋"</a:t>
            </a:r>
            <a:endParaRPr lang="en-US" b="1" dirty="0">
              <a:solidFill>
                <a:srgbClr val="BBBBBB"/>
              </a:solidFill>
              <a:effectLst/>
              <a:latin typeface="Cascadia Code" panose="020B0609020000020004" pitchFamily="49" charset="0"/>
            </a:endParaRPr>
          </a:p>
          <a:p>
            <a:r>
              <a:rPr lang="en-US" b="1" dirty="0">
                <a:solidFill>
                  <a:srgbClr val="BBBBBB"/>
                </a:solidFill>
                <a:effectLst/>
                <a:latin typeface="Cascadia Code" panose="020B0609020000020004" pitchFamily="49" charset="0"/>
              </a:rPr>
              <a:t>);</a:t>
            </a:r>
          </a:p>
        </p:txBody>
      </p:sp>
      <p:sp>
        <p:nvSpPr>
          <p:cNvPr id="22" name="TextBox 21">
            <a:extLst>
              <a:ext uri="{FF2B5EF4-FFF2-40B4-BE49-F238E27FC236}">
                <a16:creationId xmlns:a16="http://schemas.microsoft.com/office/drawing/2014/main" id="{ADC9BB9F-B665-617C-7A01-5DDCE3DF5346}"/>
              </a:ext>
            </a:extLst>
          </p:cNvPr>
          <p:cNvSpPr txBox="1"/>
          <p:nvPr/>
        </p:nvSpPr>
        <p:spPr>
          <a:xfrm>
            <a:off x="445175" y="2274777"/>
            <a:ext cx="11256742" cy="415498"/>
          </a:xfrm>
          <a:prstGeom prst="rect">
            <a:avLst/>
          </a:prstGeom>
          <a:noFill/>
        </p:spPr>
        <p:txBody>
          <a:bodyPr wrap="square">
            <a:spAutoFit/>
          </a:bodyPr>
          <a:lstStyle/>
          <a:p>
            <a:r>
              <a:rPr lang="en-US" sz="2100" b="1" i="0" dirty="0">
                <a:solidFill>
                  <a:srgbClr val="CECAC3"/>
                </a:solidFill>
                <a:effectLst/>
                <a:latin typeface="Cavolini" panose="03000502040302020204" pitchFamily="66" charset="0"/>
                <a:cs typeface="Cavolini" panose="03000502040302020204" pitchFamily="66" charset="0"/>
              </a:rPr>
              <a:t>Babel compiles JSX down to </a:t>
            </a:r>
            <a:r>
              <a:rPr lang="en-US" sz="2100" b="1" i="1" dirty="0" err="1">
                <a:solidFill>
                  <a:srgbClr val="DA4B58"/>
                </a:solidFill>
                <a:effectLst/>
                <a:latin typeface="Cavolini" panose="03000502040302020204" pitchFamily="66" charset="0"/>
                <a:cs typeface="Cavolini" panose="03000502040302020204" pitchFamily="66" charset="0"/>
              </a:rPr>
              <a:t>React.createElement</a:t>
            </a:r>
            <a:r>
              <a:rPr lang="en-US" sz="2100" b="1" i="1" dirty="0">
                <a:solidFill>
                  <a:srgbClr val="DA4B58"/>
                </a:solidFill>
                <a:effectLst/>
                <a:latin typeface="Cavolini" panose="03000502040302020204" pitchFamily="66" charset="0"/>
                <a:cs typeface="Cavolini" panose="03000502040302020204" pitchFamily="66" charset="0"/>
              </a:rPr>
              <a:t>()</a:t>
            </a:r>
            <a:r>
              <a:rPr lang="en-US" sz="2100" b="1" i="0" dirty="0">
                <a:solidFill>
                  <a:srgbClr val="CECAC3"/>
                </a:solidFill>
                <a:effectLst/>
                <a:latin typeface="Cavolini" panose="03000502040302020204" pitchFamily="66" charset="0"/>
                <a:cs typeface="Cavolini" panose="03000502040302020204" pitchFamily="66" charset="0"/>
              </a:rPr>
              <a:t> calls.</a:t>
            </a:r>
            <a:endParaRPr lang="en-US" sz="2100" b="1" dirty="0">
              <a:latin typeface="Cavolini" panose="03000502040302020204" pitchFamily="66" charset="0"/>
              <a:cs typeface="Cavolini" panose="03000502040302020204" pitchFamily="66" charset="0"/>
            </a:endParaRPr>
          </a:p>
        </p:txBody>
      </p:sp>
    </p:spTree>
    <p:extLst>
      <p:ext uri="{BB962C8B-B14F-4D97-AF65-F5344CB8AC3E}">
        <p14:creationId xmlns:p14="http://schemas.microsoft.com/office/powerpoint/2010/main" val="1875253346"/>
      </p:ext>
    </p:extLst>
  </p:cSld>
  <p:clrMapOvr>
    <a:overrideClrMapping bg1="dk1" tx1="lt1" bg2="dk2" tx2="lt2" accent1="accent1" accent2="accent2" accent3="accent3" accent4="accent4" accent5="accent5" accent6="accent6" hlink="hlink" folHlink="folHlink"/>
  </p:clrMapOvr>
  <mc:AlternateContent xmlns:mc="http://schemas.openxmlformats.org/markup-compatibility/2006" xmlns:p159="http://schemas.microsoft.com/office/powerpoint/2015/09/main">
    <mc:Choice Requires="p159">
      <p:transition>
        <p159:morph option="byObject"/>
      </p:transition>
    </mc:Choice>
    <mc:Fallback xmlns="">
      <p:transition>
        <p:fade/>
      </p:transition>
    </mc:Fallback>
  </mc:AlternateContent>
</p:sld>
</file>

<file path=ppt/slides/slide7.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sp useBgFill="1">
        <p:nvSpPr>
          <p:cNvPr id="21" name="Rectangle 20">
            <a:extLst>
              <a:ext uri="{FF2B5EF4-FFF2-40B4-BE49-F238E27FC236}">
                <a16:creationId xmlns:a16="http://schemas.microsoft.com/office/drawing/2014/main" id="{E5A92FE9-DB05-4D0D-AF5A-BE8664B9FFB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grpSp>
        <p:nvGrpSpPr>
          <p:cNvPr id="23" name="Group 22">
            <a:extLst>
              <a:ext uri="{FF2B5EF4-FFF2-40B4-BE49-F238E27FC236}">
                <a16:creationId xmlns:a16="http://schemas.microsoft.com/office/drawing/2014/main" id="{53D9B26A-5143-49A7-BA98-D871D5BD719A}"/>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flipH="1">
            <a:off x="6526211" y="1"/>
            <a:ext cx="5014912" cy="6857999"/>
            <a:chOff x="2928938" y="-4763"/>
            <a:chExt cx="5014912" cy="6862763"/>
          </a:xfrm>
        </p:grpSpPr>
        <p:sp>
          <p:nvSpPr>
            <p:cNvPr id="24" name="Freeform 6">
              <a:extLst>
                <a:ext uri="{FF2B5EF4-FFF2-40B4-BE49-F238E27FC236}">
                  <a16:creationId xmlns:a16="http://schemas.microsoft.com/office/drawing/2014/main" id="{68B85E55-A2A1-4682-B891-F201358A92D5}"/>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3367088" y="-4763"/>
              <a:ext cx="1063625" cy="2782888"/>
            </a:xfrm>
            <a:custGeom>
              <a:avLst/>
              <a:gdLst/>
              <a:ahLst/>
              <a:cxnLst/>
              <a:rect l="0" t="0" r="r" b="b"/>
              <a:pathLst>
                <a:path w="670" h="1753">
                  <a:moveTo>
                    <a:pt x="0" y="1696"/>
                  </a:moveTo>
                  <a:lnTo>
                    <a:pt x="225" y="1753"/>
                  </a:lnTo>
                  <a:lnTo>
                    <a:pt x="670" y="0"/>
                  </a:lnTo>
                  <a:lnTo>
                    <a:pt x="430" y="0"/>
                  </a:lnTo>
                  <a:lnTo>
                    <a:pt x="0" y="1696"/>
                  </a:lnTo>
                  <a:close/>
                </a:path>
              </a:pathLst>
            </a:custGeom>
            <a:solidFill>
              <a:schemeClr val="accent1"/>
            </a:solidFill>
            <a:ln>
              <a:noFill/>
            </a:ln>
          </p:spPr>
          <p:txBody>
            <a:bodyPr/>
            <a:lstStyle/>
            <a:p>
              <a:endParaRPr lang="en-US"/>
            </a:p>
          </p:txBody>
        </p:sp>
        <p:sp>
          <p:nvSpPr>
            <p:cNvPr id="25" name="Freeform 7">
              <a:extLst>
                <a:ext uri="{FF2B5EF4-FFF2-40B4-BE49-F238E27FC236}">
                  <a16:creationId xmlns:a16="http://schemas.microsoft.com/office/drawing/2014/main" id="{45EF6EDB-9B5D-49E9-96FA-1AE08BF95E57}"/>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2928938" y="-4763"/>
              <a:ext cx="1035050" cy="2673350"/>
            </a:xfrm>
            <a:custGeom>
              <a:avLst/>
              <a:gdLst/>
              <a:ahLst/>
              <a:cxnLst/>
              <a:rect l="0" t="0" r="r" b="b"/>
              <a:pathLst>
                <a:path w="652" h="1684">
                  <a:moveTo>
                    <a:pt x="225" y="1684"/>
                  </a:moveTo>
                  <a:lnTo>
                    <a:pt x="652" y="0"/>
                  </a:lnTo>
                  <a:lnTo>
                    <a:pt x="411" y="0"/>
                  </a:lnTo>
                  <a:lnTo>
                    <a:pt x="0" y="1627"/>
                  </a:lnTo>
                  <a:lnTo>
                    <a:pt x="219" y="1681"/>
                  </a:lnTo>
                  <a:lnTo>
                    <a:pt x="225" y="1684"/>
                  </a:lnTo>
                  <a:close/>
                </a:path>
              </a:pathLst>
            </a:custGeom>
            <a:solidFill>
              <a:srgbClr val="595959"/>
            </a:solidFill>
            <a:ln>
              <a:noFill/>
            </a:ln>
          </p:spPr>
          <p:txBody>
            <a:bodyPr/>
            <a:lstStyle/>
            <a:p>
              <a:endParaRPr lang="en-US"/>
            </a:p>
          </p:txBody>
        </p:sp>
        <p:sp>
          <p:nvSpPr>
            <p:cNvPr id="26" name="Freeform 12">
              <a:extLst>
                <a:ext uri="{FF2B5EF4-FFF2-40B4-BE49-F238E27FC236}">
                  <a16:creationId xmlns:a16="http://schemas.microsoft.com/office/drawing/2014/main" id="{38338226-D6E2-4EEE-B271-DB4BD096DBA1}"/>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2928938" y="2582862"/>
              <a:ext cx="2693987" cy="4275138"/>
            </a:xfrm>
            <a:custGeom>
              <a:avLst/>
              <a:gdLst/>
              <a:ahLst/>
              <a:cxnLst/>
              <a:rect l="0" t="0" r="r" b="b"/>
              <a:pathLst>
                <a:path w="1697" h="2693">
                  <a:moveTo>
                    <a:pt x="0" y="0"/>
                  </a:moveTo>
                  <a:lnTo>
                    <a:pt x="1622" y="2693"/>
                  </a:lnTo>
                  <a:lnTo>
                    <a:pt x="1697" y="2693"/>
                  </a:lnTo>
                  <a:lnTo>
                    <a:pt x="0" y="0"/>
                  </a:lnTo>
                  <a:close/>
                </a:path>
              </a:pathLst>
            </a:custGeom>
            <a:solidFill>
              <a:srgbClr val="262626"/>
            </a:solidFill>
            <a:ln>
              <a:noFill/>
            </a:ln>
          </p:spPr>
          <p:txBody>
            <a:bodyPr/>
            <a:lstStyle/>
            <a:p>
              <a:endParaRPr lang="en-US"/>
            </a:p>
          </p:txBody>
        </p:sp>
        <p:sp>
          <p:nvSpPr>
            <p:cNvPr id="27" name="Freeform 13">
              <a:extLst>
                <a:ext uri="{FF2B5EF4-FFF2-40B4-BE49-F238E27FC236}">
                  <a16:creationId xmlns:a16="http://schemas.microsoft.com/office/drawing/2014/main" id="{4878FB48-17B3-4A11-8025-DE0945CD4E71}"/>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3371850" y="2692400"/>
              <a:ext cx="3332162" cy="4165600"/>
            </a:xfrm>
            <a:custGeom>
              <a:avLst/>
              <a:gdLst/>
              <a:ahLst/>
              <a:cxnLst/>
              <a:rect l="0" t="0" r="r" b="b"/>
              <a:pathLst>
                <a:path w="2099" h="2624">
                  <a:moveTo>
                    <a:pt x="2099" y="2624"/>
                  </a:moveTo>
                  <a:lnTo>
                    <a:pt x="0" y="0"/>
                  </a:lnTo>
                  <a:lnTo>
                    <a:pt x="2021" y="2624"/>
                  </a:lnTo>
                  <a:lnTo>
                    <a:pt x="2099" y="2624"/>
                  </a:lnTo>
                  <a:close/>
                </a:path>
              </a:pathLst>
            </a:custGeom>
            <a:solidFill>
              <a:schemeClr val="accent1">
                <a:lumMod val="50000"/>
              </a:schemeClr>
            </a:solidFill>
            <a:ln>
              <a:noFill/>
            </a:ln>
          </p:spPr>
          <p:txBody>
            <a:bodyPr/>
            <a:lstStyle/>
            <a:p>
              <a:endParaRPr lang="en-US"/>
            </a:p>
          </p:txBody>
        </p:sp>
        <p:sp>
          <p:nvSpPr>
            <p:cNvPr id="28" name="Freeform 14">
              <a:extLst>
                <a:ext uri="{FF2B5EF4-FFF2-40B4-BE49-F238E27FC236}">
                  <a16:creationId xmlns:a16="http://schemas.microsoft.com/office/drawing/2014/main" id="{4150A21C-DD6D-4D3C-9E95-7A3CA263BEB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3367088" y="2687637"/>
              <a:ext cx="4576762" cy="4170363"/>
            </a:xfrm>
            <a:custGeom>
              <a:avLst/>
              <a:gdLst/>
              <a:ahLst/>
              <a:cxnLst/>
              <a:rect l="0" t="0" r="r" b="b"/>
              <a:pathLst>
                <a:path w="2883" h="2627">
                  <a:moveTo>
                    <a:pt x="0" y="0"/>
                  </a:moveTo>
                  <a:lnTo>
                    <a:pt x="3" y="3"/>
                  </a:lnTo>
                  <a:lnTo>
                    <a:pt x="2102" y="2627"/>
                  </a:lnTo>
                  <a:lnTo>
                    <a:pt x="2883" y="2627"/>
                  </a:lnTo>
                  <a:lnTo>
                    <a:pt x="225" y="57"/>
                  </a:lnTo>
                  <a:lnTo>
                    <a:pt x="0" y="0"/>
                  </a:lnTo>
                  <a:close/>
                </a:path>
              </a:pathLst>
            </a:custGeom>
            <a:solidFill>
              <a:schemeClr val="accent1">
                <a:lumMod val="75000"/>
              </a:schemeClr>
            </a:solidFill>
            <a:ln>
              <a:noFill/>
            </a:ln>
          </p:spPr>
          <p:txBody>
            <a:bodyPr/>
            <a:lstStyle/>
            <a:p>
              <a:endParaRPr lang="en-US"/>
            </a:p>
          </p:txBody>
        </p:sp>
        <p:sp>
          <p:nvSpPr>
            <p:cNvPr id="29" name="Freeform 15">
              <a:extLst>
                <a:ext uri="{FF2B5EF4-FFF2-40B4-BE49-F238E27FC236}">
                  <a16:creationId xmlns:a16="http://schemas.microsoft.com/office/drawing/2014/main" id="{7505BF04-104D-4180-A284-42FCD6B04DD6}"/>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2928938" y="2578100"/>
              <a:ext cx="3584575" cy="4279900"/>
            </a:xfrm>
            <a:custGeom>
              <a:avLst/>
              <a:gdLst/>
              <a:ahLst/>
              <a:cxnLst/>
              <a:rect l="0" t="0" r="r" b="b"/>
              <a:pathLst>
                <a:path w="2258" h="2696">
                  <a:moveTo>
                    <a:pt x="2258" y="2696"/>
                  </a:moveTo>
                  <a:lnTo>
                    <a:pt x="264" y="111"/>
                  </a:lnTo>
                  <a:lnTo>
                    <a:pt x="228" y="60"/>
                  </a:lnTo>
                  <a:lnTo>
                    <a:pt x="225" y="57"/>
                  </a:lnTo>
                  <a:lnTo>
                    <a:pt x="0" y="0"/>
                  </a:lnTo>
                  <a:lnTo>
                    <a:pt x="0" y="3"/>
                  </a:lnTo>
                  <a:lnTo>
                    <a:pt x="1697" y="2696"/>
                  </a:lnTo>
                  <a:lnTo>
                    <a:pt x="2258" y="2696"/>
                  </a:lnTo>
                  <a:close/>
                </a:path>
              </a:pathLst>
            </a:custGeom>
            <a:solidFill>
              <a:srgbClr val="404040"/>
            </a:solidFill>
            <a:ln>
              <a:noFill/>
            </a:ln>
          </p:spPr>
          <p:txBody>
            <a:bodyPr/>
            <a:lstStyle/>
            <a:p>
              <a:endParaRPr lang="en-US"/>
            </a:p>
          </p:txBody>
        </p:sp>
      </p:grpSp>
      <p:sp>
        <p:nvSpPr>
          <p:cNvPr id="2" name="Title 1">
            <a:extLst>
              <a:ext uri="{FF2B5EF4-FFF2-40B4-BE49-F238E27FC236}">
                <a16:creationId xmlns:a16="http://schemas.microsoft.com/office/drawing/2014/main" id="{652CD06E-EB43-4697-A9C1-290232C3BAD6}"/>
              </a:ext>
            </a:extLst>
          </p:cNvPr>
          <p:cNvSpPr>
            <a:spLocks noGrp="1"/>
          </p:cNvSpPr>
          <p:nvPr>
            <p:ph type="ctrTitle"/>
          </p:nvPr>
        </p:nvSpPr>
        <p:spPr>
          <a:xfrm>
            <a:off x="473345" y="0"/>
            <a:ext cx="11604355" cy="1223994"/>
          </a:xfrm>
        </p:spPr>
        <p:txBody>
          <a:bodyPr>
            <a:noAutofit/>
          </a:bodyPr>
          <a:lstStyle/>
          <a:p>
            <a:pPr algn="l"/>
            <a:r>
              <a:rPr lang="en-US" sz="5400" b="1" dirty="0">
                <a:latin typeface="Mystical Woods Smooth Script" panose="02000500000000000000" pitchFamily="2" charset="0"/>
                <a:cs typeface="Cavolini" panose="03000502040302020204" pitchFamily="66" charset="0"/>
              </a:rPr>
              <a:t>JSX </a:t>
            </a:r>
            <a:r>
              <a:rPr lang="en-US" sz="2100" b="1" dirty="0">
                <a:latin typeface="Cavolini" panose="03000502040302020204" pitchFamily="66" charset="0"/>
                <a:cs typeface="Cavolini" panose="03000502040302020204" pitchFamily="66" charset="0"/>
              </a:rPr>
              <a:t>continued…</a:t>
            </a:r>
          </a:p>
        </p:txBody>
      </p:sp>
      <p:grpSp>
        <p:nvGrpSpPr>
          <p:cNvPr id="6" name="Group 5">
            <a:extLst>
              <a:ext uri="{FF2B5EF4-FFF2-40B4-BE49-F238E27FC236}">
                <a16:creationId xmlns:a16="http://schemas.microsoft.com/office/drawing/2014/main" id="{752A73B4-49EC-E765-1462-2A106F07C3D4}"/>
              </a:ext>
            </a:extLst>
          </p:cNvPr>
          <p:cNvGrpSpPr/>
          <p:nvPr/>
        </p:nvGrpSpPr>
        <p:grpSpPr>
          <a:xfrm>
            <a:off x="481809" y="1152868"/>
            <a:ext cx="8950321" cy="182880"/>
            <a:chOff x="1089027" y="1251583"/>
            <a:chExt cx="8950321" cy="182880"/>
          </a:xfrm>
        </p:grpSpPr>
        <p:cxnSp>
          <p:nvCxnSpPr>
            <p:cNvPr id="4" name="Straight Connector 3">
              <a:extLst>
                <a:ext uri="{FF2B5EF4-FFF2-40B4-BE49-F238E27FC236}">
                  <a16:creationId xmlns:a16="http://schemas.microsoft.com/office/drawing/2014/main" id="{1111542F-3245-DDEC-4B5A-7412E7DBE5FD}"/>
                </a:ext>
              </a:extLst>
            </p:cNvPr>
            <p:cNvCxnSpPr/>
            <p:nvPr/>
          </p:nvCxnSpPr>
          <p:spPr>
            <a:xfrm>
              <a:off x="1089027" y="1347537"/>
              <a:ext cx="8786493" cy="0"/>
            </a:xfrm>
            <a:prstGeom prst="line">
              <a:avLst/>
            </a:prstGeom>
            <a:ln w="38100">
              <a:solidFill>
                <a:srgbClr val="595959"/>
              </a:solidFill>
            </a:ln>
            <a:effectLst>
              <a:reflection blurRad="6350" stA="50000" endA="275" endPos="40000" dist="101600" dir="5400000" sy="-100000" algn="bl" rotWithShape="0"/>
              <a:softEdge rad="12700"/>
            </a:effectLst>
          </p:spPr>
          <p:style>
            <a:lnRef idx="3">
              <a:schemeClr val="dk1"/>
            </a:lnRef>
            <a:fillRef idx="0">
              <a:schemeClr val="dk1"/>
            </a:fillRef>
            <a:effectRef idx="2">
              <a:schemeClr val="dk1"/>
            </a:effectRef>
            <a:fontRef idx="minor">
              <a:schemeClr val="tx1"/>
            </a:fontRef>
          </p:style>
        </p:cxnSp>
        <p:sp>
          <p:nvSpPr>
            <p:cNvPr id="5" name="Flowchart: Connector 4">
              <a:extLst>
                <a:ext uri="{FF2B5EF4-FFF2-40B4-BE49-F238E27FC236}">
                  <a16:creationId xmlns:a16="http://schemas.microsoft.com/office/drawing/2014/main" id="{B2858492-B751-8ED7-57BE-708D61DDCF50}"/>
                </a:ext>
              </a:extLst>
            </p:cNvPr>
            <p:cNvSpPr/>
            <p:nvPr/>
          </p:nvSpPr>
          <p:spPr>
            <a:xfrm>
              <a:off x="9856468" y="1251583"/>
              <a:ext cx="182880" cy="182880"/>
            </a:xfrm>
            <a:prstGeom prst="flowChartConnector">
              <a:avLst/>
            </a:prstGeom>
            <a:ln>
              <a:noFill/>
            </a:ln>
            <a:effectLst>
              <a:outerShdw blurRad="50800" dist="38100" dir="2700000" algn="tl"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16" name="TextBox 15">
            <a:extLst>
              <a:ext uri="{FF2B5EF4-FFF2-40B4-BE49-F238E27FC236}">
                <a16:creationId xmlns:a16="http://schemas.microsoft.com/office/drawing/2014/main" id="{F6B1D062-A422-9F56-C274-5EAAD980F91F}"/>
              </a:ext>
            </a:extLst>
          </p:cNvPr>
          <p:cNvSpPr txBox="1"/>
          <p:nvPr/>
        </p:nvSpPr>
        <p:spPr>
          <a:xfrm>
            <a:off x="473345" y="2291905"/>
            <a:ext cx="6980078" cy="2308324"/>
          </a:xfrm>
          <a:prstGeom prst="rect">
            <a:avLst/>
          </a:prstGeom>
          <a:noFill/>
        </p:spPr>
        <p:txBody>
          <a:bodyPr wrap="square">
            <a:spAutoFit/>
          </a:bodyPr>
          <a:lstStyle/>
          <a:p>
            <a:r>
              <a:rPr lang="en-US" b="1" i="1" dirty="0">
                <a:solidFill>
                  <a:srgbClr val="848BBD"/>
                </a:solidFill>
                <a:effectLst/>
                <a:latin typeface="Cascadia Code" panose="020B0609020000020004" pitchFamily="49" charset="0"/>
              </a:rPr>
              <a:t>// Note: this structure is simplified</a:t>
            </a:r>
            <a:endParaRPr lang="en-US" b="1" dirty="0">
              <a:solidFill>
                <a:srgbClr val="BBBBBB"/>
              </a:solidFill>
              <a:effectLst/>
              <a:latin typeface="Cascadia Code" panose="020B0609020000020004" pitchFamily="49" charset="0"/>
            </a:endParaRPr>
          </a:p>
          <a:p>
            <a:r>
              <a:rPr lang="en-US" b="1" dirty="0">
                <a:solidFill>
                  <a:srgbClr val="FEDE5D"/>
                </a:solidFill>
                <a:effectLst/>
                <a:latin typeface="Cascadia Code" panose="020B0609020000020004" pitchFamily="49" charset="0"/>
              </a:rPr>
              <a:t>const</a:t>
            </a:r>
            <a:r>
              <a:rPr lang="en-US" b="1" dirty="0">
                <a:solidFill>
                  <a:srgbClr val="BBBBBB"/>
                </a:solidFill>
                <a:effectLst/>
                <a:latin typeface="Cascadia Code" panose="020B0609020000020004" pitchFamily="49" charset="0"/>
              </a:rPr>
              <a:t> </a:t>
            </a:r>
            <a:r>
              <a:rPr lang="en-US" b="1" dirty="0">
                <a:solidFill>
                  <a:srgbClr val="FF7EDB"/>
                </a:solidFill>
                <a:effectLst/>
                <a:latin typeface="Cascadia Code" panose="020B0609020000020004" pitchFamily="49" charset="0"/>
              </a:rPr>
              <a:t>element</a:t>
            </a:r>
            <a:r>
              <a:rPr lang="en-US" b="1" dirty="0">
                <a:solidFill>
                  <a:srgbClr val="BBBBBB"/>
                </a:solidFill>
                <a:effectLst/>
                <a:latin typeface="Cascadia Code" panose="020B0609020000020004" pitchFamily="49" charset="0"/>
              </a:rPr>
              <a:t> </a:t>
            </a:r>
            <a:r>
              <a:rPr lang="en-US" b="1" dirty="0">
                <a:solidFill>
                  <a:srgbClr val="FFFFFF"/>
                </a:solidFill>
                <a:effectLst/>
                <a:latin typeface="Cascadia Code" panose="020B0609020000020004" pitchFamily="49" charset="0"/>
              </a:rPr>
              <a:t>=</a:t>
            </a:r>
            <a:r>
              <a:rPr lang="en-US" b="1" dirty="0">
                <a:solidFill>
                  <a:srgbClr val="BBBBBB"/>
                </a:solidFill>
                <a:effectLst/>
                <a:latin typeface="Cascadia Code" panose="020B0609020000020004" pitchFamily="49" charset="0"/>
              </a:rPr>
              <a:t> {</a:t>
            </a:r>
          </a:p>
          <a:p>
            <a:r>
              <a:rPr lang="en-US" b="1" dirty="0">
                <a:solidFill>
                  <a:srgbClr val="BBBBBB"/>
                </a:solidFill>
                <a:effectLst/>
                <a:latin typeface="Cascadia Code" panose="020B0609020000020004" pitchFamily="49" charset="0"/>
              </a:rPr>
              <a:t>  </a:t>
            </a:r>
            <a:r>
              <a:rPr lang="en-US" b="1" dirty="0">
                <a:solidFill>
                  <a:srgbClr val="FF7EDB"/>
                </a:solidFill>
                <a:effectLst/>
                <a:latin typeface="Cascadia Code" panose="020B0609020000020004" pitchFamily="49" charset="0"/>
              </a:rPr>
              <a:t>type</a:t>
            </a:r>
            <a:r>
              <a:rPr lang="en-US" b="1" dirty="0">
                <a:solidFill>
                  <a:srgbClr val="B6B1B1"/>
                </a:solidFill>
                <a:effectLst/>
                <a:latin typeface="Cascadia Code" panose="020B0609020000020004" pitchFamily="49" charset="0"/>
              </a:rPr>
              <a:t>:</a:t>
            </a:r>
            <a:r>
              <a:rPr lang="en-US" b="1" dirty="0">
                <a:solidFill>
                  <a:srgbClr val="BBBBBB"/>
                </a:solidFill>
                <a:effectLst/>
                <a:latin typeface="Cascadia Code" panose="020B0609020000020004" pitchFamily="49" charset="0"/>
              </a:rPr>
              <a:t> </a:t>
            </a:r>
            <a:r>
              <a:rPr lang="en-US" b="1" dirty="0">
                <a:solidFill>
                  <a:srgbClr val="FF8B39"/>
                </a:solidFill>
                <a:effectLst/>
                <a:latin typeface="Cascadia Code" panose="020B0609020000020004" pitchFamily="49" charset="0"/>
              </a:rPr>
              <a:t>'h1'</a:t>
            </a:r>
            <a:r>
              <a:rPr lang="en-US" b="1" dirty="0">
                <a:solidFill>
                  <a:srgbClr val="BBBBBB"/>
                </a:solidFill>
                <a:effectLst/>
                <a:latin typeface="Cascadia Code" panose="020B0609020000020004" pitchFamily="49" charset="0"/>
              </a:rPr>
              <a:t>,</a:t>
            </a:r>
          </a:p>
          <a:p>
            <a:r>
              <a:rPr lang="en-US" b="1" dirty="0">
                <a:solidFill>
                  <a:srgbClr val="BBBBBB"/>
                </a:solidFill>
                <a:effectLst/>
                <a:latin typeface="Cascadia Code" panose="020B0609020000020004" pitchFamily="49" charset="0"/>
              </a:rPr>
              <a:t>  </a:t>
            </a:r>
            <a:r>
              <a:rPr lang="en-US" b="1" dirty="0">
                <a:solidFill>
                  <a:srgbClr val="FF7EDB"/>
                </a:solidFill>
                <a:effectLst/>
                <a:latin typeface="Cascadia Code" panose="020B0609020000020004" pitchFamily="49" charset="0"/>
              </a:rPr>
              <a:t>props</a:t>
            </a:r>
            <a:r>
              <a:rPr lang="en-US" b="1" dirty="0">
                <a:solidFill>
                  <a:srgbClr val="B6B1B1"/>
                </a:solidFill>
                <a:effectLst/>
                <a:latin typeface="Cascadia Code" panose="020B0609020000020004" pitchFamily="49" charset="0"/>
              </a:rPr>
              <a:t>:</a:t>
            </a:r>
            <a:r>
              <a:rPr lang="en-US" b="1" dirty="0">
                <a:solidFill>
                  <a:srgbClr val="BBBBBB"/>
                </a:solidFill>
                <a:effectLst/>
                <a:latin typeface="Cascadia Code" panose="020B0609020000020004" pitchFamily="49" charset="0"/>
              </a:rPr>
              <a:t> {</a:t>
            </a:r>
          </a:p>
          <a:p>
            <a:r>
              <a:rPr lang="en-US" b="1" dirty="0">
                <a:solidFill>
                  <a:srgbClr val="BBBBBB"/>
                </a:solidFill>
                <a:effectLst/>
                <a:latin typeface="Cascadia Code" panose="020B0609020000020004" pitchFamily="49" charset="0"/>
              </a:rPr>
              <a:t>    </a:t>
            </a:r>
            <a:r>
              <a:rPr lang="en-US" b="1" dirty="0" err="1">
                <a:solidFill>
                  <a:srgbClr val="FF7EDB"/>
                </a:solidFill>
                <a:effectLst/>
                <a:latin typeface="Cascadia Code" panose="020B0609020000020004" pitchFamily="49" charset="0"/>
              </a:rPr>
              <a:t>className</a:t>
            </a:r>
            <a:r>
              <a:rPr lang="en-US" b="1" dirty="0">
                <a:solidFill>
                  <a:srgbClr val="B6B1B1"/>
                </a:solidFill>
                <a:effectLst/>
                <a:latin typeface="Cascadia Code" panose="020B0609020000020004" pitchFamily="49" charset="0"/>
              </a:rPr>
              <a:t>:</a:t>
            </a:r>
            <a:r>
              <a:rPr lang="en-US" b="1" dirty="0">
                <a:solidFill>
                  <a:srgbClr val="BBBBBB"/>
                </a:solidFill>
                <a:effectLst/>
                <a:latin typeface="Cascadia Code" panose="020B0609020000020004" pitchFamily="49" charset="0"/>
              </a:rPr>
              <a:t> </a:t>
            </a:r>
            <a:r>
              <a:rPr lang="en-US" b="1" dirty="0">
                <a:solidFill>
                  <a:srgbClr val="FF8B39"/>
                </a:solidFill>
                <a:effectLst/>
                <a:latin typeface="Cascadia Code" panose="020B0609020000020004" pitchFamily="49" charset="0"/>
              </a:rPr>
              <a:t>'greeting'</a:t>
            </a:r>
            <a:r>
              <a:rPr lang="en-US" b="1" dirty="0">
                <a:solidFill>
                  <a:srgbClr val="BBBBBB"/>
                </a:solidFill>
                <a:effectLst/>
                <a:latin typeface="Cascadia Code" panose="020B0609020000020004" pitchFamily="49" charset="0"/>
              </a:rPr>
              <a:t>,</a:t>
            </a:r>
          </a:p>
          <a:p>
            <a:r>
              <a:rPr lang="en-US" b="1" dirty="0">
                <a:solidFill>
                  <a:srgbClr val="BBBBBB"/>
                </a:solidFill>
                <a:effectLst/>
                <a:latin typeface="Cascadia Code" panose="020B0609020000020004" pitchFamily="49" charset="0"/>
              </a:rPr>
              <a:t>    </a:t>
            </a:r>
            <a:r>
              <a:rPr lang="en-US" b="1" dirty="0">
                <a:solidFill>
                  <a:srgbClr val="FF7EDB"/>
                </a:solidFill>
                <a:effectLst/>
                <a:latin typeface="Cascadia Code" panose="020B0609020000020004" pitchFamily="49" charset="0"/>
              </a:rPr>
              <a:t>children</a:t>
            </a:r>
            <a:r>
              <a:rPr lang="en-US" b="1" dirty="0">
                <a:solidFill>
                  <a:srgbClr val="B6B1B1"/>
                </a:solidFill>
                <a:effectLst/>
                <a:latin typeface="Cascadia Code" panose="020B0609020000020004" pitchFamily="49" charset="0"/>
              </a:rPr>
              <a:t>:</a:t>
            </a:r>
            <a:r>
              <a:rPr lang="en-US" b="1" dirty="0">
                <a:solidFill>
                  <a:srgbClr val="BBBBBB"/>
                </a:solidFill>
                <a:effectLst/>
                <a:latin typeface="Cascadia Code" panose="020B0609020000020004" pitchFamily="49" charset="0"/>
              </a:rPr>
              <a:t> </a:t>
            </a:r>
            <a:r>
              <a:rPr lang="en-US" b="1" dirty="0">
                <a:solidFill>
                  <a:srgbClr val="FF8B39"/>
                </a:solidFill>
                <a:effectLst/>
                <a:latin typeface="Cascadia Code" panose="020B0609020000020004" pitchFamily="49" charset="0"/>
              </a:rPr>
              <a:t>'Hello, World! 👋'</a:t>
            </a:r>
            <a:endParaRPr lang="en-US" b="1" dirty="0">
              <a:solidFill>
                <a:srgbClr val="BBBBBB"/>
              </a:solidFill>
              <a:effectLst/>
              <a:latin typeface="Cascadia Code" panose="020B0609020000020004" pitchFamily="49" charset="0"/>
            </a:endParaRPr>
          </a:p>
          <a:p>
            <a:r>
              <a:rPr lang="en-US" b="1" dirty="0">
                <a:solidFill>
                  <a:srgbClr val="BBBBBB"/>
                </a:solidFill>
                <a:effectLst/>
                <a:latin typeface="Cascadia Code" panose="020B0609020000020004" pitchFamily="49" charset="0"/>
              </a:rPr>
              <a:t>  }</a:t>
            </a:r>
          </a:p>
          <a:p>
            <a:r>
              <a:rPr lang="en-US" b="1" dirty="0">
                <a:solidFill>
                  <a:srgbClr val="BBBBBB"/>
                </a:solidFill>
                <a:effectLst/>
                <a:latin typeface="Cascadia Code" panose="020B0609020000020004" pitchFamily="49" charset="0"/>
              </a:rPr>
              <a:t>};</a:t>
            </a:r>
          </a:p>
        </p:txBody>
      </p:sp>
      <p:sp>
        <p:nvSpPr>
          <p:cNvPr id="32" name="Rectangle 3">
            <a:extLst>
              <a:ext uri="{FF2B5EF4-FFF2-40B4-BE49-F238E27FC236}">
                <a16:creationId xmlns:a16="http://schemas.microsoft.com/office/drawing/2014/main" id="{3B44F479-50A4-66B0-7F19-85BEAC1D62AD}"/>
              </a:ext>
            </a:extLst>
          </p:cNvPr>
          <p:cNvSpPr>
            <a:spLocks noChangeArrowheads="1"/>
          </p:cNvSpPr>
          <p:nvPr/>
        </p:nvSpPr>
        <p:spPr bwMode="auto">
          <a:xfrm>
            <a:off x="481809" y="1504169"/>
            <a:ext cx="10653823" cy="64633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0" tIns="0" rIns="0" bIns="0" numCol="1" anchor="ctr"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2100" b="1" i="0" u="none" strike="noStrike" cap="none" normalizeH="0" baseline="0" dirty="0" err="1">
                <a:ln>
                  <a:noFill/>
                </a:ln>
                <a:effectLst/>
                <a:latin typeface="Cavolini" panose="03000502040302020204" pitchFamily="66" charset="0"/>
                <a:cs typeface="Cavolini" panose="03000502040302020204" pitchFamily="66" charset="0"/>
              </a:rPr>
              <a:t>React.createElement</a:t>
            </a:r>
            <a:r>
              <a:rPr kumimoji="0" lang="en-US" altLang="en-US" sz="2100" b="1" i="0" u="none" strike="noStrike" cap="none" normalizeH="0" baseline="0" dirty="0">
                <a:ln>
                  <a:noFill/>
                </a:ln>
                <a:effectLst/>
                <a:latin typeface="Cavolini" panose="03000502040302020204" pitchFamily="66" charset="0"/>
                <a:cs typeface="Cavolini" panose="03000502040302020204" pitchFamily="66" charset="0"/>
              </a:rPr>
              <a:t>() performs a few checks to help you write bug-free code but essentially it creates an object like this: </a:t>
            </a:r>
          </a:p>
        </p:txBody>
      </p:sp>
      <p:sp>
        <p:nvSpPr>
          <p:cNvPr id="11" name="TextBox 10">
            <a:extLst>
              <a:ext uri="{FF2B5EF4-FFF2-40B4-BE49-F238E27FC236}">
                <a16:creationId xmlns:a16="http://schemas.microsoft.com/office/drawing/2014/main" id="{D568A3C8-405D-0EA4-4BDA-3E42D8038985}"/>
              </a:ext>
            </a:extLst>
          </p:cNvPr>
          <p:cNvSpPr txBox="1"/>
          <p:nvPr/>
        </p:nvSpPr>
        <p:spPr>
          <a:xfrm>
            <a:off x="473345" y="4741634"/>
            <a:ext cx="10837693" cy="1708160"/>
          </a:xfrm>
          <a:prstGeom prst="rect">
            <a:avLst/>
          </a:prstGeom>
          <a:noFill/>
        </p:spPr>
        <p:txBody>
          <a:bodyPr wrap="square">
            <a:spAutoFit/>
          </a:bodyPr>
          <a:lstStyle/>
          <a:p>
            <a:r>
              <a:rPr lang="en-US" sz="2100" b="1" i="0" dirty="0">
                <a:effectLst/>
                <a:latin typeface="Cavolini" panose="03000502040302020204" pitchFamily="66" charset="0"/>
                <a:cs typeface="Cavolini" panose="03000502040302020204" pitchFamily="66" charset="0"/>
              </a:rPr>
              <a:t>These objects are called “React elements”. You can think of them as descriptions of what you want to see on the screen. </a:t>
            </a:r>
          </a:p>
          <a:p>
            <a:endParaRPr lang="en-US" sz="2100" b="1" dirty="0">
              <a:latin typeface="Cavolini" panose="03000502040302020204" pitchFamily="66" charset="0"/>
              <a:cs typeface="Cavolini" panose="03000502040302020204" pitchFamily="66" charset="0"/>
            </a:endParaRPr>
          </a:p>
          <a:p>
            <a:r>
              <a:rPr lang="en-US" sz="2100" b="1" i="0" dirty="0">
                <a:effectLst/>
                <a:latin typeface="Cavolini" panose="03000502040302020204" pitchFamily="66" charset="0"/>
                <a:cs typeface="Cavolini" panose="03000502040302020204" pitchFamily="66" charset="0"/>
              </a:rPr>
              <a:t>React reads these objects and uses them to construct the DOM and keep it up to date.</a:t>
            </a:r>
            <a:endParaRPr lang="en-US" sz="2100" b="1" dirty="0">
              <a:latin typeface="Cavolini" panose="03000502040302020204" pitchFamily="66" charset="0"/>
              <a:cs typeface="Cavolini" panose="03000502040302020204" pitchFamily="66" charset="0"/>
            </a:endParaRPr>
          </a:p>
        </p:txBody>
      </p:sp>
    </p:spTree>
    <p:extLst>
      <p:ext uri="{BB962C8B-B14F-4D97-AF65-F5344CB8AC3E}">
        <p14:creationId xmlns:p14="http://schemas.microsoft.com/office/powerpoint/2010/main" val="1104629518"/>
      </p:ext>
    </p:extLst>
  </p:cSld>
  <p:clrMapOvr>
    <a:overrideClrMapping bg1="dk1" tx1="lt1" bg2="dk2" tx2="lt2" accent1="accent1" accent2="accent2" accent3="accent3" accent4="accent4" accent5="accent5" accent6="accent6" hlink="hlink" folHlink="folHlink"/>
  </p:clrMapOvr>
  <mc:AlternateContent xmlns:mc="http://schemas.openxmlformats.org/markup-compatibility/2006" xmlns:p159="http://schemas.microsoft.com/office/powerpoint/2015/09/main">
    <mc:Choice Requires="p159">
      <p:transition>
        <p159:morph option="byObject"/>
      </p:transition>
    </mc:Choice>
    <mc:Fallback xmlns="">
      <p:transition>
        <p:fade/>
      </p:transition>
    </mc:Fallback>
  </mc:AlternateContent>
</p:sld>
</file>

<file path=ppt/slides/slide8.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sp useBgFill="1">
        <p:nvSpPr>
          <p:cNvPr id="21" name="Rectangle 20">
            <a:extLst>
              <a:ext uri="{FF2B5EF4-FFF2-40B4-BE49-F238E27FC236}">
                <a16:creationId xmlns:a16="http://schemas.microsoft.com/office/drawing/2014/main" id="{E5A92FE9-DB05-4D0D-AF5A-BE8664B9FFB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grpSp>
        <p:nvGrpSpPr>
          <p:cNvPr id="23" name="Group 22">
            <a:extLst>
              <a:ext uri="{FF2B5EF4-FFF2-40B4-BE49-F238E27FC236}">
                <a16:creationId xmlns:a16="http://schemas.microsoft.com/office/drawing/2014/main" id="{53D9B26A-5143-49A7-BA98-D871D5BD719A}"/>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flipH="1">
            <a:off x="6526211" y="1"/>
            <a:ext cx="5014912" cy="6857999"/>
            <a:chOff x="2928938" y="-4763"/>
            <a:chExt cx="5014912" cy="6862763"/>
          </a:xfrm>
        </p:grpSpPr>
        <p:sp>
          <p:nvSpPr>
            <p:cNvPr id="24" name="Freeform 6">
              <a:extLst>
                <a:ext uri="{FF2B5EF4-FFF2-40B4-BE49-F238E27FC236}">
                  <a16:creationId xmlns:a16="http://schemas.microsoft.com/office/drawing/2014/main" id="{68B85E55-A2A1-4682-B891-F201358A92D5}"/>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3367088" y="-4763"/>
              <a:ext cx="1063625" cy="2782888"/>
            </a:xfrm>
            <a:custGeom>
              <a:avLst/>
              <a:gdLst/>
              <a:ahLst/>
              <a:cxnLst/>
              <a:rect l="0" t="0" r="r" b="b"/>
              <a:pathLst>
                <a:path w="670" h="1753">
                  <a:moveTo>
                    <a:pt x="0" y="1696"/>
                  </a:moveTo>
                  <a:lnTo>
                    <a:pt x="225" y="1753"/>
                  </a:lnTo>
                  <a:lnTo>
                    <a:pt x="670" y="0"/>
                  </a:lnTo>
                  <a:lnTo>
                    <a:pt x="430" y="0"/>
                  </a:lnTo>
                  <a:lnTo>
                    <a:pt x="0" y="1696"/>
                  </a:lnTo>
                  <a:close/>
                </a:path>
              </a:pathLst>
            </a:custGeom>
            <a:solidFill>
              <a:schemeClr val="accent1"/>
            </a:solidFill>
            <a:ln>
              <a:noFill/>
            </a:ln>
          </p:spPr>
          <p:txBody>
            <a:bodyPr/>
            <a:lstStyle/>
            <a:p>
              <a:endParaRPr lang="en-US"/>
            </a:p>
          </p:txBody>
        </p:sp>
        <p:sp>
          <p:nvSpPr>
            <p:cNvPr id="25" name="Freeform 7">
              <a:extLst>
                <a:ext uri="{FF2B5EF4-FFF2-40B4-BE49-F238E27FC236}">
                  <a16:creationId xmlns:a16="http://schemas.microsoft.com/office/drawing/2014/main" id="{45EF6EDB-9B5D-49E9-96FA-1AE08BF95E57}"/>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2928938" y="-4763"/>
              <a:ext cx="1035050" cy="2673350"/>
            </a:xfrm>
            <a:custGeom>
              <a:avLst/>
              <a:gdLst/>
              <a:ahLst/>
              <a:cxnLst/>
              <a:rect l="0" t="0" r="r" b="b"/>
              <a:pathLst>
                <a:path w="652" h="1684">
                  <a:moveTo>
                    <a:pt x="225" y="1684"/>
                  </a:moveTo>
                  <a:lnTo>
                    <a:pt x="652" y="0"/>
                  </a:lnTo>
                  <a:lnTo>
                    <a:pt x="411" y="0"/>
                  </a:lnTo>
                  <a:lnTo>
                    <a:pt x="0" y="1627"/>
                  </a:lnTo>
                  <a:lnTo>
                    <a:pt x="219" y="1681"/>
                  </a:lnTo>
                  <a:lnTo>
                    <a:pt x="225" y="1684"/>
                  </a:lnTo>
                  <a:close/>
                </a:path>
              </a:pathLst>
            </a:custGeom>
            <a:solidFill>
              <a:srgbClr val="595959"/>
            </a:solidFill>
            <a:ln>
              <a:noFill/>
            </a:ln>
          </p:spPr>
          <p:txBody>
            <a:bodyPr/>
            <a:lstStyle/>
            <a:p>
              <a:endParaRPr lang="en-US"/>
            </a:p>
          </p:txBody>
        </p:sp>
        <p:sp>
          <p:nvSpPr>
            <p:cNvPr id="26" name="Freeform 12">
              <a:extLst>
                <a:ext uri="{FF2B5EF4-FFF2-40B4-BE49-F238E27FC236}">
                  <a16:creationId xmlns:a16="http://schemas.microsoft.com/office/drawing/2014/main" id="{38338226-D6E2-4EEE-B271-DB4BD096DBA1}"/>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2928938" y="2582862"/>
              <a:ext cx="2693987" cy="4275138"/>
            </a:xfrm>
            <a:custGeom>
              <a:avLst/>
              <a:gdLst/>
              <a:ahLst/>
              <a:cxnLst/>
              <a:rect l="0" t="0" r="r" b="b"/>
              <a:pathLst>
                <a:path w="1697" h="2693">
                  <a:moveTo>
                    <a:pt x="0" y="0"/>
                  </a:moveTo>
                  <a:lnTo>
                    <a:pt x="1622" y="2693"/>
                  </a:lnTo>
                  <a:lnTo>
                    <a:pt x="1697" y="2693"/>
                  </a:lnTo>
                  <a:lnTo>
                    <a:pt x="0" y="0"/>
                  </a:lnTo>
                  <a:close/>
                </a:path>
              </a:pathLst>
            </a:custGeom>
            <a:solidFill>
              <a:srgbClr val="262626"/>
            </a:solidFill>
            <a:ln>
              <a:noFill/>
            </a:ln>
          </p:spPr>
          <p:txBody>
            <a:bodyPr/>
            <a:lstStyle/>
            <a:p>
              <a:endParaRPr lang="en-US"/>
            </a:p>
          </p:txBody>
        </p:sp>
        <p:sp>
          <p:nvSpPr>
            <p:cNvPr id="27" name="Freeform 13">
              <a:extLst>
                <a:ext uri="{FF2B5EF4-FFF2-40B4-BE49-F238E27FC236}">
                  <a16:creationId xmlns:a16="http://schemas.microsoft.com/office/drawing/2014/main" id="{4878FB48-17B3-4A11-8025-DE0945CD4E71}"/>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3371850" y="2692400"/>
              <a:ext cx="3332162" cy="4165600"/>
            </a:xfrm>
            <a:custGeom>
              <a:avLst/>
              <a:gdLst/>
              <a:ahLst/>
              <a:cxnLst/>
              <a:rect l="0" t="0" r="r" b="b"/>
              <a:pathLst>
                <a:path w="2099" h="2624">
                  <a:moveTo>
                    <a:pt x="2099" y="2624"/>
                  </a:moveTo>
                  <a:lnTo>
                    <a:pt x="0" y="0"/>
                  </a:lnTo>
                  <a:lnTo>
                    <a:pt x="2021" y="2624"/>
                  </a:lnTo>
                  <a:lnTo>
                    <a:pt x="2099" y="2624"/>
                  </a:lnTo>
                  <a:close/>
                </a:path>
              </a:pathLst>
            </a:custGeom>
            <a:solidFill>
              <a:schemeClr val="accent1">
                <a:lumMod val="50000"/>
              </a:schemeClr>
            </a:solidFill>
            <a:ln>
              <a:noFill/>
            </a:ln>
          </p:spPr>
          <p:txBody>
            <a:bodyPr/>
            <a:lstStyle/>
            <a:p>
              <a:endParaRPr lang="en-US"/>
            </a:p>
          </p:txBody>
        </p:sp>
        <p:sp>
          <p:nvSpPr>
            <p:cNvPr id="28" name="Freeform 14">
              <a:extLst>
                <a:ext uri="{FF2B5EF4-FFF2-40B4-BE49-F238E27FC236}">
                  <a16:creationId xmlns:a16="http://schemas.microsoft.com/office/drawing/2014/main" id="{4150A21C-DD6D-4D3C-9E95-7A3CA263BEB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3367088" y="2687637"/>
              <a:ext cx="4576762" cy="4170363"/>
            </a:xfrm>
            <a:custGeom>
              <a:avLst/>
              <a:gdLst/>
              <a:ahLst/>
              <a:cxnLst/>
              <a:rect l="0" t="0" r="r" b="b"/>
              <a:pathLst>
                <a:path w="2883" h="2627">
                  <a:moveTo>
                    <a:pt x="0" y="0"/>
                  </a:moveTo>
                  <a:lnTo>
                    <a:pt x="3" y="3"/>
                  </a:lnTo>
                  <a:lnTo>
                    <a:pt x="2102" y="2627"/>
                  </a:lnTo>
                  <a:lnTo>
                    <a:pt x="2883" y="2627"/>
                  </a:lnTo>
                  <a:lnTo>
                    <a:pt x="225" y="57"/>
                  </a:lnTo>
                  <a:lnTo>
                    <a:pt x="0" y="0"/>
                  </a:lnTo>
                  <a:close/>
                </a:path>
              </a:pathLst>
            </a:custGeom>
            <a:solidFill>
              <a:schemeClr val="accent1">
                <a:lumMod val="75000"/>
              </a:schemeClr>
            </a:solidFill>
            <a:ln>
              <a:noFill/>
            </a:ln>
          </p:spPr>
          <p:txBody>
            <a:bodyPr/>
            <a:lstStyle/>
            <a:p>
              <a:endParaRPr lang="en-US"/>
            </a:p>
          </p:txBody>
        </p:sp>
        <p:sp>
          <p:nvSpPr>
            <p:cNvPr id="29" name="Freeform 15">
              <a:extLst>
                <a:ext uri="{FF2B5EF4-FFF2-40B4-BE49-F238E27FC236}">
                  <a16:creationId xmlns:a16="http://schemas.microsoft.com/office/drawing/2014/main" id="{7505BF04-104D-4180-A284-42FCD6B04DD6}"/>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2928938" y="2578100"/>
              <a:ext cx="3584575" cy="4279900"/>
            </a:xfrm>
            <a:custGeom>
              <a:avLst/>
              <a:gdLst/>
              <a:ahLst/>
              <a:cxnLst/>
              <a:rect l="0" t="0" r="r" b="b"/>
              <a:pathLst>
                <a:path w="2258" h="2696">
                  <a:moveTo>
                    <a:pt x="2258" y="2696"/>
                  </a:moveTo>
                  <a:lnTo>
                    <a:pt x="264" y="111"/>
                  </a:lnTo>
                  <a:lnTo>
                    <a:pt x="228" y="60"/>
                  </a:lnTo>
                  <a:lnTo>
                    <a:pt x="225" y="57"/>
                  </a:lnTo>
                  <a:lnTo>
                    <a:pt x="0" y="0"/>
                  </a:lnTo>
                  <a:lnTo>
                    <a:pt x="0" y="3"/>
                  </a:lnTo>
                  <a:lnTo>
                    <a:pt x="1697" y="2696"/>
                  </a:lnTo>
                  <a:lnTo>
                    <a:pt x="2258" y="2696"/>
                  </a:lnTo>
                  <a:close/>
                </a:path>
              </a:pathLst>
            </a:custGeom>
            <a:solidFill>
              <a:srgbClr val="404040"/>
            </a:solidFill>
            <a:ln>
              <a:noFill/>
            </a:ln>
          </p:spPr>
          <p:txBody>
            <a:bodyPr/>
            <a:lstStyle/>
            <a:p>
              <a:endParaRPr lang="en-US"/>
            </a:p>
          </p:txBody>
        </p:sp>
      </p:grpSp>
      <p:sp>
        <p:nvSpPr>
          <p:cNvPr id="2" name="Title 1">
            <a:extLst>
              <a:ext uri="{FF2B5EF4-FFF2-40B4-BE49-F238E27FC236}">
                <a16:creationId xmlns:a16="http://schemas.microsoft.com/office/drawing/2014/main" id="{652CD06E-EB43-4697-A9C1-290232C3BAD6}"/>
              </a:ext>
            </a:extLst>
          </p:cNvPr>
          <p:cNvSpPr>
            <a:spLocks noGrp="1"/>
          </p:cNvSpPr>
          <p:nvPr>
            <p:ph type="ctrTitle"/>
          </p:nvPr>
        </p:nvSpPr>
        <p:spPr>
          <a:xfrm>
            <a:off x="473345" y="0"/>
            <a:ext cx="11604355" cy="1223994"/>
          </a:xfrm>
        </p:spPr>
        <p:txBody>
          <a:bodyPr>
            <a:noAutofit/>
          </a:bodyPr>
          <a:lstStyle/>
          <a:p>
            <a:pPr algn="l"/>
            <a:r>
              <a:rPr lang="en-US" sz="5400" b="1" dirty="0">
                <a:latin typeface="Mystical Woods Smooth Script" panose="02000500000000000000" pitchFamily="2" charset="0"/>
                <a:cs typeface="Cavolini" panose="03000502040302020204" pitchFamily="66" charset="0"/>
              </a:rPr>
              <a:t>Rendering Elements</a:t>
            </a:r>
          </a:p>
        </p:txBody>
      </p:sp>
      <p:grpSp>
        <p:nvGrpSpPr>
          <p:cNvPr id="6" name="Group 5">
            <a:extLst>
              <a:ext uri="{FF2B5EF4-FFF2-40B4-BE49-F238E27FC236}">
                <a16:creationId xmlns:a16="http://schemas.microsoft.com/office/drawing/2014/main" id="{752A73B4-49EC-E765-1462-2A106F07C3D4}"/>
              </a:ext>
            </a:extLst>
          </p:cNvPr>
          <p:cNvGrpSpPr/>
          <p:nvPr/>
        </p:nvGrpSpPr>
        <p:grpSpPr>
          <a:xfrm>
            <a:off x="481809" y="1152868"/>
            <a:ext cx="8950321" cy="182880"/>
            <a:chOff x="1089027" y="1251583"/>
            <a:chExt cx="8950321" cy="182880"/>
          </a:xfrm>
        </p:grpSpPr>
        <p:cxnSp>
          <p:nvCxnSpPr>
            <p:cNvPr id="4" name="Straight Connector 3">
              <a:extLst>
                <a:ext uri="{FF2B5EF4-FFF2-40B4-BE49-F238E27FC236}">
                  <a16:creationId xmlns:a16="http://schemas.microsoft.com/office/drawing/2014/main" id="{1111542F-3245-DDEC-4B5A-7412E7DBE5FD}"/>
                </a:ext>
              </a:extLst>
            </p:cNvPr>
            <p:cNvCxnSpPr/>
            <p:nvPr/>
          </p:nvCxnSpPr>
          <p:spPr>
            <a:xfrm>
              <a:off x="1089027" y="1347537"/>
              <a:ext cx="8786493" cy="0"/>
            </a:xfrm>
            <a:prstGeom prst="line">
              <a:avLst/>
            </a:prstGeom>
            <a:ln w="38100">
              <a:solidFill>
                <a:srgbClr val="595959"/>
              </a:solidFill>
            </a:ln>
            <a:effectLst>
              <a:reflection blurRad="6350" stA="50000" endA="275" endPos="40000" dist="101600" dir="5400000" sy="-100000" algn="bl" rotWithShape="0"/>
              <a:softEdge rad="12700"/>
            </a:effectLst>
          </p:spPr>
          <p:style>
            <a:lnRef idx="3">
              <a:schemeClr val="dk1"/>
            </a:lnRef>
            <a:fillRef idx="0">
              <a:schemeClr val="dk1"/>
            </a:fillRef>
            <a:effectRef idx="2">
              <a:schemeClr val="dk1"/>
            </a:effectRef>
            <a:fontRef idx="minor">
              <a:schemeClr val="tx1"/>
            </a:fontRef>
          </p:style>
        </p:cxnSp>
        <p:sp>
          <p:nvSpPr>
            <p:cNvPr id="5" name="Flowchart: Connector 4">
              <a:extLst>
                <a:ext uri="{FF2B5EF4-FFF2-40B4-BE49-F238E27FC236}">
                  <a16:creationId xmlns:a16="http://schemas.microsoft.com/office/drawing/2014/main" id="{B2858492-B751-8ED7-57BE-708D61DDCF50}"/>
                </a:ext>
              </a:extLst>
            </p:cNvPr>
            <p:cNvSpPr/>
            <p:nvPr/>
          </p:nvSpPr>
          <p:spPr>
            <a:xfrm>
              <a:off x="9856468" y="1251583"/>
              <a:ext cx="182880" cy="182880"/>
            </a:xfrm>
            <a:prstGeom prst="flowChartConnector">
              <a:avLst/>
            </a:prstGeom>
            <a:ln>
              <a:noFill/>
            </a:ln>
            <a:effectLst>
              <a:outerShdw blurRad="50800" dist="38100" dir="2700000" algn="tl"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7" name="TextBox 6">
            <a:extLst>
              <a:ext uri="{FF2B5EF4-FFF2-40B4-BE49-F238E27FC236}">
                <a16:creationId xmlns:a16="http://schemas.microsoft.com/office/drawing/2014/main" id="{E9009C35-E6AA-8762-6F34-87778CA11A60}"/>
              </a:ext>
            </a:extLst>
          </p:cNvPr>
          <p:cNvSpPr txBox="1"/>
          <p:nvPr/>
        </p:nvSpPr>
        <p:spPr>
          <a:xfrm>
            <a:off x="390747" y="1438763"/>
            <a:ext cx="9795244" cy="1061829"/>
          </a:xfrm>
          <a:prstGeom prst="rect">
            <a:avLst/>
          </a:prstGeom>
          <a:noFill/>
        </p:spPr>
        <p:txBody>
          <a:bodyPr wrap="square">
            <a:spAutoFit/>
          </a:bodyPr>
          <a:lstStyle/>
          <a:p>
            <a:pPr algn="l"/>
            <a:r>
              <a:rPr lang="en-US" sz="2100" b="1" i="0" dirty="0">
                <a:effectLst/>
                <a:latin typeface="Cavolini" panose="03000502040302020204" pitchFamily="66" charset="0"/>
                <a:cs typeface="Cavolini" panose="03000502040302020204" pitchFamily="66" charset="0"/>
              </a:rPr>
              <a:t>Elements are the smallest building blocks of React apps.</a:t>
            </a:r>
          </a:p>
          <a:p>
            <a:pPr algn="l"/>
            <a:endParaRPr lang="en-US" sz="2100" b="1" i="0" dirty="0">
              <a:effectLst/>
              <a:latin typeface="Cavolini" panose="03000502040302020204" pitchFamily="66" charset="0"/>
              <a:cs typeface="Cavolini" panose="03000502040302020204" pitchFamily="66" charset="0"/>
            </a:endParaRPr>
          </a:p>
          <a:p>
            <a:pPr algn="l"/>
            <a:r>
              <a:rPr lang="en-US" sz="2100" b="1" i="0" dirty="0">
                <a:effectLst/>
                <a:latin typeface="Cavolini" panose="03000502040302020204" pitchFamily="66" charset="0"/>
                <a:cs typeface="Cavolini" panose="03000502040302020204" pitchFamily="66" charset="0"/>
              </a:rPr>
              <a:t>An element describes what you want to see on the screen:</a:t>
            </a:r>
          </a:p>
        </p:txBody>
      </p:sp>
      <p:sp>
        <p:nvSpPr>
          <p:cNvPr id="9" name="TextBox 8">
            <a:extLst>
              <a:ext uri="{FF2B5EF4-FFF2-40B4-BE49-F238E27FC236}">
                <a16:creationId xmlns:a16="http://schemas.microsoft.com/office/drawing/2014/main" id="{B5307D09-04E5-35AB-323A-B896FFCE319D}"/>
              </a:ext>
            </a:extLst>
          </p:cNvPr>
          <p:cNvSpPr txBox="1"/>
          <p:nvPr/>
        </p:nvSpPr>
        <p:spPr>
          <a:xfrm>
            <a:off x="390747" y="2530695"/>
            <a:ext cx="6097772" cy="369332"/>
          </a:xfrm>
          <a:prstGeom prst="rect">
            <a:avLst/>
          </a:prstGeom>
          <a:noFill/>
        </p:spPr>
        <p:txBody>
          <a:bodyPr wrap="square">
            <a:spAutoFit/>
          </a:bodyPr>
          <a:lstStyle/>
          <a:p>
            <a:r>
              <a:rPr lang="en-US" b="1" dirty="0">
                <a:solidFill>
                  <a:srgbClr val="FEDE5D"/>
                </a:solidFill>
                <a:effectLst/>
                <a:latin typeface="Cascadia Code" panose="020B0609020000020004" pitchFamily="49" charset="0"/>
              </a:rPr>
              <a:t>const</a:t>
            </a:r>
            <a:r>
              <a:rPr lang="en-US" b="1" dirty="0">
                <a:solidFill>
                  <a:srgbClr val="BBBBBB"/>
                </a:solidFill>
                <a:effectLst/>
                <a:latin typeface="Cascadia Code" panose="020B0609020000020004" pitchFamily="49" charset="0"/>
              </a:rPr>
              <a:t> </a:t>
            </a:r>
            <a:r>
              <a:rPr lang="en-US" b="1" dirty="0">
                <a:solidFill>
                  <a:srgbClr val="FF7EDB"/>
                </a:solidFill>
                <a:effectLst/>
                <a:latin typeface="Cascadia Code" panose="020B0609020000020004" pitchFamily="49" charset="0"/>
              </a:rPr>
              <a:t>element</a:t>
            </a:r>
            <a:r>
              <a:rPr lang="en-US" b="1" dirty="0">
                <a:solidFill>
                  <a:srgbClr val="BBBBBB"/>
                </a:solidFill>
                <a:effectLst/>
                <a:latin typeface="Cascadia Code" panose="020B0609020000020004" pitchFamily="49" charset="0"/>
              </a:rPr>
              <a:t> </a:t>
            </a:r>
            <a:r>
              <a:rPr lang="en-US" b="1" dirty="0">
                <a:solidFill>
                  <a:srgbClr val="FFFFFF"/>
                </a:solidFill>
                <a:effectLst/>
                <a:latin typeface="Cascadia Code" panose="020B0609020000020004" pitchFamily="49" charset="0"/>
              </a:rPr>
              <a:t>=</a:t>
            </a:r>
            <a:r>
              <a:rPr lang="en-US" b="1" dirty="0">
                <a:solidFill>
                  <a:srgbClr val="BBBBBB"/>
                </a:solidFill>
                <a:effectLst/>
                <a:latin typeface="Cascadia Code" panose="020B0609020000020004" pitchFamily="49" charset="0"/>
              </a:rPr>
              <a:t> </a:t>
            </a:r>
            <a:r>
              <a:rPr lang="en-US" b="1" dirty="0">
                <a:solidFill>
                  <a:srgbClr val="36F9F6"/>
                </a:solidFill>
                <a:effectLst/>
                <a:latin typeface="Cascadia Code" panose="020B0609020000020004" pitchFamily="49" charset="0"/>
              </a:rPr>
              <a:t>&lt;</a:t>
            </a:r>
            <a:r>
              <a:rPr lang="en-US" b="1" dirty="0">
                <a:solidFill>
                  <a:srgbClr val="72F1B8"/>
                </a:solidFill>
                <a:effectLst/>
                <a:latin typeface="Cascadia Code" panose="020B0609020000020004" pitchFamily="49" charset="0"/>
              </a:rPr>
              <a:t>h1</a:t>
            </a:r>
            <a:r>
              <a:rPr lang="en-US" b="1" dirty="0">
                <a:solidFill>
                  <a:srgbClr val="36F9F6"/>
                </a:solidFill>
                <a:effectLst/>
                <a:latin typeface="Cascadia Code" panose="020B0609020000020004" pitchFamily="49" charset="0"/>
              </a:rPr>
              <a:t>&gt;</a:t>
            </a:r>
            <a:r>
              <a:rPr lang="en-US" b="1" dirty="0">
                <a:solidFill>
                  <a:srgbClr val="BBBBBB"/>
                </a:solidFill>
                <a:effectLst/>
                <a:latin typeface="Cascadia Code" panose="020B0609020000020004" pitchFamily="49" charset="0"/>
              </a:rPr>
              <a:t>Hello, World! 👋</a:t>
            </a:r>
            <a:r>
              <a:rPr lang="en-US" b="1" dirty="0">
                <a:solidFill>
                  <a:srgbClr val="36F9F6"/>
                </a:solidFill>
                <a:effectLst/>
                <a:latin typeface="Cascadia Code" panose="020B0609020000020004" pitchFamily="49" charset="0"/>
              </a:rPr>
              <a:t>&lt;/</a:t>
            </a:r>
            <a:r>
              <a:rPr lang="en-US" b="1" dirty="0">
                <a:solidFill>
                  <a:srgbClr val="72F1B8"/>
                </a:solidFill>
                <a:effectLst/>
                <a:latin typeface="Cascadia Code" panose="020B0609020000020004" pitchFamily="49" charset="0"/>
              </a:rPr>
              <a:t>h1</a:t>
            </a:r>
            <a:r>
              <a:rPr lang="en-US" b="1" dirty="0">
                <a:solidFill>
                  <a:srgbClr val="36F9F6"/>
                </a:solidFill>
                <a:effectLst/>
                <a:latin typeface="Cascadia Code" panose="020B0609020000020004" pitchFamily="49" charset="0"/>
              </a:rPr>
              <a:t>&gt;</a:t>
            </a:r>
            <a:r>
              <a:rPr lang="en-US" b="1" dirty="0">
                <a:solidFill>
                  <a:srgbClr val="BBBBBB"/>
                </a:solidFill>
                <a:effectLst/>
                <a:latin typeface="Cascadia Code" panose="020B0609020000020004" pitchFamily="49" charset="0"/>
              </a:rPr>
              <a:t>;</a:t>
            </a:r>
          </a:p>
        </p:txBody>
      </p:sp>
    </p:spTree>
    <p:extLst>
      <p:ext uri="{BB962C8B-B14F-4D97-AF65-F5344CB8AC3E}">
        <p14:creationId xmlns:p14="http://schemas.microsoft.com/office/powerpoint/2010/main" val="649553065"/>
      </p:ext>
    </p:extLst>
  </p:cSld>
  <p:clrMapOvr>
    <a:overrideClrMapping bg1="dk1" tx1="lt1" bg2="dk2" tx2="lt2" accent1="accent1" accent2="accent2" accent3="accent3" accent4="accent4" accent5="accent5" accent6="accent6" hlink="hlink" folHlink="folHlink"/>
  </p:clrMapOvr>
  <mc:AlternateContent xmlns:mc="http://schemas.openxmlformats.org/markup-compatibility/2006" xmlns:p159="http://schemas.microsoft.com/office/powerpoint/2015/09/main">
    <mc:Choice Requires="p159">
      <p:transition>
        <p159:morph option="byObject"/>
      </p:transition>
    </mc:Choice>
    <mc:Fallback xmlns="">
      <p:transition>
        <p:fade/>
      </p:transition>
    </mc:Fallback>
  </mc:AlternateContent>
</p:sld>
</file>

<file path=ppt/slides/slide9.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sp useBgFill="1">
        <p:nvSpPr>
          <p:cNvPr id="21" name="Rectangle 20">
            <a:extLst>
              <a:ext uri="{FF2B5EF4-FFF2-40B4-BE49-F238E27FC236}">
                <a16:creationId xmlns:a16="http://schemas.microsoft.com/office/drawing/2014/main" id="{E5A92FE9-DB05-4D0D-AF5A-BE8664B9FFB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grpSp>
        <p:nvGrpSpPr>
          <p:cNvPr id="23" name="Group 22">
            <a:extLst>
              <a:ext uri="{FF2B5EF4-FFF2-40B4-BE49-F238E27FC236}">
                <a16:creationId xmlns:a16="http://schemas.microsoft.com/office/drawing/2014/main" id="{53D9B26A-5143-49A7-BA98-D871D5BD719A}"/>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flipH="1">
            <a:off x="6526211" y="1"/>
            <a:ext cx="5014912" cy="6857999"/>
            <a:chOff x="2928938" y="-4763"/>
            <a:chExt cx="5014912" cy="6862763"/>
          </a:xfrm>
        </p:grpSpPr>
        <p:sp>
          <p:nvSpPr>
            <p:cNvPr id="24" name="Freeform 6">
              <a:extLst>
                <a:ext uri="{FF2B5EF4-FFF2-40B4-BE49-F238E27FC236}">
                  <a16:creationId xmlns:a16="http://schemas.microsoft.com/office/drawing/2014/main" id="{68B85E55-A2A1-4682-B891-F201358A92D5}"/>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3367088" y="-4763"/>
              <a:ext cx="1063625" cy="2782888"/>
            </a:xfrm>
            <a:custGeom>
              <a:avLst/>
              <a:gdLst/>
              <a:ahLst/>
              <a:cxnLst/>
              <a:rect l="0" t="0" r="r" b="b"/>
              <a:pathLst>
                <a:path w="670" h="1753">
                  <a:moveTo>
                    <a:pt x="0" y="1696"/>
                  </a:moveTo>
                  <a:lnTo>
                    <a:pt x="225" y="1753"/>
                  </a:lnTo>
                  <a:lnTo>
                    <a:pt x="670" y="0"/>
                  </a:lnTo>
                  <a:lnTo>
                    <a:pt x="430" y="0"/>
                  </a:lnTo>
                  <a:lnTo>
                    <a:pt x="0" y="1696"/>
                  </a:lnTo>
                  <a:close/>
                </a:path>
              </a:pathLst>
            </a:custGeom>
            <a:solidFill>
              <a:schemeClr val="accent1"/>
            </a:solidFill>
            <a:ln>
              <a:noFill/>
            </a:ln>
          </p:spPr>
          <p:txBody>
            <a:bodyPr/>
            <a:lstStyle/>
            <a:p>
              <a:endParaRPr lang="en-US"/>
            </a:p>
          </p:txBody>
        </p:sp>
        <p:sp>
          <p:nvSpPr>
            <p:cNvPr id="25" name="Freeform 7">
              <a:extLst>
                <a:ext uri="{FF2B5EF4-FFF2-40B4-BE49-F238E27FC236}">
                  <a16:creationId xmlns:a16="http://schemas.microsoft.com/office/drawing/2014/main" id="{45EF6EDB-9B5D-49E9-96FA-1AE08BF95E57}"/>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2928938" y="-4763"/>
              <a:ext cx="1035050" cy="2673350"/>
            </a:xfrm>
            <a:custGeom>
              <a:avLst/>
              <a:gdLst/>
              <a:ahLst/>
              <a:cxnLst/>
              <a:rect l="0" t="0" r="r" b="b"/>
              <a:pathLst>
                <a:path w="652" h="1684">
                  <a:moveTo>
                    <a:pt x="225" y="1684"/>
                  </a:moveTo>
                  <a:lnTo>
                    <a:pt x="652" y="0"/>
                  </a:lnTo>
                  <a:lnTo>
                    <a:pt x="411" y="0"/>
                  </a:lnTo>
                  <a:lnTo>
                    <a:pt x="0" y="1627"/>
                  </a:lnTo>
                  <a:lnTo>
                    <a:pt x="219" y="1681"/>
                  </a:lnTo>
                  <a:lnTo>
                    <a:pt x="225" y="1684"/>
                  </a:lnTo>
                  <a:close/>
                </a:path>
              </a:pathLst>
            </a:custGeom>
            <a:solidFill>
              <a:srgbClr val="595959"/>
            </a:solidFill>
            <a:ln>
              <a:noFill/>
            </a:ln>
          </p:spPr>
          <p:txBody>
            <a:bodyPr/>
            <a:lstStyle/>
            <a:p>
              <a:endParaRPr lang="en-US"/>
            </a:p>
          </p:txBody>
        </p:sp>
        <p:sp>
          <p:nvSpPr>
            <p:cNvPr id="26" name="Freeform 12">
              <a:extLst>
                <a:ext uri="{FF2B5EF4-FFF2-40B4-BE49-F238E27FC236}">
                  <a16:creationId xmlns:a16="http://schemas.microsoft.com/office/drawing/2014/main" id="{38338226-D6E2-4EEE-B271-DB4BD096DBA1}"/>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2928938" y="2582862"/>
              <a:ext cx="2693987" cy="4275138"/>
            </a:xfrm>
            <a:custGeom>
              <a:avLst/>
              <a:gdLst/>
              <a:ahLst/>
              <a:cxnLst/>
              <a:rect l="0" t="0" r="r" b="b"/>
              <a:pathLst>
                <a:path w="1697" h="2693">
                  <a:moveTo>
                    <a:pt x="0" y="0"/>
                  </a:moveTo>
                  <a:lnTo>
                    <a:pt x="1622" y="2693"/>
                  </a:lnTo>
                  <a:lnTo>
                    <a:pt x="1697" y="2693"/>
                  </a:lnTo>
                  <a:lnTo>
                    <a:pt x="0" y="0"/>
                  </a:lnTo>
                  <a:close/>
                </a:path>
              </a:pathLst>
            </a:custGeom>
            <a:solidFill>
              <a:srgbClr val="262626"/>
            </a:solidFill>
            <a:ln>
              <a:noFill/>
            </a:ln>
          </p:spPr>
          <p:txBody>
            <a:bodyPr/>
            <a:lstStyle/>
            <a:p>
              <a:endParaRPr lang="en-US"/>
            </a:p>
          </p:txBody>
        </p:sp>
        <p:sp>
          <p:nvSpPr>
            <p:cNvPr id="27" name="Freeform 13">
              <a:extLst>
                <a:ext uri="{FF2B5EF4-FFF2-40B4-BE49-F238E27FC236}">
                  <a16:creationId xmlns:a16="http://schemas.microsoft.com/office/drawing/2014/main" id="{4878FB48-17B3-4A11-8025-DE0945CD4E71}"/>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3371850" y="2692400"/>
              <a:ext cx="3332162" cy="4165600"/>
            </a:xfrm>
            <a:custGeom>
              <a:avLst/>
              <a:gdLst/>
              <a:ahLst/>
              <a:cxnLst/>
              <a:rect l="0" t="0" r="r" b="b"/>
              <a:pathLst>
                <a:path w="2099" h="2624">
                  <a:moveTo>
                    <a:pt x="2099" y="2624"/>
                  </a:moveTo>
                  <a:lnTo>
                    <a:pt x="0" y="0"/>
                  </a:lnTo>
                  <a:lnTo>
                    <a:pt x="2021" y="2624"/>
                  </a:lnTo>
                  <a:lnTo>
                    <a:pt x="2099" y="2624"/>
                  </a:lnTo>
                  <a:close/>
                </a:path>
              </a:pathLst>
            </a:custGeom>
            <a:solidFill>
              <a:schemeClr val="accent1">
                <a:lumMod val="50000"/>
              </a:schemeClr>
            </a:solidFill>
            <a:ln>
              <a:noFill/>
            </a:ln>
          </p:spPr>
          <p:txBody>
            <a:bodyPr/>
            <a:lstStyle/>
            <a:p>
              <a:endParaRPr lang="en-US"/>
            </a:p>
          </p:txBody>
        </p:sp>
        <p:sp>
          <p:nvSpPr>
            <p:cNvPr id="28" name="Freeform 14">
              <a:extLst>
                <a:ext uri="{FF2B5EF4-FFF2-40B4-BE49-F238E27FC236}">
                  <a16:creationId xmlns:a16="http://schemas.microsoft.com/office/drawing/2014/main" id="{4150A21C-DD6D-4D3C-9E95-7A3CA263BEB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3367088" y="2687637"/>
              <a:ext cx="4576762" cy="4170363"/>
            </a:xfrm>
            <a:custGeom>
              <a:avLst/>
              <a:gdLst/>
              <a:ahLst/>
              <a:cxnLst/>
              <a:rect l="0" t="0" r="r" b="b"/>
              <a:pathLst>
                <a:path w="2883" h="2627">
                  <a:moveTo>
                    <a:pt x="0" y="0"/>
                  </a:moveTo>
                  <a:lnTo>
                    <a:pt x="3" y="3"/>
                  </a:lnTo>
                  <a:lnTo>
                    <a:pt x="2102" y="2627"/>
                  </a:lnTo>
                  <a:lnTo>
                    <a:pt x="2883" y="2627"/>
                  </a:lnTo>
                  <a:lnTo>
                    <a:pt x="225" y="57"/>
                  </a:lnTo>
                  <a:lnTo>
                    <a:pt x="0" y="0"/>
                  </a:lnTo>
                  <a:close/>
                </a:path>
              </a:pathLst>
            </a:custGeom>
            <a:solidFill>
              <a:schemeClr val="accent1">
                <a:lumMod val="75000"/>
              </a:schemeClr>
            </a:solidFill>
            <a:ln>
              <a:noFill/>
            </a:ln>
          </p:spPr>
          <p:txBody>
            <a:bodyPr/>
            <a:lstStyle/>
            <a:p>
              <a:endParaRPr lang="en-US"/>
            </a:p>
          </p:txBody>
        </p:sp>
        <p:sp>
          <p:nvSpPr>
            <p:cNvPr id="29" name="Freeform 15">
              <a:extLst>
                <a:ext uri="{FF2B5EF4-FFF2-40B4-BE49-F238E27FC236}">
                  <a16:creationId xmlns:a16="http://schemas.microsoft.com/office/drawing/2014/main" id="{7505BF04-104D-4180-A284-42FCD6B04DD6}"/>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2928938" y="2578100"/>
              <a:ext cx="3584575" cy="4279900"/>
            </a:xfrm>
            <a:custGeom>
              <a:avLst/>
              <a:gdLst/>
              <a:ahLst/>
              <a:cxnLst/>
              <a:rect l="0" t="0" r="r" b="b"/>
              <a:pathLst>
                <a:path w="2258" h="2696">
                  <a:moveTo>
                    <a:pt x="2258" y="2696"/>
                  </a:moveTo>
                  <a:lnTo>
                    <a:pt x="264" y="111"/>
                  </a:lnTo>
                  <a:lnTo>
                    <a:pt x="228" y="60"/>
                  </a:lnTo>
                  <a:lnTo>
                    <a:pt x="225" y="57"/>
                  </a:lnTo>
                  <a:lnTo>
                    <a:pt x="0" y="0"/>
                  </a:lnTo>
                  <a:lnTo>
                    <a:pt x="0" y="3"/>
                  </a:lnTo>
                  <a:lnTo>
                    <a:pt x="1697" y="2696"/>
                  </a:lnTo>
                  <a:lnTo>
                    <a:pt x="2258" y="2696"/>
                  </a:lnTo>
                  <a:close/>
                </a:path>
              </a:pathLst>
            </a:custGeom>
            <a:solidFill>
              <a:srgbClr val="404040"/>
            </a:solidFill>
            <a:ln>
              <a:noFill/>
            </a:ln>
          </p:spPr>
          <p:txBody>
            <a:bodyPr/>
            <a:lstStyle/>
            <a:p>
              <a:endParaRPr lang="en-US"/>
            </a:p>
          </p:txBody>
        </p:sp>
      </p:grpSp>
      <p:sp>
        <p:nvSpPr>
          <p:cNvPr id="2" name="Title 1">
            <a:extLst>
              <a:ext uri="{FF2B5EF4-FFF2-40B4-BE49-F238E27FC236}">
                <a16:creationId xmlns:a16="http://schemas.microsoft.com/office/drawing/2014/main" id="{652CD06E-EB43-4697-A9C1-290232C3BAD6}"/>
              </a:ext>
            </a:extLst>
          </p:cNvPr>
          <p:cNvSpPr>
            <a:spLocks noGrp="1"/>
          </p:cNvSpPr>
          <p:nvPr>
            <p:ph type="ctrTitle"/>
          </p:nvPr>
        </p:nvSpPr>
        <p:spPr>
          <a:xfrm>
            <a:off x="473345" y="0"/>
            <a:ext cx="11604355" cy="1223994"/>
          </a:xfrm>
        </p:spPr>
        <p:txBody>
          <a:bodyPr>
            <a:noAutofit/>
          </a:bodyPr>
          <a:lstStyle/>
          <a:p>
            <a:pPr algn="l"/>
            <a:r>
              <a:rPr lang="en-US" sz="5400" b="1" dirty="0">
                <a:latin typeface="Mystical Woods Smooth Script" panose="02000500000000000000" pitchFamily="2" charset="0"/>
                <a:cs typeface="Cavolini" panose="03000502040302020204" pitchFamily="66" charset="0"/>
              </a:rPr>
              <a:t>Rendering Elements </a:t>
            </a:r>
            <a:r>
              <a:rPr lang="en-US" sz="2100" b="1" dirty="0">
                <a:latin typeface="Cavolini" panose="03000502040302020204" pitchFamily="66" charset="0"/>
                <a:cs typeface="Cavolini" panose="03000502040302020204" pitchFamily="66" charset="0"/>
              </a:rPr>
              <a:t>continued…</a:t>
            </a:r>
          </a:p>
        </p:txBody>
      </p:sp>
      <p:grpSp>
        <p:nvGrpSpPr>
          <p:cNvPr id="6" name="Group 5">
            <a:extLst>
              <a:ext uri="{FF2B5EF4-FFF2-40B4-BE49-F238E27FC236}">
                <a16:creationId xmlns:a16="http://schemas.microsoft.com/office/drawing/2014/main" id="{752A73B4-49EC-E765-1462-2A106F07C3D4}"/>
              </a:ext>
            </a:extLst>
          </p:cNvPr>
          <p:cNvGrpSpPr/>
          <p:nvPr/>
        </p:nvGrpSpPr>
        <p:grpSpPr>
          <a:xfrm>
            <a:off x="481809" y="1152868"/>
            <a:ext cx="8950321" cy="182880"/>
            <a:chOff x="1089027" y="1251583"/>
            <a:chExt cx="8950321" cy="182880"/>
          </a:xfrm>
        </p:grpSpPr>
        <p:cxnSp>
          <p:nvCxnSpPr>
            <p:cNvPr id="4" name="Straight Connector 3">
              <a:extLst>
                <a:ext uri="{FF2B5EF4-FFF2-40B4-BE49-F238E27FC236}">
                  <a16:creationId xmlns:a16="http://schemas.microsoft.com/office/drawing/2014/main" id="{1111542F-3245-DDEC-4B5A-7412E7DBE5FD}"/>
                </a:ext>
              </a:extLst>
            </p:cNvPr>
            <p:cNvCxnSpPr/>
            <p:nvPr/>
          </p:nvCxnSpPr>
          <p:spPr>
            <a:xfrm>
              <a:off x="1089027" y="1347537"/>
              <a:ext cx="8786493" cy="0"/>
            </a:xfrm>
            <a:prstGeom prst="line">
              <a:avLst/>
            </a:prstGeom>
            <a:ln w="38100">
              <a:solidFill>
                <a:srgbClr val="595959"/>
              </a:solidFill>
            </a:ln>
            <a:effectLst>
              <a:reflection blurRad="6350" stA="50000" endA="275" endPos="40000" dist="101600" dir="5400000" sy="-100000" algn="bl" rotWithShape="0"/>
              <a:softEdge rad="12700"/>
            </a:effectLst>
          </p:spPr>
          <p:style>
            <a:lnRef idx="3">
              <a:schemeClr val="dk1"/>
            </a:lnRef>
            <a:fillRef idx="0">
              <a:schemeClr val="dk1"/>
            </a:fillRef>
            <a:effectRef idx="2">
              <a:schemeClr val="dk1"/>
            </a:effectRef>
            <a:fontRef idx="minor">
              <a:schemeClr val="tx1"/>
            </a:fontRef>
          </p:style>
        </p:cxnSp>
        <p:sp>
          <p:nvSpPr>
            <p:cNvPr id="5" name="Flowchart: Connector 4">
              <a:extLst>
                <a:ext uri="{FF2B5EF4-FFF2-40B4-BE49-F238E27FC236}">
                  <a16:creationId xmlns:a16="http://schemas.microsoft.com/office/drawing/2014/main" id="{B2858492-B751-8ED7-57BE-708D61DDCF50}"/>
                </a:ext>
              </a:extLst>
            </p:cNvPr>
            <p:cNvSpPr/>
            <p:nvPr/>
          </p:nvSpPr>
          <p:spPr>
            <a:xfrm>
              <a:off x="9856468" y="1251583"/>
              <a:ext cx="182880" cy="182880"/>
            </a:xfrm>
            <a:prstGeom prst="flowChartConnector">
              <a:avLst/>
            </a:prstGeom>
            <a:ln>
              <a:noFill/>
            </a:ln>
            <a:effectLst>
              <a:outerShdw blurRad="50800" dist="38100" dir="2700000" algn="tl"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pic>
        <p:nvPicPr>
          <p:cNvPr id="3" name="Graphic 2" descr="Atom with solid fill">
            <a:extLst>
              <a:ext uri="{FF2B5EF4-FFF2-40B4-BE49-F238E27FC236}">
                <a16:creationId xmlns:a16="http://schemas.microsoft.com/office/drawing/2014/main" id="{77D1A364-80B2-DA98-6726-A7D3C518C811}"/>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473345" y="1484034"/>
            <a:ext cx="685800" cy="685800"/>
          </a:xfrm>
          <a:prstGeom prst="rect">
            <a:avLst/>
          </a:prstGeom>
        </p:spPr>
      </p:pic>
      <p:sp>
        <p:nvSpPr>
          <p:cNvPr id="8" name="TextBox 7">
            <a:extLst>
              <a:ext uri="{FF2B5EF4-FFF2-40B4-BE49-F238E27FC236}">
                <a16:creationId xmlns:a16="http://schemas.microsoft.com/office/drawing/2014/main" id="{D4ED547F-5481-5A84-025F-0747C12D7A3A}"/>
              </a:ext>
            </a:extLst>
          </p:cNvPr>
          <p:cNvSpPr txBox="1"/>
          <p:nvPr/>
        </p:nvSpPr>
        <p:spPr>
          <a:xfrm flipH="1">
            <a:off x="1250396" y="1619185"/>
            <a:ext cx="7596740" cy="415498"/>
          </a:xfrm>
          <a:prstGeom prst="rect">
            <a:avLst/>
          </a:prstGeom>
          <a:noFill/>
        </p:spPr>
        <p:txBody>
          <a:bodyPr wrap="square" rtlCol="0">
            <a:spAutoFit/>
          </a:bodyPr>
          <a:lstStyle/>
          <a:p>
            <a:pPr algn="l"/>
            <a:r>
              <a:rPr lang="en-US" sz="2100" b="1" i="0" dirty="0">
                <a:effectLst/>
                <a:latin typeface="Cavolini" panose="03000502040302020204" pitchFamily="66" charset="0"/>
                <a:cs typeface="Cavolini" panose="03000502040302020204" pitchFamily="66" charset="0"/>
              </a:rPr>
              <a:t>Rendering An Element Into </a:t>
            </a:r>
            <a:r>
              <a:rPr lang="en-US" sz="2100" b="1" dirty="0">
                <a:latin typeface="Cavolini" panose="03000502040302020204" pitchFamily="66" charset="0"/>
                <a:cs typeface="Cavolini" panose="03000502040302020204" pitchFamily="66" charset="0"/>
              </a:rPr>
              <a:t>T</a:t>
            </a:r>
            <a:r>
              <a:rPr lang="en-US" sz="2100" b="1" i="0" dirty="0">
                <a:effectLst/>
                <a:latin typeface="Cavolini" panose="03000502040302020204" pitchFamily="66" charset="0"/>
                <a:cs typeface="Cavolini" panose="03000502040302020204" pitchFamily="66" charset="0"/>
              </a:rPr>
              <a:t>he DOM</a:t>
            </a:r>
          </a:p>
        </p:txBody>
      </p:sp>
      <p:sp>
        <p:nvSpPr>
          <p:cNvPr id="13" name="Rectangle 2">
            <a:extLst>
              <a:ext uri="{FF2B5EF4-FFF2-40B4-BE49-F238E27FC236}">
                <a16:creationId xmlns:a16="http://schemas.microsoft.com/office/drawing/2014/main" id="{36F21DAD-2527-12E2-B24A-33BBDB19E208}"/>
              </a:ext>
            </a:extLst>
          </p:cNvPr>
          <p:cNvSpPr>
            <a:spLocks noChangeArrowheads="1"/>
          </p:cNvSpPr>
          <p:nvPr/>
        </p:nvSpPr>
        <p:spPr bwMode="auto">
          <a:xfrm>
            <a:off x="507673" y="2278132"/>
            <a:ext cx="8035854" cy="3231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0" tIns="0" rIns="0" bIns="0" numCol="1" anchor="ctr"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2100" b="1" i="0" u="none" strike="noStrike" cap="none" normalizeH="0" baseline="0" dirty="0">
                <a:ln>
                  <a:noFill/>
                </a:ln>
                <a:effectLst/>
                <a:latin typeface="Cavolini" panose="03000502040302020204" pitchFamily="66" charset="0"/>
                <a:cs typeface="Cavolini" panose="03000502040302020204" pitchFamily="66" charset="0"/>
              </a:rPr>
              <a:t>Let’s say there is a &lt;div&gt; somewhere in your HTML file: </a:t>
            </a:r>
          </a:p>
        </p:txBody>
      </p:sp>
      <p:sp>
        <p:nvSpPr>
          <p:cNvPr id="15" name="TextBox 14">
            <a:extLst>
              <a:ext uri="{FF2B5EF4-FFF2-40B4-BE49-F238E27FC236}">
                <a16:creationId xmlns:a16="http://schemas.microsoft.com/office/drawing/2014/main" id="{AEF967F1-68B5-C4C7-368F-5E215E8BB49B}"/>
              </a:ext>
            </a:extLst>
          </p:cNvPr>
          <p:cNvSpPr txBox="1"/>
          <p:nvPr/>
        </p:nvSpPr>
        <p:spPr>
          <a:xfrm>
            <a:off x="589081" y="2671495"/>
            <a:ext cx="6097772" cy="369332"/>
          </a:xfrm>
          <a:prstGeom prst="rect">
            <a:avLst/>
          </a:prstGeom>
          <a:noFill/>
        </p:spPr>
        <p:txBody>
          <a:bodyPr wrap="square">
            <a:spAutoFit/>
          </a:bodyPr>
          <a:lstStyle/>
          <a:p>
            <a:r>
              <a:rPr lang="en-US" b="1" dirty="0">
                <a:solidFill>
                  <a:srgbClr val="36F9F6"/>
                </a:solidFill>
                <a:effectLst/>
                <a:latin typeface="Cascadia Code" panose="020B0609020000020004" pitchFamily="49" charset="0"/>
              </a:rPr>
              <a:t>&lt;</a:t>
            </a:r>
            <a:r>
              <a:rPr lang="en-US" b="1" dirty="0">
                <a:solidFill>
                  <a:srgbClr val="72F1B8"/>
                </a:solidFill>
                <a:effectLst/>
                <a:latin typeface="Cascadia Code" panose="020B0609020000020004" pitchFamily="49" charset="0"/>
              </a:rPr>
              <a:t>div</a:t>
            </a:r>
            <a:r>
              <a:rPr lang="en-US" b="1" dirty="0">
                <a:solidFill>
                  <a:srgbClr val="BBBBBB"/>
                </a:solidFill>
                <a:effectLst/>
                <a:latin typeface="Cascadia Code" panose="020B0609020000020004" pitchFamily="49" charset="0"/>
              </a:rPr>
              <a:t> </a:t>
            </a:r>
            <a:r>
              <a:rPr lang="en-US" b="1" dirty="0">
                <a:solidFill>
                  <a:srgbClr val="FEDE5D"/>
                </a:solidFill>
                <a:effectLst/>
                <a:latin typeface="Cascadia Code" panose="020B0609020000020004" pitchFamily="49" charset="0"/>
              </a:rPr>
              <a:t>id</a:t>
            </a:r>
            <a:r>
              <a:rPr lang="en-US" b="1" dirty="0">
                <a:solidFill>
                  <a:srgbClr val="FFFFFF"/>
                </a:solidFill>
                <a:effectLst/>
                <a:latin typeface="Cascadia Code" panose="020B0609020000020004" pitchFamily="49" charset="0"/>
              </a:rPr>
              <a:t>=</a:t>
            </a:r>
            <a:r>
              <a:rPr lang="en-US" b="1" dirty="0">
                <a:solidFill>
                  <a:srgbClr val="FF8B39"/>
                </a:solidFill>
                <a:effectLst/>
                <a:latin typeface="Cascadia Code" panose="020B0609020000020004" pitchFamily="49" charset="0"/>
              </a:rPr>
              <a:t>"root"</a:t>
            </a:r>
            <a:r>
              <a:rPr lang="en-US" b="1" dirty="0">
                <a:solidFill>
                  <a:srgbClr val="36F9F6"/>
                </a:solidFill>
                <a:effectLst/>
                <a:latin typeface="Cascadia Code" panose="020B0609020000020004" pitchFamily="49" charset="0"/>
              </a:rPr>
              <a:t>&gt;&lt;/</a:t>
            </a:r>
            <a:r>
              <a:rPr lang="en-US" b="1" dirty="0">
                <a:solidFill>
                  <a:srgbClr val="72F1B8"/>
                </a:solidFill>
                <a:effectLst/>
                <a:latin typeface="Cascadia Code" panose="020B0609020000020004" pitchFamily="49" charset="0"/>
              </a:rPr>
              <a:t>div</a:t>
            </a:r>
            <a:r>
              <a:rPr lang="en-US" b="1" dirty="0">
                <a:solidFill>
                  <a:srgbClr val="36F9F6"/>
                </a:solidFill>
                <a:effectLst/>
                <a:latin typeface="Cascadia Code" panose="020B0609020000020004" pitchFamily="49" charset="0"/>
              </a:rPr>
              <a:t>&gt;</a:t>
            </a:r>
            <a:endParaRPr lang="en-US" b="1" dirty="0">
              <a:solidFill>
                <a:srgbClr val="BBBBBB"/>
              </a:solidFill>
              <a:effectLst/>
              <a:latin typeface="Cascadia Code" panose="020B0609020000020004" pitchFamily="49" charset="0"/>
            </a:endParaRPr>
          </a:p>
        </p:txBody>
      </p:sp>
      <p:sp>
        <p:nvSpPr>
          <p:cNvPr id="18" name="TextBox 17">
            <a:extLst>
              <a:ext uri="{FF2B5EF4-FFF2-40B4-BE49-F238E27FC236}">
                <a16:creationId xmlns:a16="http://schemas.microsoft.com/office/drawing/2014/main" id="{859C6102-89C3-D569-9EBF-32F47F919A89}"/>
              </a:ext>
            </a:extLst>
          </p:cNvPr>
          <p:cNvSpPr txBox="1"/>
          <p:nvPr/>
        </p:nvSpPr>
        <p:spPr>
          <a:xfrm>
            <a:off x="423677" y="3146832"/>
            <a:ext cx="11314668" cy="3323987"/>
          </a:xfrm>
          <a:prstGeom prst="rect">
            <a:avLst/>
          </a:prstGeom>
          <a:noFill/>
        </p:spPr>
        <p:txBody>
          <a:bodyPr wrap="square">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2100" b="1" i="0" u="none" strike="noStrike" cap="none" normalizeH="0" baseline="0" dirty="0">
                <a:ln>
                  <a:noFill/>
                </a:ln>
                <a:effectLst/>
                <a:latin typeface="Cavolini" panose="03000502040302020204" pitchFamily="66" charset="0"/>
                <a:cs typeface="Cavolini" panose="03000502040302020204" pitchFamily="66" charset="0"/>
              </a:rPr>
              <a:t>We call this a “root” DOM node because everything inside it will be managed by React DOM.</a:t>
            </a: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2100" b="1" i="0" u="none" strike="noStrike" cap="none" normalizeH="0" baseline="0" dirty="0">
              <a:ln>
                <a:noFill/>
              </a:ln>
              <a:effectLst/>
              <a:latin typeface="Cavolini" panose="03000502040302020204" pitchFamily="66" charset="0"/>
              <a:cs typeface="Cavolini" panose="03000502040302020204" pitchFamily="66" charset="0"/>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2100" b="1" i="0" u="none" strike="noStrike" cap="none" normalizeH="0" baseline="0" dirty="0">
                <a:ln>
                  <a:noFill/>
                </a:ln>
                <a:effectLst/>
                <a:latin typeface="Cavolini" panose="03000502040302020204" pitchFamily="66" charset="0"/>
                <a:cs typeface="Cavolini" panose="03000502040302020204" pitchFamily="66" charset="0"/>
              </a:rPr>
              <a:t>Applications built with just React usually have a single root DOM node. </a:t>
            </a:r>
          </a:p>
          <a:p>
            <a:pPr marL="0" marR="0" lvl="0" indent="0" algn="l" defTabSz="914400" rtl="0" eaLnBrk="0" fontAlgn="base" latinLnBrk="0" hangingPunct="0">
              <a:lnSpc>
                <a:spcPct val="100000"/>
              </a:lnSpc>
              <a:spcBef>
                <a:spcPct val="0"/>
              </a:spcBef>
              <a:spcAft>
                <a:spcPct val="0"/>
              </a:spcAft>
              <a:buClrTx/>
              <a:buSzTx/>
              <a:buFontTx/>
              <a:buNone/>
              <a:tabLst/>
            </a:pPr>
            <a:endParaRPr lang="en-US" altLang="en-US" sz="2100" b="1" dirty="0">
              <a:latin typeface="Cavolini" panose="03000502040302020204" pitchFamily="66" charset="0"/>
              <a:cs typeface="Cavolini" panose="03000502040302020204" pitchFamily="66" charset="0"/>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2100" b="1" i="0" u="none" strike="noStrike" cap="none" normalizeH="0" baseline="0" dirty="0">
                <a:ln>
                  <a:noFill/>
                </a:ln>
                <a:effectLst/>
                <a:latin typeface="Cavolini" panose="03000502040302020204" pitchFamily="66" charset="0"/>
                <a:cs typeface="Cavolini" panose="03000502040302020204" pitchFamily="66" charset="0"/>
              </a:rPr>
              <a:t>If you are integrating React into an existing app, you may have as many isolated root DOM nodes as you like.</a:t>
            </a: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2100" b="1" i="0" u="none" strike="noStrike" cap="none" normalizeH="0" baseline="0" dirty="0">
              <a:ln>
                <a:noFill/>
              </a:ln>
              <a:effectLst/>
              <a:latin typeface="Cavolini" panose="03000502040302020204" pitchFamily="66" charset="0"/>
              <a:cs typeface="Cavolini" panose="03000502040302020204" pitchFamily="66" charset="0"/>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2100" b="1" i="0" u="none" strike="noStrike" cap="none" normalizeH="0" baseline="0" dirty="0">
                <a:ln>
                  <a:noFill/>
                </a:ln>
                <a:effectLst/>
                <a:latin typeface="Cavolini" panose="03000502040302020204" pitchFamily="66" charset="0"/>
                <a:cs typeface="Cavolini" panose="03000502040302020204" pitchFamily="66" charset="0"/>
              </a:rPr>
              <a:t>To render a React element, first pass the DOM element to </a:t>
            </a:r>
            <a:r>
              <a:rPr lang="en-US" altLang="en-US" sz="2100" b="1" dirty="0" err="1">
                <a:latin typeface="Cavolini" panose="03000502040302020204" pitchFamily="66" charset="0"/>
                <a:cs typeface="Cavolini" panose="03000502040302020204" pitchFamily="66" charset="0"/>
              </a:rPr>
              <a:t>ReactDOM.createRoot</a:t>
            </a:r>
            <a:r>
              <a:rPr lang="en-US" altLang="en-US" sz="2100" b="1" dirty="0">
                <a:latin typeface="Cavolini" panose="03000502040302020204" pitchFamily="66" charset="0"/>
                <a:cs typeface="Cavolini" panose="03000502040302020204" pitchFamily="66" charset="0"/>
              </a:rPr>
              <a:t>()</a:t>
            </a:r>
            <a:r>
              <a:rPr kumimoji="0" lang="en-US" altLang="en-US" sz="2100" b="1" i="0" u="none" strike="noStrike" cap="none" normalizeH="0" baseline="0" dirty="0">
                <a:ln>
                  <a:noFill/>
                </a:ln>
                <a:effectLst/>
                <a:latin typeface="Cavolini" panose="03000502040302020204" pitchFamily="66" charset="0"/>
                <a:cs typeface="Cavolini" panose="03000502040302020204" pitchFamily="66" charset="0"/>
              </a:rPr>
              <a:t>, then pass the React element to </a:t>
            </a:r>
            <a:r>
              <a:rPr kumimoji="0" lang="en-US" altLang="en-US" sz="2100" b="1" i="0" u="none" strike="noStrike" cap="none" normalizeH="0" baseline="0" dirty="0" err="1">
                <a:ln>
                  <a:noFill/>
                </a:ln>
                <a:effectLst/>
                <a:latin typeface="Cavolini" panose="03000502040302020204" pitchFamily="66" charset="0"/>
                <a:cs typeface="Cavolini" panose="03000502040302020204" pitchFamily="66" charset="0"/>
              </a:rPr>
              <a:t>root.render</a:t>
            </a:r>
            <a:r>
              <a:rPr kumimoji="0" lang="en-US" altLang="en-US" sz="2100" b="1" i="0" u="none" strike="noStrike" cap="none" normalizeH="0" baseline="0" dirty="0">
                <a:ln>
                  <a:noFill/>
                </a:ln>
                <a:effectLst/>
                <a:latin typeface="Cavolini" panose="03000502040302020204" pitchFamily="66" charset="0"/>
                <a:cs typeface="Cavolini" panose="03000502040302020204" pitchFamily="66" charset="0"/>
              </a:rPr>
              <a:t>():</a:t>
            </a:r>
          </a:p>
        </p:txBody>
      </p:sp>
    </p:spTree>
    <p:extLst>
      <p:ext uri="{BB962C8B-B14F-4D97-AF65-F5344CB8AC3E}">
        <p14:creationId xmlns:p14="http://schemas.microsoft.com/office/powerpoint/2010/main" val="3739180194"/>
      </p:ext>
    </p:extLst>
  </p:cSld>
  <p:clrMapOvr>
    <a:overrideClrMapping bg1="dk1" tx1="lt1" bg2="dk2" tx2="lt2" accent1="accent1" accent2="accent2" accent3="accent3" accent4="accent4" accent5="accent5" accent6="accent6" hlink="hlink" folHlink="folHlink"/>
  </p:clrMapOvr>
  <mc:AlternateContent xmlns:mc="http://schemas.openxmlformats.org/markup-compatibility/2006" xmlns:p159="http://schemas.microsoft.com/office/powerpoint/2015/09/main">
    <mc:Choice Requires="p159">
      <p:transition>
        <p159:morph option="byObject"/>
      </p:transition>
    </mc:Choice>
    <mc:Fallback xmlns="">
      <p:transition>
        <p:fade/>
      </p:transition>
    </mc:Fallback>
  </mc:AlternateContent>
</p:sld>
</file>

<file path=ppt/slides/slide10.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sp useBgFill="1">
        <p:nvSpPr>
          <p:cNvPr id="21" name="Rectangle 20">
            <a:extLst>
              <a:ext uri="{FF2B5EF4-FFF2-40B4-BE49-F238E27FC236}">
                <a16:creationId xmlns:a16="http://schemas.microsoft.com/office/drawing/2014/main" id="{E5A92FE9-DB05-4D0D-AF5A-BE8664B9FFB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grpSp>
        <p:nvGrpSpPr>
          <p:cNvPr id="23" name="Group 22">
            <a:extLst>
              <a:ext uri="{FF2B5EF4-FFF2-40B4-BE49-F238E27FC236}">
                <a16:creationId xmlns:a16="http://schemas.microsoft.com/office/drawing/2014/main" id="{53D9B26A-5143-49A7-BA98-D871D5BD719A}"/>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flipH="1">
            <a:off x="6526211" y="1"/>
            <a:ext cx="5014912" cy="6857999"/>
            <a:chOff x="2928938" y="-4763"/>
            <a:chExt cx="5014912" cy="6862763"/>
          </a:xfrm>
        </p:grpSpPr>
        <p:sp>
          <p:nvSpPr>
            <p:cNvPr id="24" name="Freeform 6">
              <a:extLst>
                <a:ext uri="{FF2B5EF4-FFF2-40B4-BE49-F238E27FC236}">
                  <a16:creationId xmlns:a16="http://schemas.microsoft.com/office/drawing/2014/main" id="{68B85E55-A2A1-4682-B891-F201358A92D5}"/>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3367088" y="-4763"/>
              <a:ext cx="1063625" cy="2782888"/>
            </a:xfrm>
            <a:custGeom>
              <a:avLst/>
              <a:gdLst/>
              <a:ahLst/>
              <a:cxnLst/>
              <a:rect l="0" t="0" r="r" b="b"/>
              <a:pathLst>
                <a:path w="670" h="1753">
                  <a:moveTo>
                    <a:pt x="0" y="1696"/>
                  </a:moveTo>
                  <a:lnTo>
                    <a:pt x="225" y="1753"/>
                  </a:lnTo>
                  <a:lnTo>
                    <a:pt x="670" y="0"/>
                  </a:lnTo>
                  <a:lnTo>
                    <a:pt x="430" y="0"/>
                  </a:lnTo>
                  <a:lnTo>
                    <a:pt x="0" y="1696"/>
                  </a:lnTo>
                  <a:close/>
                </a:path>
              </a:pathLst>
            </a:custGeom>
            <a:solidFill>
              <a:schemeClr val="accent1"/>
            </a:solidFill>
            <a:ln>
              <a:noFill/>
            </a:ln>
          </p:spPr>
          <p:txBody>
            <a:bodyPr/>
            <a:lstStyle/>
            <a:p>
              <a:endParaRPr lang="en-US"/>
            </a:p>
          </p:txBody>
        </p:sp>
        <p:sp>
          <p:nvSpPr>
            <p:cNvPr id="25" name="Freeform 7">
              <a:extLst>
                <a:ext uri="{FF2B5EF4-FFF2-40B4-BE49-F238E27FC236}">
                  <a16:creationId xmlns:a16="http://schemas.microsoft.com/office/drawing/2014/main" id="{45EF6EDB-9B5D-49E9-96FA-1AE08BF95E57}"/>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2928938" y="-4763"/>
              <a:ext cx="1035050" cy="2673350"/>
            </a:xfrm>
            <a:custGeom>
              <a:avLst/>
              <a:gdLst/>
              <a:ahLst/>
              <a:cxnLst/>
              <a:rect l="0" t="0" r="r" b="b"/>
              <a:pathLst>
                <a:path w="652" h="1684">
                  <a:moveTo>
                    <a:pt x="225" y="1684"/>
                  </a:moveTo>
                  <a:lnTo>
                    <a:pt x="652" y="0"/>
                  </a:lnTo>
                  <a:lnTo>
                    <a:pt x="411" y="0"/>
                  </a:lnTo>
                  <a:lnTo>
                    <a:pt x="0" y="1627"/>
                  </a:lnTo>
                  <a:lnTo>
                    <a:pt x="219" y="1681"/>
                  </a:lnTo>
                  <a:lnTo>
                    <a:pt x="225" y="1684"/>
                  </a:lnTo>
                  <a:close/>
                </a:path>
              </a:pathLst>
            </a:custGeom>
            <a:solidFill>
              <a:srgbClr val="595959"/>
            </a:solidFill>
            <a:ln>
              <a:noFill/>
            </a:ln>
          </p:spPr>
          <p:txBody>
            <a:bodyPr/>
            <a:lstStyle/>
            <a:p>
              <a:endParaRPr lang="en-US"/>
            </a:p>
          </p:txBody>
        </p:sp>
        <p:sp>
          <p:nvSpPr>
            <p:cNvPr id="26" name="Freeform 12">
              <a:extLst>
                <a:ext uri="{FF2B5EF4-FFF2-40B4-BE49-F238E27FC236}">
                  <a16:creationId xmlns:a16="http://schemas.microsoft.com/office/drawing/2014/main" id="{38338226-D6E2-4EEE-B271-DB4BD096DBA1}"/>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2928938" y="2582862"/>
              <a:ext cx="2693987" cy="4275138"/>
            </a:xfrm>
            <a:custGeom>
              <a:avLst/>
              <a:gdLst/>
              <a:ahLst/>
              <a:cxnLst/>
              <a:rect l="0" t="0" r="r" b="b"/>
              <a:pathLst>
                <a:path w="1697" h="2693">
                  <a:moveTo>
                    <a:pt x="0" y="0"/>
                  </a:moveTo>
                  <a:lnTo>
                    <a:pt x="1622" y="2693"/>
                  </a:lnTo>
                  <a:lnTo>
                    <a:pt x="1697" y="2693"/>
                  </a:lnTo>
                  <a:lnTo>
                    <a:pt x="0" y="0"/>
                  </a:lnTo>
                  <a:close/>
                </a:path>
              </a:pathLst>
            </a:custGeom>
            <a:solidFill>
              <a:srgbClr val="262626"/>
            </a:solidFill>
            <a:ln>
              <a:noFill/>
            </a:ln>
          </p:spPr>
          <p:txBody>
            <a:bodyPr/>
            <a:lstStyle/>
            <a:p>
              <a:endParaRPr lang="en-US"/>
            </a:p>
          </p:txBody>
        </p:sp>
        <p:sp>
          <p:nvSpPr>
            <p:cNvPr id="27" name="Freeform 13">
              <a:extLst>
                <a:ext uri="{FF2B5EF4-FFF2-40B4-BE49-F238E27FC236}">
                  <a16:creationId xmlns:a16="http://schemas.microsoft.com/office/drawing/2014/main" id="{4878FB48-17B3-4A11-8025-DE0945CD4E71}"/>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3371850" y="2692400"/>
              <a:ext cx="3332162" cy="4165600"/>
            </a:xfrm>
            <a:custGeom>
              <a:avLst/>
              <a:gdLst/>
              <a:ahLst/>
              <a:cxnLst/>
              <a:rect l="0" t="0" r="r" b="b"/>
              <a:pathLst>
                <a:path w="2099" h="2624">
                  <a:moveTo>
                    <a:pt x="2099" y="2624"/>
                  </a:moveTo>
                  <a:lnTo>
                    <a:pt x="0" y="0"/>
                  </a:lnTo>
                  <a:lnTo>
                    <a:pt x="2021" y="2624"/>
                  </a:lnTo>
                  <a:lnTo>
                    <a:pt x="2099" y="2624"/>
                  </a:lnTo>
                  <a:close/>
                </a:path>
              </a:pathLst>
            </a:custGeom>
            <a:solidFill>
              <a:schemeClr val="accent1">
                <a:lumMod val="50000"/>
              </a:schemeClr>
            </a:solidFill>
            <a:ln>
              <a:noFill/>
            </a:ln>
          </p:spPr>
          <p:txBody>
            <a:bodyPr/>
            <a:lstStyle/>
            <a:p>
              <a:endParaRPr lang="en-US"/>
            </a:p>
          </p:txBody>
        </p:sp>
        <p:sp>
          <p:nvSpPr>
            <p:cNvPr id="28" name="Freeform 14">
              <a:extLst>
                <a:ext uri="{FF2B5EF4-FFF2-40B4-BE49-F238E27FC236}">
                  <a16:creationId xmlns:a16="http://schemas.microsoft.com/office/drawing/2014/main" id="{4150A21C-DD6D-4D3C-9E95-7A3CA263BEB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3367088" y="2687637"/>
              <a:ext cx="4576762" cy="4170363"/>
            </a:xfrm>
            <a:custGeom>
              <a:avLst/>
              <a:gdLst/>
              <a:ahLst/>
              <a:cxnLst/>
              <a:rect l="0" t="0" r="r" b="b"/>
              <a:pathLst>
                <a:path w="2883" h="2627">
                  <a:moveTo>
                    <a:pt x="0" y="0"/>
                  </a:moveTo>
                  <a:lnTo>
                    <a:pt x="3" y="3"/>
                  </a:lnTo>
                  <a:lnTo>
                    <a:pt x="2102" y="2627"/>
                  </a:lnTo>
                  <a:lnTo>
                    <a:pt x="2883" y="2627"/>
                  </a:lnTo>
                  <a:lnTo>
                    <a:pt x="225" y="57"/>
                  </a:lnTo>
                  <a:lnTo>
                    <a:pt x="0" y="0"/>
                  </a:lnTo>
                  <a:close/>
                </a:path>
              </a:pathLst>
            </a:custGeom>
            <a:solidFill>
              <a:schemeClr val="accent1">
                <a:lumMod val="75000"/>
              </a:schemeClr>
            </a:solidFill>
            <a:ln>
              <a:noFill/>
            </a:ln>
          </p:spPr>
          <p:txBody>
            <a:bodyPr/>
            <a:lstStyle/>
            <a:p>
              <a:endParaRPr lang="en-US"/>
            </a:p>
          </p:txBody>
        </p:sp>
        <p:sp>
          <p:nvSpPr>
            <p:cNvPr id="29" name="Freeform 15">
              <a:extLst>
                <a:ext uri="{FF2B5EF4-FFF2-40B4-BE49-F238E27FC236}">
                  <a16:creationId xmlns:a16="http://schemas.microsoft.com/office/drawing/2014/main" id="{7505BF04-104D-4180-A284-42FCD6B04DD6}"/>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2928938" y="2578100"/>
              <a:ext cx="3584575" cy="4279900"/>
            </a:xfrm>
            <a:custGeom>
              <a:avLst/>
              <a:gdLst/>
              <a:ahLst/>
              <a:cxnLst/>
              <a:rect l="0" t="0" r="r" b="b"/>
              <a:pathLst>
                <a:path w="2258" h="2696">
                  <a:moveTo>
                    <a:pt x="2258" y="2696"/>
                  </a:moveTo>
                  <a:lnTo>
                    <a:pt x="264" y="111"/>
                  </a:lnTo>
                  <a:lnTo>
                    <a:pt x="228" y="60"/>
                  </a:lnTo>
                  <a:lnTo>
                    <a:pt x="225" y="57"/>
                  </a:lnTo>
                  <a:lnTo>
                    <a:pt x="0" y="0"/>
                  </a:lnTo>
                  <a:lnTo>
                    <a:pt x="0" y="3"/>
                  </a:lnTo>
                  <a:lnTo>
                    <a:pt x="1697" y="2696"/>
                  </a:lnTo>
                  <a:lnTo>
                    <a:pt x="2258" y="2696"/>
                  </a:lnTo>
                  <a:close/>
                </a:path>
              </a:pathLst>
            </a:custGeom>
            <a:solidFill>
              <a:srgbClr val="404040"/>
            </a:solidFill>
            <a:ln>
              <a:noFill/>
            </a:ln>
          </p:spPr>
          <p:txBody>
            <a:bodyPr/>
            <a:lstStyle/>
            <a:p>
              <a:endParaRPr lang="en-US"/>
            </a:p>
          </p:txBody>
        </p:sp>
      </p:grpSp>
      <p:sp>
        <p:nvSpPr>
          <p:cNvPr id="2" name="Title 1">
            <a:extLst>
              <a:ext uri="{FF2B5EF4-FFF2-40B4-BE49-F238E27FC236}">
                <a16:creationId xmlns:a16="http://schemas.microsoft.com/office/drawing/2014/main" id="{652CD06E-EB43-4697-A9C1-290232C3BAD6}"/>
              </a:ext>
            </a:extLst>
          </p:cNvPr>
          <p:cNvSpPr>
            <a:spLocks noGrp="1"/>
          </p:cNvSpPr>
          <p:nvPr>
            <p:ph type="ctrTitle"/>
          </p:nvPr>
        </p:nvSpPr>
        <p:spPr>
          <a:xfrm>
            <a:off x="473345" y="0"/>
            <a:ext cx="11604355" cy="1223994"/>
          </a:xfrm>
        </p:spPr>
        <p:txBody>
          <a:bodyPr>
            <a:noAutofit/>
          </a:bodyPr>
          <a:lstStyle/>
          <a:p>
            <a:pPr algn="l"/>
            <a:r>
              <a:rPr lang="en-US" sz="5400" b="1" dirty="0">
                <a:latin typeface="Mystical Woods Smooth Script" panose="02000500000000000000" pitchFamily="2" charset="0"/>
                <a:cs typeface="Cavolini" panose="03000502040302020204" pitchFamily="66" charset="0"/>
              </a:rPr>
              <a:t>Rendering Elements </a:t>
            </a:r>
            <a:r>
              <a:rPr lang="en-US" sz="2100" b="1" dirty="0">
                <a:latin typeface="Cavolini" panose="03000502040302020204" pitchFamily="66" charset="0"/>
                <a:cs typeface="Cavolini" panose="03000502040302020204" pitchFamily="66" charset="0"/>
              </a:rPr>
              <a:t>continued…</a:t>
            </a:r>
          </a:p>
        </p:txBody>
      </p:sp>
      <p:grpSp>
        <p:nvGrpSpPr>
          <p:cNvPr id="6" name="Group 5">
            <a:extLst>
              <a:ext uri="{FF2B5EF4-FFF2-40B4-BE49-F238E27FC236}">
                <a16:creationId xmlns:a16="http://schemas.microsoft.com/office/drawing/2014/main" id="{752A73B4-49EC-E765-1462-2A106F07C3D4}"/>
              </a:ext>
            </a:extLst>
          </p:cNvPr>
          <p:cNvGrpSpPr/>
          <p:nvPr/>
        </p:nvGrpSpPr>
        <p:grpSpPr>
          <a:xfrm>
            <a:off x="481809" y="1152868"/>
            <a:ext cx="8950321" cy="182880"/>
            <a:chOff x="1089027" y="1251583"/>
            <a:chExt cx="8950321" cy="182880"/>
          </a:xfrm>
        </p:grpSpPr>
        <p:cxnSp>
          <p:nvCxnSpPr>
            <p:cNvPr id="4" name="Straight Connector 3">
              <a:extLst>
                <a:ext uri="{FF2B5EF4-FFF2-40B4-BE49-F238E27FC236}">
                  <a16:creationId xmlns:a16="http://schemas.microsoft.com/office/drawing/2014/main" id="{1111542F-3245-DDEC-4B5A-7412E7DBE5FD}"/>
                </a:ext>
              </a:extLst>
            </p:cNvPr>
            <p:cNvCxnSpPr/>
            <p:nvPr/>
          </p:nvCxnSpPr>
          <p:spPr>
            <a:xfrm>
              <a:off x="1089027" y="1347537"/>
              <a:ext cx="8786493" cy="0"/>
            </a:xfrm>
            <a:prstGeom prst="line">
              <a:avLst/>
            </a:prstGeom>
            <a:ln w="38100">
              <a:solidFill>
                <a:srgbClr val="595959"/>
              </a:solidFill>
            </a:ln>
            <a:effectLst>
              <a:reflection blurRad="6350" stA="50000" endA="275" endPos="40000" dist="101600" dir="5400000" sy="-100000" algn="bl" rotWithShape="0"/>
              <a:softEdge rad="12700"/>
            </a:effectLst>
          </p:spPr>
          <p:style>
            <a:lnRef idx="3">
              <a:schemeClr val="dk1"/>
            </a:lnRef>
            <a:fillRef idx="0">
              <a:schemeClr val="dk1"/>
            </a:fillRef>
            <a:effectRef idx="2">
              <a:schemeClr val="dk1"/>
            </a:effectRef>
            <a:fontRef idx="minor">
              <a:schemeClr val="tx1"/>
            </a:fontRef>
          </p:style>
        </p:cxnSp>
        <p:sp>
          <p:nvSpPr>
            <p:cNvPr id="5" name="Flowchart: Connector 4">
              <a:extLst>
                <a:ext uri="{FF2B5EF4-FFF2-40B4-BE49-F238E27FC236}">
                  <a16:creationId xmlns:a16="http://schemas.microsoft.com/office/drawing/2014/main" id="{B2858492-B751-8ED7-57BE-708D61DDCF50}"/>
                </a:ext>
              </a:extLst>
            </p:cNvPr>
            <p:cNvSpPr/>
            <p:nvPr/>
          </p:nvSpPr>
          <p:spPr>
            <a:xfrm>
              <a:off x="9856468" y="1251583"/>
              <a:ext cx="182880" cy="182880"/>
            </a:xfrm>
            <a:prstGeom prst="flowChartConnector">
              <a:avLst/>
            </a:prstGeom>
            <a:ln>
              <a:noFill/>
            </a:ln>
            <a:effectLst>
              <a:outerShdw blurRad="50800" dist="38100" dir="2700000" algn="tl"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pic>
        <p:nvPicPr>
          <p:cNvPr id="3" name="Graphic 2" descr="Atom with solid fill">
            <a:extLst>
              <a:ext uri="{FF2B5EF4-FFF2-40B4-BE49-F238E27FC236}">
                <a16:creationId xmlns:a16="http://schemas.microsoft.com/office/drawing/2014/main" id="{77D1A364-80B2-DA98-6726-A7D3C518C811}"/>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473345" y="1484034"/>
            <a:ext cx="685800" cy="685800"/>
          </a:xfrm>
          <a:prstGeom prst="rect">
            <a:avLst/>
          </a:prstGeom>
        </p:spPr>
      </p:pic>
      <p:sp>
        <p:nvSpPr>
          <p:cNvPr id="8" name="TextBox 7">
            <a:extLst>
              <a:ext uri="{FF2B5EF4-FFF2-40B4-BE49-F238E27FC236}">
                <a16:creationId xmlns:a16="http://schemas.microsoft.com/office/drawing/2014/main" id="{D4ED547F-5481-5A84-025F-0747C12D7A3A}"/>
              </a:ext>
            </a:extLst>
          </p:cNvPr>
          <p:cNvSpPr txBox="1"/>
          <p:nvPr/>
        </p:nvSpPr>
        <p:spPr>
          <a:xfrm flipH="1">
            <a:off x="1250396" y="1619185"/>
            <a:ext cx="7596740" cy="415498"/>
          </a:xfrm>
          <a:prstGeom prst="rect">
            <a:avLst/>
          </a:prstGeom>
          <a:noFill/>
        </p:spPr>
        <p:txBody>
          <a:bodyPr wrap="square" rtlCol="0">
            <a:spAutoFit/>
          </a:bodyPr>
          <a:lstStyle/>
          <a:p>
            <a:pPr algn="l"/>
            <a:r>
              <a:rPr lang="en-US" sz="2100" b="1" i="0" dirty="0">
                <a:effectLst/>
                <a:latin typeface="Cavolini" panose="03000502040302020204" pitchFamily="66" charset="0"/>
                <a:cs typeface="Cavolini" panose="03000502040302020204" pitchFamily="66" charset="0"/>
              </a:rPr>
              <a:t>Updating the Rendered Element</a:t>
            </a:r>
          </a:p>
        </p:txBody>
      </p:sp>
      <p:sp>
        <p:nvSpPr>
          <p:cNvPr id="18" name="TextBox 17">
            <a:extLst>
              <a:ext uri="{FF2B5EF4-FFF2-40B4-BE49-F238E27FC236}">
                <a16:creationId xmlns:a16="http://schemas.microsoft.com/office/drawing/2014/main" id="{859C6102-89C3-D569-9EBF-32F47F919A89}"/>
              </a:ext>
            </a:extLst>
          </p:cNvPr>
          <p:cNvSpPr txBox="1"/>
          <p:nvPr/>
        </p:nvSpPr>
        <p:spPr>
          <a:xfrm>
            <a:off x="438666" y="2404214"/>
            <a:ext cx="11314668" cy="2677656"/>
          </a:xfrm>
          <a:prstGeom prst="rect">
            <a:avLst/>
          </a:prstGeom>
          <a:noFill/>
        </p:spPr>
        <p:txBody>
          <a:bodyPr wrap="square">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2100" b="1" i="0" u="none" strike="noStrike" cap="none" normalizeH="0" baseline="0" dirty="0">
                <a:ln>
                  <a:noFill/>
                </a:ln>
                <a:effectLst/>
                <a:latin typeface="Cavolini" panose="03000502040302020204" pitchFamily="66" charset="0"/>
                <a:cs typeface="Cavolini" panose="03000502040302020204" pitchFamily="66" charset="0"/>
              </a:rPr>
              <a:t>React elements are </a:t>
            </a:r>
            <a:r>
              <a:rPr lang="en-US" altLang="en-US" sz="2100" b="1" dirty="0">
                <a:latin typeface="Cavolini" panose="03000502040302020204" pitchFamily="66" charset="0"/>
                <a:cs typeface="Cavolini" panose="03000502040302020204" pitchFamily="66" charset="0"/>
              </a:rPr>
              <a:t>immutable</a:t>
            </a:r>
            <a:r>
              <a:rPr kumimoji="0" lang="en-US" altLang="en-US" sz="2100" b="1" i="0" u="none" strike="noStrike" cap="none" normalizeH="0" baseline="0" dirty="0">
                <a:ln>
                  <a:noFill/>
                </a:ln>
                <a:effectLst/>
                <a:latin typeface="Cavolini" panose="03000502040302020204" pitchFamily="66" charset="0"/>
                <a:cs typeface="Cavolini" panose="03000502040302020204" pitchFamily="66" charset="0"/>
              </a:rPr>
              <a:t>. Once you create an element, you can’t change its children or attributes. </a:t>
            </a:r>
          </a:p>
          <a:p>
            <a:pPr marL="0" marR="0" lvl="0" indent="0" algn="l" defTabSz="914400" rtl="0" eaLnBrk="0" fontAlgn="base" latinLnBrk="0" hangingPunct="0">
              <a:lnSpc>
                <a:spcPct val="100000"/>
              </a:lnSpc>
              <a:spcBef>
                <a:spcPct val="0"/>
              </a:spcBef>
              <a:spcAft>
                <a:spcPct val="0"/>
              </a:spcAft>
              <a:buClrTx/>
              <a:buSzTx/>
              <a:buFontTx/>
              <a:buNone/>
              <a:tabLst/>
            </a:pPr>
            <a:endParaRPr lang="en-US" altLang="en-US" sz="2100" b="1" dirty="0">
              <a:latin typeface="Cavolini" panose="03000502040302020204" pitchFamily="66" charset="0"/>
              <a:cs typeface="Cavolini" panose="03000502040302020204" pitchFamily="66" charset="0"/>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2100" b="1" i="0" u="none" strike="noStrike" cap="none" normalizeH="0" baseline="0" dirty="0">
                <a:ln>
                  <a:noFill/>
                </a:ln>
                <a:effectLst/>
                <a:latin typeface="Cavolini" panose="03000502040302020204" pitchFamily="66" charset="0"/>
                <a:cs typeface="Cavolini" panose="03000502040302020204" pitchFamily="66" charset="0"/>
              </a:rPr>
              <a:t>An element is like a single frame in a movie: it represents the UI at a certain point in time.</a:t>
            </a: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2100" b="1" i="0" u="none" strike="noStrike" cap="none" normalizeH="0" baseline="0" dirty="0">
              <a:ln>
                <a:noFill/>
              </a:ln>
              <a:effectLst/>
              <a:latin typeface="Cavolini" panose="03000502040302020204" pitchFamily="66" charset="0"/>
              <a:cs typeface="Cavolini" panose="03000502040302020204" pitchFamily="66" charset="0"/>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2100" b="1" i="0" u="none" strike="noStrike" cap="none" normalizeH="0" baseline="0" dirty="0">
                <a:ln>
                  <a:noFill/>
                </a:ln>
                <a:effectLst/>
                <a:latin typeface="Cavolini" panose="03000502040302020204" pitchFamily="66" charset="0"/>
                <a:cs typeface="Cavolini" panose="03000502040302020204" pitchFamily="66" charset="0"/>
              </a:rPr>
              <a:t>With our knowledge so far, the only way to update the UI is to create a new element, and pass it to </a:t>
            </a:r>
            <a:r>
              <a:rPr kumimoji="0" lang="en-US" altLang="en-US" sz="2100" b="1" i="0" u="none" strike="noStrike" cap="none" normalizeH="0" baseline="0" dirty="0" err="1">
                <a:ln>
                  <a:noFill/>
                </a:ln>
                <a:effectLst/>
                <a:latin typeface="Cavolini" panose="03000502040302020204" pitchFamily="66" charset="0"/>
                <a:cs typeface="Cavolini" panose="03000502040302020204" pitchFamily="66" charset="0"/>
              </a:rPr>
              <a:t>root.render</a:t>
            </a:r>
            <a:r>
              <a:rPr kumimoji="0" lang="en-US" altLang="en-US" sz="2100" b="1" i="0" u="none" strike="noStrike" cap="none" normalizeH="0" baseline="0" dirty="0">
                <a:ln>
                  <a:noFill/>
                </a:ln>
                <a:effectLst/>
                <a:latin typeface="Cavolini" panose="03000502040302020204" pitchFamily="66" charset="0"/>
                <a:cs typeface="Cavolini" panose="03000502040302020204" pitchFamily="66" charset="0"/>
              </a:rPr>
              <a:t>().</a:t>
            </a:r>
          </a:p>
        </p:txBody>
      </p:sp>
      <p:sp>
        <p:nvSpPr>
          <p:cNvPr id="9" name="Rectangle 2">
            <a:extLst>
              <a:ext uri="{FF2B5EF4-FFF2-40B4-BE49-F238E27FC236}">
                <a16:creationId xmlns:a16="http://schemas.microsoft.com/office/drawing/2014/main" id="{5F5CBF9A-7044-2D40-DD3D-6D5CD114F99B}"/>
              </a:ext>
            </a:extLst>
          </p:cNvPr>
          <p:cNvSpPr>
            <a:spLocks noChangeArrowheads="1"/>
          </p:cNvSpPr>
          <p:nvPr/>
        </p:nvSpPr>
        <p:spPr bwMode="auto">
          <a:xfrm>
            <a:off x="0" y="67017"/>
            <a:ext cx="65" cy="323165"/>
          </a:xfrm>
          <a:prstGeom prst="rect">
            <a:avLst/>
          </a:prstGeom>
          <a:solidFill>
            <a:srgbClr val="181A1B"/>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0" tIns="0" rIns="0" bIns="0" numCol="1" anchor="ctr"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2100" b="1" i="0" u="none" strike="noStrike" cap="none" normalizeH="0" baseline="0" dirty="0">
              <a:ln>
                <a:noFill/>
              </a:ln>
              <a:effectLst/>
              <a:latin typeface="Cavolini" panose="03000502040302020204" pitchFamily="66" charset="0"/>
              <a:cs typeface="Cavolini" panose="03000502040302020204" pitchFamily="66" charset="0"/>
            </a:endParaRPr>
          </a:p>
        </p:txBody>
      </p:sp>
    </p:spTree>
    <p:extLst>
      <p:ext uri="{BB962C8B-B14F-4D97-AF65-F5344CB8AC3E}">
        <p14:creationId xmlns:p14="http://schemas.microsoft.com/office/powerpoint/2010/main" val="4205040047"/>
      </p:ext>
    </p:extLst>
  </p:cSld>
  <p:clrMapOvr>
    <a:overrideClrMapping bg1="dk1" tx1="lt1" bg2="dk2" tx2="lt2" accent1="accent1" accent2="accent2" accent3="accent3" accent4="accent4" accent5="accent5" accent6="accent6" hlink="hlink" folHlink="folHlink"/>
  </p:clrMapOvr>
  <mc:AlternateContent xmlns:mc="http://schemas.openxmlformats.org/markup-compatibility/2006" xmlns:p159="http://schemas.microsoft.com/office/powerpoint/2015/09/main">
    <mc:Choice Requires="p159">
      <p:transition>
        <p159:morph option="byObject"/>
      </p:transition>
    </mc:Choice>
    <mc:Fallback xmlns="">
      <p:transition>
        <p:fade/>
      </p:transition>
    </mc:Fallback>
  </mc:AlternateContent>
</p:sld>
</file>

<file path=ppt/slides/slide11.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sp useBgFill="1">
        <p:nvSpPr>
          <p:cNvPr id="21" name="Rectangle 20">
            <a:extLst>
              <a:ext uri="{FF2B5EF4-FFF2-40B4-BE49-F238E27FC236}">
                <a16:creationId xmlns:a16="http://schemas.microsoft.com/office/drawing/2014/main" id="{E5A92FE9-DB05-4D0D-AF5A-BE8664B9FFB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grpSp>
        <p:nvGrpSpPr>
          <p:cNvPr id="23" name="Group 22">
            <a:extLst>
              <a:ext uri="{FF2B5EF4-FFF2-40B4-BE49-F238E27FC236}">
                <a16:creationId xmlns:a16="http://schemas.microsoft.com/office/drawing/2014/main" id="{53D9B26A-5143-49A7-BA98-D871D5BD719A}"/>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flipH="1">
            <a:off x="6526211" y="1"/>
            <a:ext cx="5014912" cy="6857999"/>
            <a:chOff x="2928938" y="-4763"/>
            <a:chExt cx="5014912" cy="6862763"/>
          </a:xfrm>
        </p:grpSpPr>
        <p:sp>
          <p:nvSpPr>
            <p:cNvPr id="24" name="Freeform 6">
              <a:extLst>
                <a:ext uri="{FF2B5EF4-FFF2-40B4-BE49-F238E27FC236}">
                  <a16:creationId xmlns:a16="http://schemas.microsoft.com/office/drawing/2014/main" id="{68B85E55-A2A1-4682-B891-F201358A92D5}"/>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3367088" y="-4763"/>
              <a:ext cx="1063625" cy="2782888"/>
            </a:xfrm>
            <a:custGeom>
              <a:avLst/>
              <a:gdLst/>
              <a:ahLst/>
              <a:cxnLst/>
              <a:rect l="0" t="0" r="r" b="b"/>
              <a:pathLst>
                <a:path w="670" h="1753">
                  <a:moveTo>
                    <a:pt x="0" y="1696"/>
                  </a:moveTo>
                  <a:lnTo>
                    <a:pt x="225" y="1753"/>
                  </a:lnTo>
                  <a:lnTo>
                    <a:pt x="670" y="0"/>
                  </a:lnTo>
                  <a:lnTo>
                    <a:pt x="430" y="0"/>
                  </a:lnTo>
                  <a:lnTo>
                    <a:pt x="0" y="1696"/>
                  </a:lnTo>
                  <a:close/>
                </a:path>
              </a:pathLst>
            </a:custGeom>
            <a:solidFill>
              <a:schemeClr val="accent1"/>
            </a:solidFill>
            <a:ln>
              <a:noFill/>
            </a:ln>
          </p:spPr>
          <p:txBody>
            <a:bodyPr/>
            <a:lstStyle/>
            <a:p>
              <a:endParaRPr lang="en-US"/>
            </a:p>
          </p:txBody>
        </p:sp>
        <p:sp>
          <p:nvSpPr>
            <p:cNvPr id="25" name="Freeform 7">
              <a:extLst>
                <a:ext uri="{FF2B5EF4-FFF2-40B4-BE49-F238E27FC236}">
                  <a16:creationId xmlns:a16="http://schemas.microsoft.com/office/drawing/2014/main" id="{45EF6EDB-9B5D-49E9-96FA-1AE08BF95E57}"/>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2928938" y="-4763"/>
              <a:ext cx="1035050" cy="2673350"/>
            </a:xfrm>
            <a:custGeom>
              <a:avLst/>
              <a:gdLst/>
              <a:ahLst/>
              <a:cxnLst/>
              <a:rect l="0" t="0" r="r" b="b"/>
              <a:pathLst>
                <a:path w="652" h="1684">
                  <a:moveTo>
                    <a:pt x="225" y="1684"/>
                  </a:moveTo>
                  <a:lnTo>
                    <a:pt x="652" y="0"/>
                  </a:lnTo>
                  <a:lnTo>
                    <a:pt x="411" y="0"/>
                  </a:lnTo>
                  <a:lnTo>
                    <a:pt x="0" y="1627"/>
                  </a:lnTo>
                  <a:lnTo>
                    <a:pt x="219" y="1681"/>
                  </a:lnTo>
                  <a:lnTo>
                    <a:pt x="225" y="1684"/>
                  </a:lnTo>
                  <a:close/>
                </a:path>
              </a:pathLst>
            </a:custGeom>
            <a:solidFill>
              <a:srgbClr val="595959"/>
            </a:solidFill>
            <a:ln>
              <a:noFill/>
            </a:ln>
          </p:spPr>
          <p:txBody>
            <a:bodyPr/>
            <a:lstStyle/>
            <a:p>
              <a:endParaRPr lang="en-US"/>
            </a:p>
          </p:txBody>
        </p:sp>
        <p:sp>
          <p:nvSpPr>
            <p:cNvPr id="26" name="Freeform 12">
              <a:extLst>
                <a:ext uri="{FF2B5EF4-FFF2-40B4-BE49-F238E27FC236}">
                  <a16:creationId xmlns:a16="http://schemas.microsoft.com/office/drawing/2014/main" id="{38338226-D6E2-4EEE-B271-DB4BD096DBA1}"/>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2928938" y="2582862"/>
              <a:ext cx="2693987" cy="4275138"/>
            </a:xfrm>
            <a:custGeom>
              <a:avLst/>
              <a:gdLst/>
              <a:ahLst/>
              <a:cxnLst/>
              <a:rect l="0" t="0" r="r" b="b"/>
              <a:pathLst>
                <a:path w="1697" h="2693">
                  <a:moveTo>
                    <a:pt x="0" y="0"/>
                  </a:moveTo>
                  <a:lnTo>
                    <a:pt x="1622" y="2693"/>
                  </a:lnTo>
                  <a:lnTo>
                    <a:pt x="1697" y="2693"/>
                  </a:lnTo>
                  <a:lnTo>
                    <a:pt x="0" y="0"/>
                  </a:lnTo>
                  <a:close/>
                </a:path>
              </a:pathLst>
            </a:custGeom>
            <a:solidFill>
              <a:srgbClr val="262626"/>
            </a:solidFill>
            <a:ln>
              <a:noFill/>
            </a:ln>
          </p:spPr>
          <p:txBody>
            <a:bodyPr/>
            <a:lstStyle/>
            <a:p>
              <a:endParaRPr lang="en-US"/>
            </a:p>
          </p:txBody>
        </p:sp>
        <p:sp>
          <p:nvSpPr>
            <p:cNvPr id="27" name="Freeform 13">
              <a:extLst>
                <a:ext uri="{FF2B5EF4-FFF2-40B4-BE49-F238E27FC236}">
                  <a16:creationId xmlns:a16="http://schemas.microsoft.com/office/drawing/2014/main" id="{4878FB48-17B3-4A11-8025-DE0945CD4E71}"/>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3371850" y="2692400"/>
              <a:ext cx="3332162" cy="4165600"/>
            </a:xfrm>
            <a:custGeom>
              <a:avLst/>
              <a:gdLst/>
              <a:ahLst/>
              <a:cxnLst/>
              <a:rect l="0" t="0" r="r" b="b"/>
              <a:pathLst>
                <a:path w="2099" h="2624">
                  <a:moveTo>
                    <a:pt x="2099" y="2624"/>
                  </a:moveTo>
                  <a:lnTo>
                    <a:pt x="0" y="0"/>
                  </a:lnTo>
                  <a:lnTo>
                    <a:pt x="2021" y="2624"/>
                  </a:lnTo>
                  <a:lnTo>
                    <a:pt x="2099" y="2624"/>
                  </a:lnTo>
                  <a:close/>
                </a:path>
              </a:pathLst>
            </a:custGeom>
            <a:solidFill>
              <a:schemeClr val="accent1">
                <a:lumMod val="50000"/>
              </a:schemeClr>
            </a:solidFill>
            <a:ln>
              <a:noFill/>
            </a:ln>
          </p:spPr>
          <p:txBody>
            <a:bodyPr/>
            <a:lstStyle/>
            <a:p>
              <a:endParaRPr lang="en-US"/>
            </a:p>
          </p:txBody>
        </p:sp>
        <p:sp>
          <p:nvSpPr>
            <p:cNvPr id="28" name="Freeform 14">
              <a:extLst>
                <a:ext uri="{FF2B5EF4-FFF2-40B4-BE49-F238E27FC236}">
                  <a16:creationId xmlns:a16="http://schemas.microsoft.com/office/drawing/2014/main" id="{4150A21C-DD6D-4D3C-9E95-7A3CA263BEB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3367088" y="2687637"/>
              <a:ext cx="4576762" cy="4170363"/>
            </a:xfrm>
            <a:custGeom>
              <a:avLst/>
              <a:gdLst/>
              <a:ahLst/>
              <a:cxnLst/>
              <a:rect l="0" t="0" r="r" b="b"/>
              <a:pathLst>
                <a:path w="2883" h="2627">
                  <a:moveTo>
                    <a:pt x="0" y="0"/>
                  </a:moveTo>
                  <a:lnTo>
                    <a:pt x="3" y="3"/>
                  </a:lnTo>
                  <a:lnTo>
                    <a:pt x="2102" y="2627"/>
                  </a:lnTo>
                  <a:lnTo>
                    <a:pt x="2883" y="2627"/>
                  </a:lnTo>
                  <a:lnTo>
                    <a:pt x="225" y="57"/>
                  </a:lnTo>
                  <a:lnTo>
                    <a:pt x="0" y="0"/>
                  </a:lnTo>
                  <a:close/>
                </a:path>
              </a:pathLst>
            </a:custGeom>
            <a:solidFill>
              <a:schemeClr val="accent1">
                <a:lumMod val="75000"/>
              </a:schemeClr>
            </a:solidFill>
            <a:ln>
              <a:noFill/>
            </a:ln>
          </p:spPr>
          <p:txBody>
            <a:bodyPr/>
            <a:lstStyle/>
            <a:p>
              <a:endParaRPr lang="en-US"/>
            </a:p>
          </p:txBody>
        </p:sp>
        <p:sp>
          <p:nvSpPr>
            <p:cNvPr id="29" name="Freeform 15">
              <a:extLst>
                <a:ext uri="{FF2B5EF4-FFF2-40B4-BE49-F238E27FC236}">
                  <a16:creationId xmlns:a16="http://schemas.microsoft.com/office/drawing/2014/main" id="{7505BF04-104D-4180-A284-42FCD6B04DD6}"/>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2928938" y="2578100"/>
              <a:ext cx="3584575" cy="4279900"/>
            </a:xfrm>
            <a:custGeom>
              <a:avLst/>
              <a:gdLst/>
              <a:ahLst/>
              <a:cxnLst/>
              <a:rect l="0" t="0" r="r" b="b"/>
              <a:pathLst>
                <a:path w="2258" h="2696">
                  <a:moveTo>
                    <a:pt x="2258" y="2696"/>
                  </a:moveTo>
                  <a:lnTo>
                    <a:pt x="264" y="111"/>
                  </a:lnTo>
                  <a:lnTo>
                    <a:pt x="228" y="60"/>
                  </a:lnTo>
                  <a:lnTo>
                    <a:pt x="225" y="57"/>
                  </a:lnTo>
                  <a:lnTo>
                    <a:pt x="0" y="0"/>
                  </a:lnTo>
                  <a:lnTo>
                    <a:pt x="0" y="3"/>
                  </a:lnTo>
                  <a:lnTo>
                    <a:pt x="1697" y="2696"/>
                  </a:lnTo>
                  <a:lnTo>
                    <a:pt x="2258" y="2696"/>
                  </a:lnTo>
                  <a:close/>
                </a:path>
              </a:pathLst>
            </a:custGeom>
            <a:solidFill>
              <a:srgbClr val="404040"/>
            </a:solidFill>
            <a:ln>
              <a:noFill/>
            </a:ln>
          </p:spPr>
          <p:txBody>
            <a:bodyPr/>
            <a:lstStyle/>
            <a:p>
              <a:endParaRPr lang="en-US"/>
            </a:p>
          </p:txBody>
        </p:sp>
      </p:grpSp>
      <p:sp>
        <p:nvSpPr>
          <p:cNvPr id="2" name="Title 1">
            <a:extLst>
              <a:ext uri="{FF2B5EF4-FFF2-40B4-BE49-F238E27FC236}">
                <a16:creationId xmlns:a16="http://schemas.microsoft.com/office/drawing/2014/main" id="{652CD06E-EB43-4697-A9C1-290232C3BAD6}"/>
              </a:ext>
            </a:extLst>
          </p:cNvPr>
          <p:cNvSpPr>
            <a:spLocks noGrp="1"/>
          </p:cNvSpPr>
          <p:nvPr>
            <p:ph type="ctrTitle"/>
          </p:nvPr>
        </p:nvSpPr>
        <p:spPr>
          <a:xfrm>
            <a:off x="473345" y="0"/>
            <a:ext cx="11604355" cy="1223994"/>
          </a:xfrm>
        </p:spPr>
        <p:txBody>
          <a:bodyPr>
            <a:noAutofit/>
          </a:bodyPr>
          <a:lstStyle/>
          <a:p>
            <a:pPr algn="l"/>
            <a:r>
              <a:rPr lang="en-US" sz="5400" b="1" dirty="0">
                <a:latin typeface="Mystical Woods Smooth Script" panose="02000500000000000000" pitchFamily="2" charset="0"/>
                <a:cs typeface="Cavolini" panose="03000502040302020204" pitchFamily="66" charset="0"/>
              </a:rPr>
              <a:t>Rendering Elements </a:t>
            </a:r>
            <a:r>
              <a:rPr lang="en-US" sz="2100" b="1" dirty="0">
                <a:latin typeface="Cavolini" panose="03000502040302020204" pitchFamily="66" charset="0"/>
                <a:cs typeface="Cavolini" panose="03000502040302020204" pitchFamily="66" charset="0"/>
              </a:rPr>
              <a:t>continued…</a:t>
            </a:r>
            <a:endParaRPr lang="en-US" sz="5400" b="1" dirty="0">
              <a:latin typeface="Mystical Woods Smooth Script" panose="02000500000000000000" pitchFamily="2" charset="0"/>
              <a:cs typeface="Cavolini" panose="03000502040302020204" pitchFamily="66" charset="0"/>
            </a:endParaRPr>
          </a:p>
        </p:txBody>
      </p:sp>
      <p:grpSp>
        <p:nvGrpSpPr>
          <p:cNvPr id="6" name="Group 5">
            <a:extLst>
              <a:ext uri="{FF2B5EF4-FFF2-40B4-BE49-F238E27FC236}">
                <a16:creationId xmlns:a16="http://schemas.microsoft.com/office/drawing/2014/main" id="{752A73B4-49EC-E765-1462-2A106F07C3D4}"/>
              </a:ext>
            </a:extLst>
          </p:cNvPr>
          <p:cNvGrpSpPr/>
          <p:nvPr/>
        </p:nvGrpSpPr>
        <p:grpSpPr>
          <a:xfrm>
            <a:off x="481809" y="1152868"/>
            <a:ext cx="8950321" cy="182880"/>
            <a:chOff x="1089027" y="1251583"/>
            <a:chExt cx="8950321" cy="182880"/>
          </a:xfrm>
        </p:grpSpPr>
        <p:cxnSp>
          <p:nvCxnSpPr>
            <p:cNvPr id="4" name="Straight Connector 3">
              <a:extLst>
                <a:ext uri="{FF2B5EF4-FFF2-40B4-BE49-F238E27FC236}">
                  <a16:creationId xmlns:a16="http://schemas.microsoft.com/office/drawing/2014/main" id="{1111542F-3245-DDEC-4B5A-7412E7DBE5FD}"/>
                </a:ext>
              </a:extLst>
            </p:cNvPr>
            <p:cNvCxnSpPr/>
            <p:nvPr/>
          </p:nvCxnSpPr>
          <p:spPr>
            <a:xfrm>
              <a:off x="1089027" y="1347537"/>
              <a:ext cx="8786493" cy="0"/>
            </a:xfrm>
            <a:prstGeom prst="line">
              <a:avLst/>
            </a:prstGeom>
            <a:ln w="38100">
              <a:solidFill>
                <a:srgbClr val="595959"/>
              </a:solidFill>
            </a:ln>
            <a:effectLst>
              <a:reflection blurRad="6350" stA="50000" endA="275" endPos="40000" dist="101600" dir="5400000" sy="-100000" algn="bl" rotWithShape="0"/>
              <a:softEdge rad="12700"/>
            </a:effectLst>
          </p:spPr>
          <p:style>
            <a:lnRef idx="3">
              <a:schemeClr val="dk1"/>
            </a:lnRef>
            <a:fillRef idx="0">
              <a:schemeClr val="dk1"/>
            </a:fillRef>
            <a:effectRef idx="2">
              <a:schemeClr val="dk1"/>
            </a:effectRef>
            <a:fontRef idx="minor">
              <a:schemeClr val="tx1"/>
            </a:fontRef>
          </p:style>
        </p:cxnSp>
        <p:sp>
          <p:nvSpPr>
            <p:cNvPr id="5" name="Flowchart: Connector 4">
              <a:extLst>
                <a:ext uri="{FF2B5EF4-FFF2-40B4-BE49-F238E27FC236}">
                  <a16:creationId xmlns:a16="http://schemas.microsoft.com/office/drawing/2014/main" id="{B2858492-B751-8ED7-57BE-708D61DDCF50}"/>
                </a:ext>
              </a:extLst>
            </p:cNvPr>
            <p:cNvSpPr/>
            <p:nvPr/>
          </p:nvSpPr>
          <p:spPr>
            <a:xfrm>
              <a:off x="9856468" y="1251583"/>
              <a:ext cx="182880" cy="182880"/>
            </a:xfrm>
            <a:prstGeom prst="flowChartConnector">
              <a:avLst/>
            </a:prstGeom>
            <a:ln>
              <a:noFill/>
            </a:ln>
            <a:effectLst>
              <a:outerShdw blurRad="50800" dist="38100" dir="2700000" algn="tl"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7" name="TextBox 6">
            <a:extLst>
              <a:ext uri="{FF2B5EF4-FFF2-40B4-BE49-F238E27FC236}">
                <a16:creationId xmlns:a16="http://schemas.microsoft.com/office/drawing/2014/main" id="{E9009C35-E6AA-8762-6F34-87778CA11A60}"/>
              </a:ext>
            </a:extLst>
          </p:cNvPr>
          <p:cNvSpPr txBox="1"/>
          <p:nvPr/>
        </p:nvSpPr>
        <p:spPr>
          <a:xfrm>
            <a:off x="390747" y="1438763"/>
            <a:ext cx="9795244" cy="415498"/>
          </a:xfrm>
          <a:prstGeom prst="rect">
            <a:avLst/>
          </a:prstGeom>
          <a:noFill/>
        </p:spPr>
        <p:txBody>
          <a:bodyPr wrap="square">
            <a:spAutoFit/>
          </a:bodyPr>
          <a:lstStyle/>
          <a:p>
            <a:pPr algn="l"/>
            <a:r>
              <a:rPr lang="en-US" sz="2100" b="1" i="0" dirty="0">
                <a:effectLst/>
                <a:latin typeface="Cavolini" panose="03000502040302020204" pitchFamily="66" charset="0"/>
                <a:cs typeface="Cavolini" panose="03000502040302020204" pitchFamily="66" charset="0"/>
              </a:rPr>
              <a:t>Consider this ticking clock example:</a:t>
            </a:r>
          </a:p>
        </p:txBody>
      </p:sp>
      <p:sp>
        <p:nvSpPr>
          <p:cNvPr id="8" name="TextBox 7">
            <a:extLst>
              <a:ext uri="{FF2B5EF4-FFF2-40B4-BE49-F238E27FC236}">
                <a16:creationId xmlns:a16="http://schemas.microsoft.com/office/drawing/2014/main" id="{25174B4A-1FA2-B7EA-253F-AD35CF305DF4}"/>
              </a:ext>
            </a:extLst>
          </p:cNvPr>
          <p:cNvSpPr txBox="1"/>
          <p:nvPr/>
        </p:nvSpPr>
        <p:spPr>
          <a:xfrm>
            <a:off x="390747" y="1873298"/>
            <a:ext cx="10550155" cy="3416320"/>
          </a:xfrm>
          <a:prstGeom prst="rect">
            <a:avLst/>
          </a:prstGeom>
          <a:noFill/>
        </p:spPr>
        <p:txBody>
          <a:bodyPr wrap="square">
            <a:spAutoFit/>
          </a:bodyPr>
          <a:lstStyle/>
          <a:p>
            <a:r>
              <a:rPr lang="en-US" b="1" dirty="0">
                <a:solidFill>
                  <a:srgbClr val="FEDE5D"/>
                </a:solidFill>
                <a:effectLst/>
                <a:latin typeface="Cascadia Code" panose="020B0609020000020004" pitchFamily="49" charset="0"/>
              </a:rPr>
              <a:t>const</a:t>
            </a:r>
            <a:r>
              <a:rPr lang="en-US" b="1" dirty="0">
                <a:solidFill>
                  <a:srgbClr val="BBBBBB"/>
                </a:solidFill>
                <a:effectLst/>
                <a:latin typeface="Cascadia Code" panose="020B0609020000020004" pitchFamily="49" charset="0"/>
              </a:rPr>
              <a:t> </a:t>
            </a:r>
            <a:r>
              <a:rPr lang="en-US" b="1" dirty="0">
                <a:solidFill>
                  <a:srgbClr val="FF7EDB"/>
                </a:solidFill>
                <a:effectLst/>
                <a:latin typeface="Cascadia Code" panose="020B0609020000020004" pitchFamily="49" charset="0"/>
              </a:rPr>
              <a:t>root</a:t>
            </a:r>
            <a:r>
              <a:rPr lang="en-US" b="1" dirty="0">
                <a:solidFill>
                  <a:srgbClr val="BBBBBB"/>
                </a:solidFill>
                <a:effectLst/>
                <a:latin typeface="Cascadia Code" panose="020B0609020000020004" pitchFamily="49" charset="0"/>
              </a:rPr>
              <a:t> </a:t>
            </a:r>
            <a:r>
              <a:rPr lang="en-US" b="1" dirty="0">
                <a:solidFill>
                  <a:srgbClr val="FFFFFF"/>
                </a:solidFill>
                <a:effectLst/>
                <a:latin typeface="Cascadia Code" panose="020B0609020000020004" pitchFamily="49" charset="0"/>
              </a:rPr>
              <a:t>=</a:t>
            </a:r>
            <a:r>
              <a:rPr lang="en-US" b="1" dirty="0">
                <a:solidFill>
                  <a:srgbClr val="BBBBBB"/>
                </a:solidFill>
                <a:effectLst/>
                <a:latin typeface="Cascadia Code" panose="020B0609020000020004" pitchFamily="49" charset="0"/>
              </a:rPr>
              <a:t> </a:t>
            </a:r>
            <a:r>
              <a:rPr lang="en-US" b="1" dirty="0" err="1">
                <a:solidFill>
                  <a:srgbClr val="FF7EDB"/>
                </a:solidFill>
                <a:effectLst/>
                <a:latin typeface="Cascadia Code" panose="020B0609020000020004" pitchFamily="49" charset="0"/>
              </a:rPr>
              <a:t>ReactDOM</a:t>
            </a:r>
            <a:r>
              <a:rPr lang="en-US" b="1" dirty="0" err="1">
                <a:solidFill>
                  <a:srgbClr val="BBBBBB"/>
                </a:solidFill>
                <a:effectLst/>
                <a:latin typeface="Cascadia Code" panose="020B0609020000020004" pitchFamily="49" charset="0"/>
              </a:rPr>
              <a:t>.</a:t>
            </a:r>
            <a:r>
              <a:rPr lang="en-US" b="1" dirty="0" err="1">
                <a:solidFill>
                  <a:srgbClr val="36F9F6"/>
                </a:solidFill>
                <a:effectLst/>
                <a:latin typeface="Cascadia Code" panose="020B0609020000020004" pitchFamily="49" charset="0"/>
              </a:rPr>
              <a:t>createRoot</a:t>
            </a:r>
            <a:r>
              <a:rPr lang="en-US" b="1" dirty="0">
                <a:solidFill>
                  <a:srgbClr val="BBBBBB"/>
                </a:solidFill>
                <a:effectLst/>
                <a:latin typeface="Cascadia Code" panose="020B0609020000020004" pitchFamily="49" charset="0"/>
              </a:rPr>
              <a:t>(</a:t>
            </a:r>
            <a:r>
              <a:rPr lang="en-US" b="1" dirty="0" err="1">
                <a:solidFill>
                  <a:srgbClr val="FF7EDB"/>
                </a:solidFill>
                <a:effectLst/>
                <a:latin typeface="Cascadia Code" panose="020B0609020000020004" pitchFamily="49" charset="0"/>
              </a:rPr>
              <a:t>document</a:t>
            </a:r>
            <a:r>
              <a:rPr lang="en-US" b="1" dirty="0" err="1">
                <a:solidFill>
                  <a:srgbClr val="BBBBBB"/>
                </a:solidFill>
                <a:effectLst/>
                <a:latin typeface="Cascadia Code" panose="020B0609020000020004" pitchFamily="49" charset="0"/>
              </a:rPr>
              <a:t>.</a:t>
            </a:r>
            <a:r>
              <a:rPr lang="en-US" b="1" dirty="0" err="1">
                <a:solidFill>
                  <a:srgbClr val="36F9F6"/>
                </a:solidFill>
                <a:effectLst/>
                <a:latin typeface="Cascadia Code" panose="020B0609020000020004" pitchFamily="49" charset="0"/>
              </a:rPr>
              <a:t>getElementById</a:t>
            </a:r>
            <a:r>
              <a:rPr lang="en-US" b="1" dirty="0">
                <a:solidFill>
                  <a:srgbClr val="BBBBBB"/>
                </a:solidFill>
                <a:effectLst/>
                <a:latin typeface="Cascadia Code" panose="020B0609020000020004" pitchFamily="49" charset="0"/>
              </a:rPr>
              <a:t>(</a:t>
            </a:r>
            <a:r>
              <a:rPr lang="en-US" b="1" dirty="0">
                <a:solidFill>
                  <a:srgbClr val="FF8B39"/>
                </a:solidFill>
                <a:effectLst/>
                <a:latin typeface="Cascadia Code" panose="020B0609020000020004" pitchFamily="49" charset="0"/>
              </a:rPr>
              <a:t>"root"</a:t>
            </a:r>
            <a:r>
              <a:rPr lang="en-US" b="1" dirty="0">
                <a:solidFill>
                  <a:srgbClr val="BBBBBB"/>
                </a:solidFill>
                <a:effectLst/>
                <a:latin typeface="Cascadia Code" panose="020B0609020000020004" pitchFamily="49" charset="0"/>
              </a:rPr>
              <a:t>));</a:t>
            </a:r>
          </a:p>
          <a:p>
            <a:br>
              <a:rPr lang="en-US" b="1" dirty="0">
                <a:solidFill>
                  <a:srgbClr val="BBBBBB"/>
                </a:solidFill>
                <a:effectLst/>
                <a:latin typeface="Cascadia Code" panose="020B0609020000020004" pitchFamily="49" charset="0"/>
              </a:rPr>
            </a:br>
            <a:r>
              <a:rPr lang="en-US" b="1" dirty="0">
                <a:solidFill>
                  <a:srgbClr val="FEDE5D"/>
                </a:solidFill>
                <a:effectLst/>
                <a:latin typeface="Cascadia Code" panose="020B0609020000020004" pitchFamily="49" charset="0"/>
              </a:rPr>
              <a:t>function</a:t>
            </a:r>
            <a:r>
              <a:rPr lang="en-US" b="1" dirty="0">
                <a:solidFill>
                  <a:srgbClr val="BBBBBB"/>
                </a:solidFill>
                <a:effectLst/>
                <a:latin typeface="Cascadia Code" panose="020B0609020000020004" pitchFamily="49" charset="0"/>
              </a:rPr>
              <a:t> </a:t>
            </a:r>
            <a:r>
              <a:rPr lang="en-US" b="1" dirty="0">
                <a:solidFill>
                  <a:srgbClr val="36F9F6"/>
                </a:solidFill>
                <a:effectLst/>
                <a:latin typeface="Cascadia Code" panose="020B0609020000020004" pitchFamily="49" charset="0"/>
              </a:rPr>
              <a:t>tick</a:t>
            </a:r>
            <a:r>
              <a:rPr lang="en-US" b="1" dirty="0">
                <a:solidFill>
                  <a:srgbClr val="BBBBBB"/>
                </a:solidFill>
                <a:effectLst/>
                <a:latin typeface="Cascadia Code" panose="020B0609020000020004" pitchFamily="49" charset="0"/>
              </a:rPr>
              <a:t>() {</a:t>
            </a:r>
          </a:p>
          <a:p>
            <a:r>
              <a:rPr lang="en-US" b="1" dirty="0">
                <a:solidFill>
                  <a:srgbClr val="BBBBBB"/>
                </a:solidFill>
                <a:effectLst/>
                <a:latin typeface="Cascadia Code" panose="020B0609020000020004" pitchFamily="49" charset="0"/>
              </a:rPr>
              <a:t>  </a:t>
            </a:r>
            <a:r>
              <a:rPr lang="en-US" b="1" dirty="0">
                <a:solidFill>
                  <a:srgbClr val="FEDE5D"/>
                </a:solidFill>
                <a:effectLst/>
                <a:latin typeface="Cascadia Code" panose="020B0609020000020004" pitchFamily="49" charset="0"/>
              </a:rPr>
              <a:t>const</a:t>
            </a:r>
            <a:r>
              <a:rPr lang="en-US" b="1" dirty="0">
                <a:solidFill>
                  <a:srgbClr val="BBBBBB"/>
                </a:solidFill>
                <a:effectLst/>
                <a:latin typeface="Cascadia Code" panose="020B0609020000020004" pitchFamily="49" charset="0"/>
              </a:rPr>
              <a:t> </a:t>
            </a:r>
            <a:r>
              <a:rPr lang="en-US" b="1" dirty="0">
                <a:solidFill>
                  <a:srgbClr val="FF7EDB"/>
                </a:solidFill>
                <a:effectLst/>
                <a:latin typeface="Cascadia Code" panose="020B0609020000020004" pitchFamily="49" charset="0"/>
              </a:rPr>
              <a:t>element</a:t>
            </a:r>
            <a:r>
              <a:rPr lang="en-US" b="1" dirty="0">
                <a:solidFill>
                  <a:srgbClr val="BBBBBB"/>
                </a:solidFill>
                <a:effectLst/>
                <a:latin typeface="Cascadia Code" panose="020B0609020000020004" pitchFamily="49" charset="0"/>
              </a:rPr>
              <a:t> </a:t>
            </a:r>
            <a:r>
              <a:rPr lang="en-US" b="1" dirty="0">
                <a:solidFill>
                  <a:srgbClr val="FFFFFF"/>
                </a:solidFill>
                <a:effectLst/>
                <a:latin typeface="Cascadia Code" panose="020B0609020000020004" pitchFamily="49" charset="0"/>
              </a:rPr>
              <a:t>=</a:t>
            </a:r>
            <a:r>
              <a:rPr lang="en-US" b="1" dirty="0">
                <a:solidFill>
                  <a:srgbClr val="BBBBBB"/>
                </a:solidFill>
                <a:effectLst/>
                <a:latin typeface="Cascadia Code" panose="020B0609020000020004" pitchFamily="49" charset="0"/>
              </a:rPr>
              <a:t> (</a:t>
            </a:r>
          </a:p>
          <a:p>
            <a:r>
              <a:rPr lang="en-US" b="1" dirty="0">
                <a:solidFill>
                  <a:srgbClr val="BBBBBB"/>
                </a:solidFill>
                <a:effectLst/>
                <a:latin typeface="Cascadia Code" panose="020B0609020000020004" pitchFamily="49" charset="0"/>
              </a:rPr>
              <a:t>    </a:t>
            </a:r>
            <a:r>
              <a:rPr lang="en-US" b="1" dirty="0">
                <a:solidFill>
                  <a:srgbClr val="36F9F6"/>
                </a:solidFill>
                <a:effectLst/>
                <a:latin typeface="Cascadia Code" panose="020B0609020000020004" pitchFamily="49" charset="0"/>
              </a:rPr>
              <a:t>&lt;</a:t>
            </a:r>
            <a:r>
              <a:rPr lang="en-US" b="1" dirty="0">
                <a:solidFill>
                  <a:srgbClr val="72F1B8"/>
                </a:solidFill>
                <a:effectLst/>
                <a:latin typeface="Cascadia Code" panose="020B0609020000020004" pitchFamily="49" charset="0"/>
              </a:rPr>
              <a:t>div</a:t>
            </a:r>
            <a:r>
              <a:rPr lang="en-US" b="1" dirty="0">
                <a:solidFill>
                  <a:srgbClr val="36F9F6"/>
                </a:solidFill>
                <a:effectLst/>
                <a:latin typeface="Cascadia Code" panose="020B0609020000020004" pitchFamily="49" charset="0"/>
              </a:rPr>
              <a:t>&gt;</a:t>
            </a:r>
            <a:endParaRPr lang="en-US" b="1" dirty="0">
              <a:solidFill>
                <a:srgbClr val="BBBBBB"/>
              </a:solidFill>
              <a:effectLst/>
              <a:latin typeface="Cascadia Code" panose="020B0609020000020004" pitchFamily="49" charset="0"/>
            </a:endParaRPr>
          </a:p>
          <a:p>
            <a:r>
              <a:rPr lang="en-US" b="1">
                <a:solidFill>
                  <a:srgbClr val="BBBBBB"/>
                </a:solidFill>
                <a:effectLst/>
                <a:latin typeface="Cascadia Code" panose="020B0609020000020004" pitchFamily="49" charset="0"/>
              </a:rPr>
              <a:t>      </a:t>
            </a:r>
            <a:r>
              <a:rPr lang="en-US" b="1" dirty="0">
                <a:solidFill>
                  <a:srgbClr val="36F9F6"/>
                </a:solidFill>
                <a:effectLst/>
                <a:latin typeface="Cascadia Code" panose="020B0609020000020004" pitchFamily="49" charset="0"/>
              </a:rPr>
              <a:t>&lt;</a:t>
            </a:r>
            <a:r>
              <a:rPr lang="en-US" b="1" dirty="0">
                <a:solidFill>
                  <a:srgbClr val="72F1B8"/>
                </a:solidFill>
                <a:effectLst/>
                <a:latin typeface="Cascadia Code" panose="020B0609020000020004" pitchFamily="49" charset="0"/>
              </a:rPr>
              <a:t>h2</a:t>
            </a:r>
            <a:r>
              <a:rPr lang="en-US" b="1" dirty="0">
                <a:solidFill>
                  <a:srgbClr val="36F9F6"/>
                </a:solidFill>
                <a:effectLst/>
                <a:latin typeface="Cascadia Code" panose="020B0609020000020004" pitchFamily="49" charset="0"/>
              </a:rPr>
              <a:t>&gt;</a:t>
            </a:r>
            <a:r>
              <a:rPr lang="en-US" b="1" dirty="0">
                <a:solidFill>
                  <a:srgbClr val="BBBBBB"/>
                </a:solidFill>
                <a:effectLst/>
                <a:latin typeface="Cascadia Code" panose="020B0609020000020004" pitchFamily="49" charset="0"/>
              </a:rPr>
              <a:t>It Is </a:t>
            </a:r>
            <a:r>
              <a:rPr lang="en-US" b="1" dirty="0">
                <a:solidFill>
                  <a:srgbClr val="FEDE5D"/>
                </a:solidFill>
                <a:effectLst/>
                <a:latin typeface="Cascadia Code" panose="020B0609020000020004" pitchFamily="49" charset="0"/>
              </a:rPr>
              <a:t>{new</a:t>
            </a:r>
            <a:r>
              <a:rPr lang="en-US" b="1" dirty="0">
                <a:solidFill>
                  <a:srgbClr val="BBBBBB"/>
                </a:solidFill>
                <a:effectLst/>
                <a:latin typeface="Cascadia Code" panose="020B0609020000020004" pitchFamily="49" charset="0"/>
              </a:rPr>
              <a:t> </a:t>
            </a:r>
            <a:r>
              <a:rPr lang="en-US" b="1" dirty="0">
                <a:solidFill>
                  <a:srgbClr val="FE4450"/>
                </a:solidFill>
                <a:effectLst/>
                <a:latin typeface="Cascadia Code" panose="020B0609020000020004" pitchFamily="49" charset="0"/>
              </a:rPr>
              <a:t>Date</a:t>
            </a:r>
            <a:r>
              <a:rPr lang="en-US" b="1" dirty="0">
                <a:solidFill>
                  <a:srgbClr val="BBBBBB"/>
                </a:solidFill>
                <a:effectLst/>
                <a:latin typeface="Cascadia Code" panose="020B0609020000020004" pitchFamily="49" charset="0"/>
              </a:rPr>
              <a:t>().</a:t>
            </a:r>
            <a:r>
              <a:rPr lang="en-US" b="1" dirty="0" err="1">
                <a:solidFill>
                  <a:srgbClr val="36F9F6"/>
                </a:solidFill>
                <a:effectLst/>
                <a:latin typeface="Cascadia Code" panose="020B0609020000020004" pitchFamily="49" charset="0"/>
              </a:rPr>
              <a:t>toLocaleTimeString</a:t>
            </a:r>
            <a:r>
              <a:rPr lang="en-US" b="1" dirty="0">
                <a:solidFill>
                  <a:srgbClr val="BBBBBB"/>
                </a:solidFill>
                <a:effectLst/>
                <a:latin typeface="Cascadia Code" panose="020B0609020000020004" pitchFamily="49" charset="0"/>
              </a:rPr>
              <a:t>()</a:t>
            </a:r>
            <a:r>
              <a:rPr lang="en-US" b="1" dirty="0">
                <a:solidFill>
                  <a:srgbClr val="FEDE5D"/>
                </a:solidFill>
                <a:effectLst/>
                <a:latin typeface="Cascadia Code" panose="020B0609020000020004" pitchFamily="49" charset="0"/>
              </a:rPr>
              <a:t>}</a:t>
            </a:r>
            <a:r>
              <a:rPr lang="en-US" b="1" dirty="0">
                <a:solidFill>
                  <a:srgbClr val="BBBBBB"/>
                </a:solidFill>
                <a:effectLst/>
                <a:latin typeface="Cascadia Code" panose="020B0609020000020004" pitchFamily="49" charset="0"/>
              </a:rPr>
              <a:t>.</a:t>
            </a:r>
            <a:r>
              <a:rPr lang="en-US" b="1" dirty="0">
                <a:solidFill>
                  <a:srgbClr val="36F9F6"/>
                </a:solidFill>
                <a:effectLst/>
                <a:latin typeface="Cascadia Code" panose="020B0609020000020004" pitchFamily="49" charset="0"/>
              </a:rPr>
              <a:t>&lt;/</a:t>
            </a:r>
            <a:r>
              <a:rPr lang="en-US" b="1" dirty="0">
                <a:solidFill>
                  <a:srgbClr val="72F1B8"/>
                </a:solidFill>
                <a:effectLst/>
                <a:latin typeface="Cascadia Code" panose="020B0609020000020004" pitchFamily="49" charset="0"/>
              </a:rPr>
              <a:t>h2</a:t>
            </a:r>
            <a:r>
              <a:rPr lang="en-US" b="1" dirty="0">
                <a:solidFill>
                  <a:srgbClr val="36F9F6"/>
                </a:solidFill>
                <a:effectLst/>
                <a:latin typeface="Cascadia Code" panose="020B0609020000020004" pitchFamily="49" charset="0"/>
              </a:rPr>
              <a:t>&gt;</a:t>
            </a:r>
            <a:endParaRPr lang="en-US" b="1" dirty="0">
              <a:solidFill>
                <a:srgbClr val="BBBBBB"/>
              </a:solidFill>
              <a:effectLst/>
              <a:latin typeface="Cascadia Code" panose="020B0609020000020004" pitchFamily="49" charset="0"/>
            </a:endParaRPr>
          </a:p>
          <a:p>
            <a:r>
              <a:rPr lang="en-US" b="1" dirty="0">
                <a:solidFill>
                  <a:srgbClr val="BBBBBB"/>
                </a:solidFill>
                <a:effectLst/>
                <a:latin typeface="Cascadia Code" panose="020B0609020000020004" pitchFamily="49" charset="0"/>
              </a:rPr>
              <a:t>    </a:t>
            </a:r>
            <a:r>
              <a:rPr lang="en-US" b="1" dirty="0">
                <a:solidFill>
                  <a:srgbClr val="36F9F6"/>
                </a:solidFill>
                <a:effectLst/>
                <a:latin typeface="Cascadia Code" panose="020B0609020000020004" pitchFamily="49" charset="0"/>
              </a:rPr>
              <a:t>&lt;/</a:t>
            </a:r>
            <a:r>
              <a:rPr lang="en-US" b="1" dirty="0">
                <a:solidFill>
                  <a:srgbClr val="72F1B8"/>
                </a:solidFill>
                <a:effectLst/>
                <a:latin typeface="Cascadia Code" panose="020B0609020000020004" pitchFamily="49" charset="0"/>
              </a:rPr>
              <a:t>div</a:t>
            </a:r>
            <a:r>
              <a:rPr lang="en-US" b="1" dirty="0">
                <a:solidFill>
                  <a:srgbClr val="36F9F6"/>
                </a:solidFill>
                <a:effectLst/>
                <a:latin typeface="Cascadia Code" panose="020B0609020000020004" pitchFamily="49" charset="0"/>
              </a:rPr>
              <a:t>&gt;</a:t>
            </a:r>
            <a:endParaRPr lang="en-US" b="1" dirty="0">
              <a:solidFill>
                <a:srgbClr val="BBBBBB"/>
              </a:solidFill>
              <a:effectLst/>
              <a:latin typeface="Cascadia Code" panose="020B0609020000020004" pitchFamily="49" charset="0"/>
            </a:endParaRPr>
          </a:p>
          <a:p>
            <a:r>
              <a:rPr lang="en-US" b="1" dirty="0">
                <a:solidFill>
                  <a:srgbClr val="BBBBBB"/>
                </a:solidFill>
                <a:effectLst/>
                <a:latin typeface="Cascadia Code" panose="020B0609020000020004" pitchFamily="49" charset="0"/>
              </a:rPr>
              <a:t>  );</a:t>
            </a:r>
          </a:p>
          <a:p>
            <a:r>
              <a:rPr lang="en-US" b="1" dirty="0">
                <a:solidFill>
                  <a:srgbClr val="BBBBBB"/>
                </a:solidFill>
                <a:effectLst/>
                <a:latin typeface="Cascadia Code" panose="020B0609020000020004" pitchFamily="49" charset="0"/>
              </a:rPr>
              <a:t>  </a:t>
            </a:r>
            <a:r>
              <a:rPr lang="en-US" b="1" dirty="0" err="1">
                <a:solidFill>
                  <a:srgbClr val="FF7EDB"/>
                </a:solidFill>
                <a:effectLst/>
                <a:latin typeface="Cascadia Code" panose="020B0609020000020004" pitchFamily="49" charset="0"/>
              </a:rPr>
              <a:t>root</a:t>
            </a:r>
            <a:r>
              <a:rPr lang="en-US" b="1" dirty="0" err="1">
                <a:solidFill>
                  <a:srgbClr val="BBBBBB"/>
                </a:solidFill>
                <a:effectLst/>
                <a:latin typeface="Cascadia Code" panose="020B0609020000020004" pitchFamily="49" charset="0"/>
              </a:rPr>
              <a:t>.</a:t>
            </a:r>
            <a:r>
              <a:rPr lang="en-US" b="1" dirty="0" err="1">
                <a:solidFill>
                  <a:srgbClr val="36F9F6"/>
                </a:solidFill>
                <a:effectLst/>
                <a:latin typeface="Cascadia Code" panose="020B0609020000020004" pitchFamily="49" charset="0"/>
              </a:rPr>
              <a:t>render</a:t>
            </a:r>
            <a:r>
              <a:rPr lang="en-US" b="1" dirty="0">
                <a:solidFill>
                  <a:srgbClr val="BBBBBB"/>
                </a:solidFill>
                <a:effectLst/>
                <a:latin typeface="Cascadia Code" panose="020B0609020000020004" pitchFamily="49" charset="0"/>
              </a:rPr>
              <a:t>(</a:t>
            </a:r>
            <a:r>
              <a:rPr lang="en-US" b="1" dirty="0">
                <a:solidFill>
                  <a:srgbClr val="FF7EDB"/>
                </a:solidFill>
                <a:effectLst/>
                <a:latin typeface="Cascadia Code" panose="020B0609020000020004" pitchFamily="49" charset="0"/>
              </a:rPr>
              <a:t>element</a:t>
            </a:r>
            <a:r>
              <a:rPr lang="en-US" b="1" dirty="0">
                <a:solidFill>
                  <a:srgbClr val="BBBBBB"/>
                </a:solidFill>
                <a:effectLst/>
                <a:latin typeface="Cascadia Code" panose="020B0609020000020004" pitchFamily="49" charset="0"/>
              </a:rPr>
              <a:t>);</a:t>
            </a:r>
          </a:p>
          <a:p>
            <a:r>
              <a:rPr lang="en-US" b="1" dirty="0">
                <a:solidFill>
                  <a:srgbClr val="BBBBBB"/>
                </a:solidFill>
                <a:effectLst/>
                <a:latin typeface="Cascadia Code" panose="020B0609020000020004" pitchFamily="49" charset="0"/>
              </a:rPr>
              <a:t>}</a:t>
            </a:r>
          </a:p>
          <a:p>
            <a:br>
              <a:rPr lang="en-US" b="1" dirty="0">
                <a:solidFill>
                  <a:srgbClr val="BBBBBB"/>
                </a:solidFill>
                <a:effectLst/>
                <a:latin typeface="Cascadia Code" panose="020B0609020000020004" pitchFamily="49" charset="0"/>
              </a:rPr>
            </a:br>
            <a:r>
              <a:rPr lang="en-US" b="1" dirty="0" err="1">
                <a:solidFill>
                  <a:srgbClr val="36F9F6"/>
                </a:solidFill>
                <a:effectLst/>
                <a:latin typeface="Cascadia Code" panose="020B0609020000020004" pitchFamily="49" charset="0"/>
              </a:rPr>
              <a:t>setInterval</a:t>
            </a:r>
            <a:r>
              <a:rPr lang="en-US" b="1" dirty="0">
                <a:solidFill>
                  <a:srgbClr val="BBBBBB"/>
                </a:solidFill>
                <a:effectLst/>
                <a:latin typeface="Cascadia Code" panose="020B0609020000020004" pitchFamily="49" charset="0"/>
              </a:rPr>
              <a:t>(</a:t>
            </a:r>
            <a:r>
              <a:rPr lang="en-US" b="1" dirty="0">
                <a:solidFill>
                  <a:srgbClr val="36F9F6"/>
                </a:solidFill>
                <a:effectLst/>
                <a:latin typeface="Cascadia Code" panose="020B0609020000020004" pitchFamily="49" charset="0"/>
              </a:rPr>
              <a:t>tick</a:t>
            </a:r>
            <a:r>
              <a:rPr lang="en-US" b="1" dirty="0">
                <a:solidFill>
                  <a:srgbClr val="BBBBBB"/>
                </a:solidFill>
                <a:effectLst/>
                <a:latin typeface="Cascadia Code" panose="020B0609020000020004" pitchFamily="49" charset="0"/>
              </a:rPr>
              <a:t>, </a:t>
            </a:r>
            <a:r>
              <a:rPr lang="en-US" b="1" dirty="0">
                <a:solidFill>
                  <a:srgbClr val="2EE2FA"/>
                </a:solidFill>
                <a:effectLst/>
                <a:latin typeface="Cascadia Code" panose="020B0609020000020004" pitchFamily="49" charset="0"/>
              </a:rPr>
              <a:t>1000</a:t>
            </a:r>
            <a:r>
              <a:rPr lang="en-US" b="1" dirty="0">
                <a:solidFill>
                  <a:srgbClr val="BBBBBB"/>
                </a:solidFill>
                <a:effectLst/>
                <a:latin typeface="Cascadia Code" panose="020B0609020000020004" pitchFamily="49" charset="0"/>
              </a:rPr>
              <a:t>);</a:t>
            </a:r>
          </a:p>
        </p:txBody>
      </p:sp>
      <p:sp>
        <p:nvSpPr>
          <p:cNvPr id="12" name="TextBox 11">
            <a:extLst>
              <a:ext uri="{FF2B5EF4-FFF2-40B4-BE49-F238E27FC236}">
                <a16:creationId xmlns:a16="http://schemas.microsoft.com/office/drawing/2014/main" id="{C4980DD9-4D97-8249-BA41-370BBA2ECA7E}"/>
              </a:ext>
            </a:extLst>
          </p:cNvPr>
          <p:cNvSpPr txBox="1"/>
          <p:nvPr/>
        </p:nvSpPr>
        <p:spPr>
          <a:xfrm>
            <a:off x="333189" y="5763975"/>
            <a:ext cx="10765021" cy="415498"/>
          </a:xfrm>
          <a:prstGeom prst="rect">
            <a:avLst/>
          </a:prstGeom>
          <a:noFill/>
        </p:spPr>
        <p:txBody>
          <a:bodyPr wrap="square">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2100" b="1" i="0" u="none" strike="noStrike" cap="none" normalizeH="0" baseline="0" dirty="0">
                <a:ln>
                  <a:noFill/>
                </a:ln>
                <a:effectLst/>
                <a:latin typeface="Cavolini" panose="03000502040302020204" pitchFamily="66" charset="0"/>
                <a:cs typeface="Cavolini" panose="03000502040302020204" pitchFamily="66" charset="0"/>
              </a:rPr>
              <a:t>It calls </a:t>
            </a:r>
            <a:r>
              <a:rPr lang="en-US" altLang="en-US" sz="2100" b="1" dirty="0" err="1">
                <a:latin typeface="Cavolini" panose="03000502040302020204" pitchFamily="66" charset="0"/>
                <a:cs typeface="Cavolini" panose="03000502040302020204" pitchFamily="66" charset="0"/>
              </a:rPr>
              <a:t>root.render</a:t>
            </a:r>
            <a:r>
              <a:rPr lang="en-US" altLang="en-US" sz="2100" b="1" dirty="0">
                <a:latin typeface="Cavolini" panose="03000502040302020204" pitchFamily="66" charset="0"/>
                <a:cs typeface="Cavolini" panose="03000502040302020204" pitchFamily="66" charset="0"/>
              </a:rPr>
              <a:t>() </a:t>
            </a:r>
            <a:r>
              <a:rPr kumimoji="0" lang="en-US" altLang="en-US" sz="2100" b="1" i="0" u="none" strike="noStrike" cap="none" normalizeH="0" baseline="0" dirty="0">
                <a:ln>
                  <a:noFill/>
                </a:ln>
                <a:effectLst/>
                <a:latin typeface="Cavolini" panose="03000502040302020204" pitchFamily="66" charset="0"/>
                <a:cs typeface="Cavolini" panose="03000502040302020204" pitchFamily="66" charset="0"/>
              </a:rPr>
              <a:t>every second from a </a:t>
            </a:r>
            <a:r>
              <a:rPr lang="en-US" altLang="en-US" sz="2100" b="1" dirty="0" err="1">
                <a:latin typeface="Cavolini" panose="03000502040302020204" pitchFamily="66" charset="0"/>
                <a:cs typeface="Cavolini" panose="03000502040302020204" pitchFamily="66" charset="0"/>
              </a:rPr>
              <a:t>setInterval</a:t>
            </a:r>
            <a:r>
              <a:rPr lang="en-US" altLang="en-US" sz="2100" b="1" dirty="0">
                <a:latin typeface="Cavolini" panose="03000502040302020204" pitchFamily="66" charset="0"/>
                <a:cs typeface="Cavolini" panose="03000502040302020204" pitchFamily="66" charset="0"/>
              </a:rPr>
              <a:t>() </a:t>
            </a:r>
            <a:r>
              <a:rPr kumimoji="0" lang="en-US" altLang="en-US" sz="2100" b="1" i="0" u="none" strike="noStrike" cap="none" normalizeH="0" baseline="0" dirty="0">
                <a:ln>
                  <a:noFill/>
                </a:ln>
                <a:effectLst/>
                <a:latin typeface="Cavolini" panose="03000502040302020204" pitchFamily="66" charset="0"/>
                <a:cs typeface="Cavolini" panose="03000502040302020204" pitchFamily="66" charset="0"/>
              </a:rPr>
              <a:t>callback. </a:t>
            </a:r>
          </a:p>
        </p:txBody>
      </p:sp>
    </p:spTree>
    <p:extLst>
      <p:ext uri="{BB962C8B-B14F-4D97-AF65-F5344CB8AC3E}">
        <p14:creationId xmlns:p14="http://schemas.microsoft.com/office/powerpoint/2010/main" val="3916401870"/>
      </p:ext>
    </p:extLst>
  </p:cSld>
  <p:clrMapOvr>
    <a:overrideClrMapping bg1="dk1" tx1="lt1" bg2="dk2" tx2="lt2" accent1="accent1" accent2="accent2" accent3="accent3" accent4="accent4" accent5="accent5" accent6="accent6" hlink="hlink" folHlink="folHlink"/>
  </p:clrMapOvr>
  <mc:AlternateContent xmlns:mc="http://schemas.openxmlformats.org/markup-compatibility/2006" xmlns:p159="http://schemas.microsoft.com/office/powerpoint/2015/09/main">
    <mc:Choice Requires="p159">
      <p:transition>
        <p159:morph option="byObject"/>
      </p:transition>
    </mc:Choice>
    <mc:Fallback xmlns="">
      <p:transition>
        <p:fade/>
      </p:transition>
    </mc:Fallback>
  </mc:AlternateContent>
</p:sld>
</file>

<file path=ppt/slides/slide12.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sp useBgFill="1">
        <p:nvSpPr>
          <p:cNvPr id="21" name="Rectangle 20">
            <a:extLst>
              <a:ext uri="{FF2B5EF4-FFF2-40B4-BE49-F238E27FC236}">
                <a16:creationId xmlns:a16="http://schemas.microsoft.com/office/drawing/2014/main" id="{E5A92FE9-DB05-4D0D-AF5A-BE8664B9FFB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grpSp>
        <p:nvGrpSpPr>
          <p:cNvPr id="23" name="Group 22">
            <a:extLst>
              <a:ext uri="{FF2B5EF4-FFF2-40B4-BE49-F238E27FC236}">
                <a16:creationId xmlns:a16="http://schemas.microsoft.com/office/drawing/2014/main" id="{53D9B26A-5143-49A7-BA98-D871D5BD719A}"/>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flipH="1">
            <a:off x="6526211" y="1"/>
            <a:ext cx="5014912" cy="6857999"/>
            <a:chOff x="2928938" y="-4763"/>
            <a:chExt cx="5014912" cy="6862763"/>
          </a:xfrm>
        </p:grpSpPr>
        <p:sp>
          <p:nvSpPr>
            <p:cNvPr id="24" name="Freeform 6">
              <a:extLst>
                <a:ext uri="{FF2B5EF4-FFF2-40B4-BE49-F238E27FC236}">
                  <a16:creationId xmlns:a16="http://schemas.microsoft.com/office/drawing/2014/main" id="{68B85E55-A2A1-4682-B891-F201358A92D5}"/>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3367088" y="-4763"/>
              <a:ext cx="1063625" cy="2782888"/>
            </a:xfrm>
            <a:custGeom>
              <a:avLst/>
              <a:gdLst/>
              <a:ahLst/>
              <a:cxnLst/>
              <a:rect l="0" t="0" r="r" b="b"/>
              <a:pathLst>
                <a:path w="670" h="1753">
                  <a:moveTo>
                    <a:pt x="0" y="1696"/>
                  </a:moveTo>
                  <a:lnTo>
                    <a:pt x="225" y="1753"/>
                  </a:lnTo>
                  <a:lnTo>
                    <a:pt x="670" y="0"/>
                  </a:lnTo>
                  <a:lnTo>
                    <a:pt x="430" y="0"/>
                  </a:lnTo>
                  <a:lnTo>
                    <a:pt x="0" y="1696"/>
                  </a:lnTo>
                  <a:close/>
                </a:path>
              </a:pathLst>
            </a:custGeom>
            <a:solidFill>
              <a:schemeClr val="accent1"/>
            </a:solidFill>
            <a:ln>
              <a:noFill/>
            </a:ln>
          </p:spPr>
          <p:txBody>
            <a:bodyPr/>
            <a:lstStyle/>
            <a:p>
              <a:endParaRPr lang="en-US"/>
            </a:p>
          </p:txBody>
        </p:sp>
        <p:sp>
          <p:nvSpPr>
            <p:cNvPr id="25" name="Freeform 7">
              <a:extLst>
                <a:ext uri="{FF2B5EF4-FFF2-40B4-BE49-F238E27FC236}">
                  <a16:creationId xmlns:a16="http://schemas.microsoft.com/office/drawing/2014/main" id="{45EF6EDB-9B5D-49E9-96FA-1AE08BF95E57}"/>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2928938" y="-4763"/>
              <a:ext cx="1035050" cy="2673350"/>
            </a:xfrm>
            <a:custGeom>
              <a:avLst/>
              <a:gdLst/>
              <a:ahLst/>
              <a:cxnLst/>
              <a:rect l="0" t="0" r="r" b="b"/>
              <a:pathLst>
                <a:path w="652" h="1684">
                  <a:moveTo>
                    <a:pt x="225" y="1684"/>
                  </a:moveTo>
                  <a:lnTo>
                    <a:pt x="652" y="0"/>
                  </a:lnTo>
                  <a:lnTo>
                    <a:pt x="411" y="0"/>
                  </a:lnTo>
                  <a:lnTo>
                    <a:pt x="0" y="1627"/>
                  </a:lnTo>
                  <a:lnTo>
                    <a:pt x="219" y="1681"/>
                  </a:lnTo>
                  <a:lnTo>
                    <a:pt x="225" y="1684"/>
                  </a:lnTo>
                  <a:close/>
                </a:path>
              </a:pathLst>
            </a:custGeom>
            <a:solidFill>
              <a:srgbClr val="595959"/>
            </a:solidFill>
            <a:ln>
              <a:noFill/>
            </a:ln>
          </p:spPr>
          <p:txBody>
            <a:bodyPr/>
            <a:lstStyle/>
            <a:p>
              <a:endParaRPr lang="en-US"/>
            </a:p>
          </p:txBody>
        </p:sp>
        <p:sp>
          <p:nvSpPr>
            <p:cNvPr id="26" name="Freeform 12">
              <a:extLst>
                <a:ext uri="{FF2B5EF4-FFF2-40B4-BE49-F238E27FC236}">
                  <a16:creationId xmlns:a16="http://schemas.microsoft.com/office/drawing/2014/main" id="{38338226-D6E2-4EEE-B271-DB4BD096DBA1}"/>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2928938" y="2582862"/>
              <a:ext cx="2693987" cy="4275138"/>
            </a:xfrm>
            <a:custGeom>
              <a:avLst/>
              <a:gdLst/>
              <a:ahLst/>
              <a:cxnLst/>
              <a:rect l="0" t="0" r="r" b="b"/>
              <a:pathLst>
                <a:path w="1697" h="2693">
                  <a:moveTo>
                    <a:pt x="0" y="0"/>
                  </a:moveTo>
                  <a:lnTo>
                    <a:pt x="1622" y="2693"/>
                  </a:lnTo>
                  <a:lnTo>
                    <a:pt x="1697" y="2693"/>
                  </a:lnTo>
                  <a:lnTo>
                    <a:pt x="0" y="0"/>
                  </a:lnTo>
                  <a:close/>
                </a:path>
              </a:pathLst>
            </a:custGeom>
            <a:solidFill>
              <a:srgbClr val="262626"/>
            </a:solidFill>
            <a:ln>
              <a:noFill/>
            </a:ln>
          </p:spPr>
          <p:txBody>
            <a:bodyPr/>
            <a:lstStyle/>
            <a:p>
              <a:endParaRPr lang="en-US"/>
            </a:p>
          </p:txBody>
        </p:sp>
        <p:sp>
          <p:nvSpPr>
            <p:cNvPr id="27" name="Freeform 13">
              <a:extLst>
                <a:ext uri="{FF2B5EF4-FFF2-40B4-BE49-F238E27FC236}">
                  <a16:creationId xmlns:a16="http://schemas.microsoft.com/office/drawing/2014/main" id="{4878FB48-17B3-4A11-8025-DE0945CD4E71}"/>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3371850" y="2692400"/>
              <a:ext cx="3332162" cy="4165600"/>
            </a:xfrm>
            <a:custGeom>
              <a:avLst/>
              <a:gdLst/>
              <a:ahLst/>
              <a:cxnLst/>
              <a:rect l="0" t="0" r="r" b="b"/>
              <a:pathLst>
                <a:path w="2099" h="2624">
                  <a:moveTo>
                    <a:pt x="2099" y="2624"/>
                  </a:moveTo>
                  <a:lnTo>
                    <a:pt x="0" y="0"/>
                  </a:lnTo>
                  <a:lnTo>
                    <a:pt x="2021" y="2624"/>
                  </a:lnTo>
                  <a:lnTo>
                    <a:pt x="2099" y="2624"/>
                  </a:lnTo>
                  <a:close/>
                </a:path>
              </a:pathLst>
            </a:custGeom>
            <a:solidFill>
              <a:schemeClr val="accent1">
                <a:lumMod val="50000"/>
              </a:schemeClr>
            </a:solidFill>
            <a:ln>
              <a:noFill/>
            </a:ln>
          </p:spPr>
          <p:txBody>
            <a:bodyPr/>
            <a:lstStyle/>
            <a:p>
              <a:endParaRPr lang="en-US"/>
            </a:p>
          </p:txBody>
        </p:sp>
        <p:sp>
          <p:nvSpPr>
            <p:cNvPr id="28" name="Freeform 14">
              <a:extLst>
                <a:ext uri="{FF2B5EF4-FFF2-40B4-BE49-F238E27FC236}">
                  <a16:creationId xmlns:a16="http://schemas.microsoft.com/office/drawing/2014/main" id="{4150A21C-DD6D-4D3C-9E95-7A3CA263BEB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3367088" y="2687637"/>
              <a:ext cx="4576762" cy="4170363"/>
            </a:xfrm>
            <a:custGeom>
              <a:avLst/>
              <a:gdLst/>
              <a:ahLst/>
              <a:cxnLst/>
              <a:rect l="0" t="0" r="r" b="b"/>
              <a:pathLst>
                <a:path w="2883" h="2627">
                  <a:moveTo>
                    <a:pt x="0" y="0"/>
                  </a:moveTo>
                  <a:lnTo>
                    <a:pt x="3" y="3"/>
                  </a:lnTo>
                  <a:lnTo>
                    <a:pt x="2102" y="2627"/>
                  </a:lnTo>
                  <a:lnTo>
                    <a:pt x="2883" y="2627"/>
                  </a:lnTo>
                  <a:lnTo>
                    <a:pt x="225" y="57"/>
                  </a:lnTo>
                  <a:lnTo>
                    <a:pt x="0" y="0"/>
                  </a:lnTo>
                  <a:close/>
                </a:path>
              </a:pathLst>
            </a:custGeom>
            <a:solidFill>
              <a:schemeClr val="accent1">
                <a:lumMod val="75000"/>
              </a:schemeClr>
            </a:solidFill>
            <a:ln>
              <a:noFill/>
            </a:ln>
          </p:spPr>
          <p:txBody>
            <a:bodyPr/>
            <a:lstStyle/>
            <a:p>
              <a:endParaRPr lang="en-US"/>
            </a:p>
          </p:txBody>
        </p:sp>
        <p:sp>
          <p:nvSpPr>
            <p:cNvPr id="29" name="Freeform 15">
              <a:extLst>
                <a:ext uri="{FF2B5EF4-FFF2-40B4-BE49-F238E27FC236}">
                  <a16:creationId xmlns:a16="http://schemas.microsoft.com/office/drawing/2014/main" id="{7505BF04-104D-4180-A284-42FCD6B04DD6}"/>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2928938" y="2578100"/>
              <a:ext cx="3584575" cy="4279900"/>
            </a:xfrm>
            <a:custGeom>
              <a:avLst/>
              <a:gdLst/>
              <a:ahLst/>
              <a:cxnLst/>
              <a:rect l="0" t="0" r="r" b="b"/>
              <a:pathLst>
                <a:path w="2258" h="2696">
                  <a:moveTo>
                    <a:pt x="2258" y="2696"/>
                  </a:moveTo>
                  <a:lnTo>
                    <a:pt x="264" y="111"/>
                  </a:lnTo>
                  <a:lnTo>
                    <a:pt x="228" y="60"/>
                  </a:lnTo>
                  <a:lnTo>
                    <a:pt x="225" y="57"/>
                  </a:lnTo>
                  <a:lnTo>
                    <a:pt x="0" y="0"/>
                  </a:lnTo>
                  <a:lnTo>
                    <a:pt x="0" y="3"/>
                  </a:lnTo>
                  <a:lnTo>
                    <a:pt x="1697" y="2696"/>
                  </a:lnTo>
                  <a:lnTo>
                    <a:pt x="2258" y="2696"/>
                  </a:lnTo>
                  <a:close/>
                </a:path>
              </a:pathLst>
            </a:custGeom>
            <a:solidFill>
              <a:srgbClr val="404040"/>
            </a:solidFill>
            <a:ln>
              <a:noFill/>
            </a:ln>
          </p:spPr>
          <p:txBody>
            <a:bodyPr/>
            <a:lstStyle/>
            <a:p>
              <a:endParaRPr lang="en-US"/>
            </a:p>
          </p:txBody>
        </p:sp>
      </p:grpSp>
      <p:sp>
        <p:nvSpPr>
          <p:cNvPr id="2" name="Title 1">
            <a:extLst>
              <a:ext uri="{FF2B5EF4-FFF2-40B4-BE49-F238E27FC236}">
                <a16:creationId xmlns:a16="http://schemas.microsoft.com/office/drawing/2014/main" id="{652CD06E-EB43-4697-A9C1-290232C3BAD6}"/>
              </a:ext>
            </a:extLst>
          </p:cNvPr>
          <p:cNvSpPr>
            <a:spLocks noGrp="1"/>
          </p:cNvSpPr>
          <p:nvPr>
            <p:ph type="ctrTitle"/>
          </p:nvPr>
        </p:nvSpPr>
        <p:spPr>
          <a:xfrm>
            <a:off x="473345" y="0"/>
            <a:ext cx="11604355" cy="1223994"/>
          </a:xfrm>
        </p:spPr>
        <p:txBody>
          <a:bodyPr>
            <a:noAutofit/>
          </a:bodyPr>
          <a:lstStyle/>
          <a:p>
            <a:pPr algn="l"/>
            <a:r>
              <a:rPr lang="en-US" sz="5400" b="1" dirty="0">
                <a:latin typeface="Mystical Woods Smooth Script" panose="02000500000000000000" pitchFamily="2" charset="0"/>
                <a:cs typeface="Cavolini" panose="03000502040302020204" pitchFamily="66" charset="0"/>
              </a:rPr>
              <a:t>Rendering Elements </a:t>
            </a:r>
            <a:r>
              <a:rPr lang="en-US" sz="2100" b="1" dirty="0">
                <a:latin typeface="Cavolini" panose="03000502040302020204" pitchFamily="66" charset="0"/>
                <a:cs typeface="Cavolini" panose="03000502040302020204" pitchFamily="66" charset="0"/>
              </a:rPr>
              <a:t>continued…</a:t>
            </a:r>
          </a:p>
        </p:txBody>
      </p:sp>
      <p:grpSp>
        <p:nvGrpSpPr>
          <p:cNvPr id="6" name="Group 5">
            <a:extLst>
              <a:ext uri="{FF2B5EF4-FFF2-40B4-BE49-F238E27FC236}">
                <a16:creationId xmlns:a16="http://schemas.microsoft.com/office/drawing/2014/main" id="{752A73B4-49EC-E765-1462-2A106F07C3D4}"/>
              </a:ext>
            </a:extLst>
          </p:cNvPr>
          <p:cNvGrpSpPr/>
          <p:nvPr/>
        </p:nvGrpSpPr>
        <p:grpSpPr>
          <a:xfrm>
            <a:off x="481809" y="1152868"/>
            <a:ext cx="8950321" cy="182880"/>
            <a:chOff x="1089027" y="1251583"/>
            <a:chExt cx="8950321" cy="182880"/>
          </a:xfrm>
        </p:grpSpPr>
        <p:cxnSp>
          <p:nvCxnSpPr>
            <p:cNvPr id="4" name="Straight Connector 3">
              <a:extLst>
                <a:ext uri="{FF2B5EF4-FFF2-40B4-BE49-F238E27FC236}">
                  <a16:creationId xmlns:a16="http://schemas.microsoft.com/office/drawing/2014/main" id="{1111542F-3245-DDEC-4B5A-7412E7DBE5FD}"/>
                </a:ext>
              </a:extLst>
            </p:cNvPr>
            <p:cNvCxnSpPr/>
            <p:nvPr/>
          </p:nvCxnSpPr>
          <p:spPr>
            <a:xfrm>
              <a:off x="1089027" y="1347537"/>
              <a:ext cx="8786493" cy="0"/>
            </a:xfrm>
            <a:prstGeom prst="line">
              <a:avLst/>
            </a:prstGeom>
            <a:ln w="38100">
              <a:solidFill>
                <a:srgbClr val="595959"/>
              </a:solidFill>
            </a:ln>
            <a:effectLst>
              <a:reflection blurRad="6350" stA="50000" endA="275" endPos="40000" dist="101600" dir="5400000" sy="-100000" algn="bl" rotWithShape="0"/>
              <a:softEdge rad="12700"/>
            </a:effectLst>
          </p:spPr>
          <p:style>
            <a:lnRef idx="3">
              <a:schemeClr val="dk1"/>
            </a:lnRef>
            <a:fillRef idx="0">
              <a:schemeClr val="dk1"/>
            </a:fillRef>
            <a:effectRef idx="2">
              <a:schemeClr val="dk1"/>
            </a:effectRef>
            <a:fontRef idx="minor">
              <a:schemeClr val="tx1"/>
            </a:fontRef>
          </p:style>
        </p:cxnSp>
        <p:sp>
          <p:nvSpPr>
            <p:cNvPr id="5" name="Flowchart: Connector 4">
              <a:extLst>
                <a:ext uri="{FF2B5EF4-FFF2-40B4-BE49-F238E27FC236}">
                  <a16:creationId xmlns:a16="http://schemas.microsoft.com/office/drawing/2014/main" id="{B2858492-B751-8ED7-57BE-708D61DDCF50}"/>
                </a:ext>
              </a:extLst>
            </p:cNvPr>
            <p:cNvSpPr/>
            <p:nvPr/>
          </p:nvSpPr>
          <p:spPr>
            <a:xfrm>
              <a:off x="9856468" y="1251583"/>
              <a:ext cx="182880" cy="182880"/>
            </a:xfrm>
            <a:prstGeom prst="flowChartConnector">
              <a:avLst/>
            </a:prstGeom>
            <a:ln>
              <a:noFill/>
            </a:ln>
            <a:effectLst>
              <a:outerShdw blurRad="50800" dist="38100" dir="2700000" algn="tl"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pic>
        <p:nvPicPr>
          <p:cNvPr id="3" name="Graphic 2" descr="Atom with solid fill">
            <a:extLst>
              <a:ext uri="{FF2B5EF4-FFF2-40B4-BE49-F238E27FC236}">
                <a16:creationId xmlns:a16="http://schemas.microsoft.com/office/drawing/2014/main" id="{77D1A364-80B2-DA98-6726-A7D3C518C811}"/>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473345" y="1484034"/>
            <a:ext cx="685800" cy="685800"/>
          </a:xfrm>
          <a:prstGeom prst="rect">
            <a:avLst/>
          </a:prstGeom>
        </p:spPr>
      </p:pic>
      <p:sp>
        <p:nvSpPr>
          <p:cNvPr id="8" name="TextBox 7">
            <a:extLst>
              <a:ext uri="{FF2B5EF4-FFF2-40B4-BE49-F238E27FC236}">
                <a16:creationId xmlns:a16="http://schemas.microsoft.com/office/drawing/2014/main" id="{D4ED547F-5481-5A84-025F-0747C12D7A3A}"/>
              </a:ext>
            </a:extLst>
          </p:cNvPr>
          <p:cNvSpPr txBox="1"/>
          <p:nvPr/>
        </p:nvSpPr>
        <p:spPr>
          <a:xfrm flipH="1">
            <a:off x="1250396" y="1619185"/>
            <a:ext cx="7596740" cy="415498"/>
          </a:xfrm>
          <a:prstGeom prst="rect">
            <a:avLst/>
          </a:prstGeom>
          <a:noFill/>
        </p:spPr>
        <p:txBody>
          <a:bodyPr wrap="square" rtlCol="0">
            <a:spAutoFit/>
          </a:bodyPr>
          <a:lstStyle/>
          <a:p>
            <a:pPr algn="l"/>
            <a:r>
              <a:rPr lang="en-US" sz="2100" b="1" i="0" dirty="0">
                <a:effectLst/>
                <a:latin typeface="Cavolini" panose="03000502040302020204" pitchFamily="66" charset="0"/>
                <a:cs typeface="Cavolini" panose="03000502040302020204" pitchFamily="66" charset="0"/>
              </a:rPr>
              <a:t>React Only Updates What’s Necessary</a:t>
            </a:r>
          </a:p>
        </p:txBody>
      </p:sp>
      <p:sp>
        <p:nvSpPr>
          <p:cNvPr id="18" name="TextBox 17">
            <a:extLst>
              <a:ext uri="{FF2B5EF4-FFF2-40B4-BE49-F238E27FC236}">
                <a16:creationId xmlns:a16="http://schemas.microsoft.com/office/drawing/2014/main" id="{859C6102-89C3-D569-9EBF-32F47F919A89}"/>
              </a:ext>
            </a:extLst>
          </p:cNvPr>
          <p:cNvSpPr txBox="1"/>
          <p:nvPr/>
        </p:nvSpPr>
        <p:spPr>
          <a:xfrm>
            <a:off x="473345" y="2169834"/>
            <a:ext cx="8553697" cy="4616648"/>
          </a:xfrm>
          <a:prstGeom prst="rect">
            <a:avLst/>
          </a:prstGeom>
          <a:noFill/>
        </p:spPr>
        <p:txBody>
          <a:bodyPr wrap="square">
            <a:spAutoFit/>
          </a:bodyPr>
          <a:lstStyle/>
          <a:p>
            <a:pPr algn="l"/>
            <a:r>
              <a:rPr lang="en-US" sz="2100" b="1" dirty="0">
                <a:effectLst/>
                <a:latin typeface="Cavolini" panose="03000502040302020204" pitchFamily="66" charset="0"/>
                <a:cs typeface="Cavolini" panose="03000502040302020204" pitchFamily="66" charset="0"/>
              </a:rPr>
              <a:t>React DOM compares the element and its children to the previous one, and only applies the DOM updates necessary to bring the DOM to the desired state.</a:t>
            </a:r>
          </a:p>
          <a:p>
            <a:pPr algn="l"/>
            <a:endParaRPr lang="en-US" sz="2100" b="1" dirty="0">
              <a:effectLst/>
              <a:latin typeface="Cavolini" panose="03000502040302020204" pitchFamily="66" charset="0"/>
              <a:cs typeface="Cavolini" panose="03000502040302020204" pitchFamily="66" charset="0"/>
            </a:endParaRPr>
          </a:p>
          <a:p>
            <a:pPr algn="l"/>
            <a:r>
              <a:rPr lang="en-US" sz="2100" b="1" dirty="0">
                <a:effectLst/>
                <a:latin typeface="Cavolini" panose="03000502040302020204" pitchFamily="66" charset="0"/>
                <a:cs typeface="Cavolini" panose="03000502040302020204" pitchFamily="66" charset="0"/>
              </a:rPr>
              <a:t>You can verify by inspecting the </a:t>
            </a:r>
            <a:r>
              <a:rPr lang="en-US" sz="2100" b="1" dirty="0">
                <a:latin typeface="Cavolini" panose="03000502040302020204" pitchFamily="66" charset="0"/>
                <a:cs typeface="Cavolini" panose="03000502040302020204" pitchFamily="66" charset="0"/>
              </a:rPr>
              <a:t>last example </a:t>
            </a:r>
            <a:r>
              <a:rPr lang="en-US" sz="2100" b="1" dirty="0">
                <a:effectLst/>
                <a:latin typeface="Cavolini" panose="03000502040302020204" pitchFamily="66" charset="0"/>
                <a:cs typeface="Cavolini" panose="03000502040302020204" pitchFamily="66" charset="0"/>
              </a:rPr>
              <a:t>with the browser tools:</a:t>
            </a:r>
          </a:p>
          <a:p>
            <a:pPr algn="l"/>
            <a:endParaRPr lang="en-US" sz="2100" b="1" dirty="0">
              <a:latin typeface="Cavolini" panose="03000502040302020204" pitchFamily="66" charset="0"/>
              <a:cs typeface="Cavolini" panose="03000502040302020204" pitchFamily="66" charset="0"/>
            </a:endParaRPr>
          </a:p>
          <a:p>
            <a:pPr algn="l"/>
            <a:r>
              <a:rPr lang="en-US" sz="2100" b="1" i="0" dirty="0">
                <a:effectLst/>
                <a:latin typeface="Cavolini" panose="03000502040302020204" pitchFamily="66" charset="0"/>
                <a:cs typeface="Cavolini" panose="03000502040302020204" pitchFamily="66" charset="0"/>
              </a:rPr>
              <a:t>Even though we create an element describing the whole UI tree on every tick, only the text node whose contents have changed gets updated by React DOM.</a:t>
            </a:r>
          </a:p>
          <a:p>
            <a:pPr algn="l"/>
            <a:endParaRPr lang="en-US" sz="2100" b="1" i="0" dirty="0">
              <a:effectLst/>
              <a:latin typeface="Cavolini" panose="03000502040302020204" pitchFamily="66" charset="0"/>
              <a:cs typeface="Cavolini" panose="03000502040302020204" pitchFamily="66" charset="0"/>
            </a:endParaRPr>
          </a:p>
          <a:p>
            <a:pPr algn="l"/>
            <a:r>
              <a:rPr lang="en-US" sz="2100" b="1" i="0" dirty="0">
                <a:effectLst/>
                <a:latin typeface="Cavolini" panose="03000502040302020204" pitchFamily="66" charset="0"/>
                <a:cs typeface="Cavolini" panose="03000502040302020204" pitchFamily="66" charset="0"/>
              </a:rPr>
              <a:t>In our experience, thinking about how the UI should look at any given moment, rather than how to change it over time, eliminates a whole class of bugs.</a:t>
            </a:r>
          </a:p>
        </p:txBody>
      </p:sp>
      <p:sp>
        <p:nvSpPr>
          <p:cNvPr id="9" name="Rectangle 2">
            <a:extLst>
              <a:ext uri="{FF2B5EF4-FFF2-40B4-BE49-F238E27FC236}">
                <a16:creationId xmlns:a16="http://schemas.microsoft.com/office/drawing/2014/main" id="{5F5CBF9A-7044-2D40-DD3D-6D5CD114F99B}"/>
              </a:ext>
            </a:extLst>
          </p:cNvPr>
          <p:cNvSpPr>
            <a:spLocks noChangeArrowheads="1"/>
          </p:cNvSpPr>
          <p:nvPr/>
        </p:nvSpPr>
        <p:spPr bwMode="auto">
          <a:xfrm>
            <a:off x="0" y="67017"/>
            <a:ext cx="65" cy="323165"/>
          </a:xfrm>
          <a:prstGeom prst="rect">
            <a:avLst/>
          </a:prstGeom>
          <a:solidFill>
            <a:srgbClr val="181A1B"/>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0" tIns="0" rIns="0" bIns="0" numCol="1" anchor="ctr"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2100" b="1" i="0" u="none" strike="noStrike" cap="none" normalizeH="0" baseline="0" dirty="0">
              <a:ln>
                <a:noFill/>
              </a:ln>
              <a:effectLst/>
              <a:latin typeface="Cavolini" panose="03000502040302020204" pitchFamily="66" charset="0"/>
              <a:cs typeface="Cavolini" panose="03000502040302020204" pitchFamily="66" charset="0"/>
            </a:endParaRPr>
          </a:p>
        </p:txBody>
      </p:sp>
      <p:pic>
        <p:nvPicPr>
          <p:cNvPr id="17410" name="Picture 2" descr="DOM inspector showing granular updates">
            <a:extLst>
              <a:ext uri="{FF2B5EF4-FFF2-40B4-BE49-F238E27FC236}">
                <a16:creationId xmlns:a16="http://schemas.microsoft.com/office/drawing/2014/main" id="{833858AB-A56F-0C02-B80C-01048F3080DF}"/>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9217541" y="2034683"/>
            <a:ext cx="2724150" cy="434340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141028428"/>
      </p:ext>
    </p:extLst>
  </p:cSld>
  <p:clrMapOvr>
    <a:overrideClrMapping bg1="dk1" tx1="lt1" bg2="dk2" tx2="lt2" accent1="accent1" accent2="accent2" accent3="accent3" accent4="accent4" accent5="accent5" accent6="accent6" hlink="hlink" folHlink="folHlink"/>
  </p:clrMapOvr>
  <mc:AlternateContent xmlns:mc="http://schemas.openxmlformats.org/markup-compatibility/2006" xmlns:p159="http://schemas.microsoft.com/office/powerpoint/2015/09/main">
    <mc:Choice Requires="p159">
      <p:transition>
        <p159:morph option="byObject"/>
      </p:transition>
    </mc:Choice>
    <mc:Fallback xmlns="">
      <p:transition>
        <p:fade/>
      </p:transition>
    </mc:Fallback>
  </mc:AlternateContent>
</p:sld>
</file>

<file path=ppt/slides/slide13.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sp useBgFill="1">
        <p:nvSpPr>
          <p:cNvPr id="21" name="Rectangle 20">
            <a:extLst>
              <a:ext uri="{FF2B5EF4-FFF2-40B4-BE49-F238E27FC236}">
                <a16:creationId xmlns:a16="http://schemas.microsoft.com/office/drawing/2014/main" id="{E5A92FE9-DB05-4D0D-AF5A-BE8664B9FFB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grpSp>
        <p:nvGrpSpPr>
          <p:cNvPr id="23" name="Group 22">
            <a:extLst>
              <a:ext uri="{FF2B5EF4-FFF2-40B4-BE49-F238E27FC236}">
                <a16:creationId xmlns:a16="http://schemas.microsoft.com/office/drawing/2014/main" id="{53D9B26A-5143-49A7-BA98-D871D5BD719A}"/>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flipH="1">
            <a:off x="6526211" y="1"/>
            <a:ext cx="5014912" cy="6857999"/>
            <a:chOff x="2928938" y="-4763"/>
            <a:chExt cx="5014912" cy="6862763"/>
          </a:xfrm>
        </p:grpSpPr>
        <p:sp>
          <p:nvSpPr>
            <p:cNvPr id="24" name="Freeform 6">
              <a:extLst>
                <a:ext uri="{FF2B5EF4-FFF2-40B4-BE49-F238E27FC236}">
                  <a16:creationId xmlns:a16="http://schemas.microsoft.com/office/drawing/2014/main" id="{68B85E55-A2A1-4682-B891-F201358A92D5}"/>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3367088" y="-4763"/>
              <a:ext cx="1063625" cy="2782888"/>
            </a:xfrm>
            <a:custGeom>
              <a:avLst/>
              <a:gdLst/>
              <a:ahLst/>
              <a:cxnLst/>
              <a:rect l="0" t="0" r="r" b="b"/>
              <a:pathLst>
                <a:path w="670" h="1753">
                  <a:moveTo>
                    <a:pt x="0" y="1696"/>
                  </a:moveTo>
                  <a:lnTo>
                    <a:pt x="225" y="1753"/>
                  </a:lnTo>
                  <a:lnTo>
                    <a:pt x="670" y="0"/>
                  </a:lnTo>
                  <a:lnTo>
                    <a:pt x="430" y="0"/>
                  </a:lnTo>
                  <a:lnTo>
                    <a:pt x="0" y="1696"/>
                  </a:lnTo>
                  <a:close/>
                </a:path>
              </a:pathLst>
            </a:custGeom>
            <a:solidFill>
              <a:schemeClr val="accent1"/>
            </a:solidFill>
            <a:ln>
              <a:noFill/>
            </a:ln>
          </p:spPr>
          <p:txBody>
            <a:bodyPr/>
            <a:lstStyle/>
            <a:p>
              <a:endParaRPr lang="en-US"/>
            </a:p>
          </p:txBody>
        </p:sp>
        <p:sp>
          <p:nvSpPr>
            <p:cNvPr id="25" name="Freeform 7">
              <a:extLst>
                <a:ext uri="{FF2B5EF4-FFF2-40B4-BE49-F238E27FC236}">
                  <a16:creationId xmlns:a16="http://schemas.microsoft.com/office/drawing/2014/main" id="{45EF6EDB-9B5D-49E9-96FA-1AE08BF95E57}"/>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2928938" y="-4763"/>
              <a:ext cx="1035050" cy="2673350"/>
            </a:xfrm>
            <a:custGeom>
              <a:avLst/>
              <a:gdLst/>
              <a:ahLst/>
              <a:cxnLst/>
              <a:rect l="0" t="0" r="r" b="b"/>
              <a:pathLst>
                <a:path w="652" h="1684">
                  <a:moveTo>
                    <a:pt x="225" y="1684"/>
                  </a:moveTo>
                  <a:lnTo>
                    <a:pt x="652" y="0"/>
                  </a:lnTo>
                  <a:lnTo>
                    <a:pt x="411" y="0"/>
                  </a:lnTo>
                  <a:lnTo>
                    <a:pt x="0" y="1627"/>
                  </a:lnTo>
                  <a:lnTo>
                    <a:pt x="219" y="1681"/>
                  </a:lnTo>
                  <a:lnTo>
                    <a:pt x="225" y="1684"/>
                  </a:lnTo>
                  <a:close/>
                </a:path>
              </a:pathLst>
            </a:custGeom>
            <a:solidFill>
              <a:srgbClr val="595959"/>
            </a:solidFill>
            <a:ln>
              <a:noFill/>
            </a:ln>
          </p:spPr>
          <p:txBody>
            <a:bodyPr/>
            <a:lstStyle/>
            <a:p>
              <a:endParaRPr lang="en-US"/>
            </a:p>
          </p:txBody>
        </p:sp>
        <p:sp>
          <p:nvSpPr>
            <p:cNvPr id="26" name="Freeform 12">
              <a:extLst>
                <a:ext uri="{FF2B5EF4-FFF2-40B4-BE49-F238E27FC236}">
                  <a16:creationId xmlns:a16="http://schemas.microsoft.com/office/drawing/2014/main" id="{38338226-D6E2-4EEE-B271-DB4BD096DBA1}"/>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2928938" y="2582862"/>
              <a:ext cx="2693987" cy="4275138"/>
            </a:xfrm>
            <a:custGeom>
              <a:avLst/>
              <a:gdLst/>
              <a:ahLst/>
              <a:cxnLst/>
              <a:rect l="0" t="0" r="r" b="b"/>
              <a:pathLst>
                <a:path w="1697" h="2693">
                  <a:moveTo>
                    <a:pt x="0" y="0"/>
                  </a:moveTo>
                  <a:lnTo>
                    <a:pt x="1622" y="2693"/>
                  </a:lnTo>
                  <a:lnTo>
                    <a:pt x="1697" y="2693"/>
                  </a:lnTo>
                  <a:lnTo>
                    <a:pt x="0" y="0"/>
                  </a:lnTo>
                  <a:close/>
                </a:path>
              </a:pathLst>
            </a:custGeom>
            <a:solidFill>
              <a:srgbClr val="262626"/>
            </a:solidFill>
            <a:ln>
              <a:noFill/>
            </a:ln>
          </p:spPr>
          <p:txBody>
            <a:bodyPr/>
            <a:lstStyle/>
            <a:p>
              <a:endParaRPr lang="en-US"/>
            </a:p>
          </p:txBody>
        </p:sp>
        <p:sp>
          <p:nvSpPr>
            <p:cNvPr id="27" name="Freeform 13">
              <a:extLst>
                <a:ext uri="{FF2B5EF4-FFF2-40B4-BE49-F238E27FC236}">
                  <a16:creationId xmlns:a16="http://schemas.microsoft.com/office/drawing/2014/main" id="{4878FB48-17B3-4A11-8025-DE0945CD4E71}"/>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3371850" y="2692400"/>
              <a:ext cx="3332162" cy="4165600"/>
            </a:xfrm>
            <a:custGeom>
              <a:avLst/>
              <a:gdLst/>
              <a:ahLst/>
              <a:cxnLst/>
              <a:rect l="0" t="0" r="r" b="b"/>
              <a:pathLst>
                <a:path w="2099" h="2624">
                  <a:moveTo>
                    <a:pt x="2099" y="2624"/>
                  </a:moveTo>
                  <a:lnTo>
                    <a:pt x="0" y="0"/>
                  </a:lnTo>
                  <a:lnTo>
                    <a:pt x="2021" y="2624"/>
                  </a:lnTo>
                  <a:lnTo>
                    <a:pt x="2099" y="2624"/>
                  </a:lnTo>
                  <a:close/>
                </a:path>
              </a:pathLst>
            </a:custGeom>
            <a:solidFill>
              <a:schemeClr val="accent1">
                <a:lumMod val="50000"/>
              </a:schemeClr>
            </a:solidFill>
            <a:ln>
              <a:noFill/>
            </a:ln>
          </p:spPr>
          <p:txBody>
            <a:bodyPr/>
            <a:lstStyle/>
            <a:p>
              <a:endParaRPr lang="en-US"/>
            </a:p>
          </p:txBody>
        </p:sp>
        <p:sp>
          <p:nvSpPr>
            <p:cNvPr id="28" name="Freeform 14">
              <a:extLst>
                <a:ext uri="{FF2B5EF4-FFF2-40B4-BE49-F238E27FC236}">
                  <a16:creationId xmlns:a16="http://schemas.microsoft.com/office/drawing/2014/main" id="{4150A21C-DD6D-4D3C-9E95-7A3CA263BEB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3367088" y="2687637"/>
              <a:ext cx="4576762" cy="4170363"/>
            </a:xfrm>
            <a:custGeom>
              <a:avLst/>
              <a:gdLst/>
              <a:ahLst/>
              <a:cxnLst/>
              <a:rect l="0" t="0" r="r" b="b"/>
              <a:pathLst>
                <a:path w="2883" h="2627">
                  <a:moveTo>
                    <a:pt x="0" y="0"/>
                  </a:moveTo>
                  <a:lnTo>
                    <a:pt x="3" y="3"/>
                  </a:lnTo>
                  <a:lnTo>
                    <a:pt x="2102" y="2627"/>
                  </a:lnTo>
                  <a:lnTo>
                    <a:pt x="2883" y="2627"/>
                  </a:lnTo>
                  <a:lnTo>
                    <a:pt x="225" y="57"/>
                  </a:lnTo>
                  <a:lnTo>
                    <a:pt x="0" y="0"/>
                  </a:lnTo>
                  <a:close/>
                </a:path>
              </a:pathLst>
            </a:custGeom>
            <a:solidFill>
              <a:schemeClr val="accent1">
                <a:lumMod val="75000"/>
              </a:schemeClr>
            </a:solidFill>
            <a:ln>
              <a:noFill/>
            </a:ln>
          </p:spPr>
          <p:txBody>
            <a:bodyPr/>
            <a:lstStyle/>
            <a:p>
              <a:endParaRPr lang="en-US"/>
            </a:p>
          </p:txBody>
        </p:sp>
        <p:sp>
          <p:nvSpPr>
            <p:cNvPr id="29" name="Freeform 15">
              <a:extLst>
                <a:ext uri="{FF2B5EF4-FFF2-40B4-BE49-F238E27FC236}">
                  <a16:creationId xmlns:a16="http://schemas.microsoft.com/office/drawing/2014/main" id="{7505BF04-104D-4180-A284-42FCD6B04DD6}"/>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2928938" y="2578100"/>
              <a:ext cx="3584575" cy="4279900"/>
            </a:xfrm>
            <a:custGeom>
              <a:avLst/>
              <a:gdLst/>
              <a:ahLst/>
              <a:cxnLst/>
              <a:rect l="0" t="0" r="r" b="b"/>
              <a:pathLst>
                <a:path w="2258" h="2696">
                  <a:moveTo>
                    <a:pt x="2258" y="2696"/>
                  </a:moveTo>
                  <a:lnTo>
                    <a:pt x="264" y="111"/>
                  </a:lnTo>
                  <a:lnTo>
                    <a:pt x="228" y="60"/>
                  </a:lnTo>
                  <a:lnTo>
                    <a:pt x="225" y="57"/>
                  </a:lnTo>
                  <a:lnTo>
                    <a:pt x="0" y="0"/>
                  </a:lnTo>
                  <a:lnTo>
                    <a:pt x="0" y="3"/>
                  </a:lnTo>
                  <a:lnTo>
                    <a:pt x="1697" y="2696"/>
                  </a:lnTo>
                  <a:lnTo>
                    <a:pt x="2258" y="2696"/>
                  </a:lnTo>
                  <a:close/>
                </a:path>
              </a:pathLst>
            </a:custGeom>
            <a:solidFill>
              <a:srgbClr val="404040"/>
            </a:solidFill>
            <a:ln>
              <a:noFill/>
            </a:ln>
          </p:spPr>
          <p:txBody>
            <a:bodyPr/>
            <a:lstStyle/>
            <a:p>
              <a:endParaRPr lang="en-US"/>
            </a:p>
          </p:txBody>
        </p:sp>
      </p:grpSp>
      <p:sp>
        <p:nvSpPr>
          <p:cNvPr id="2" name="Title 1">
            <a:extLst>
              <a:ext uri="{FF2B5EF4-FFF2-40B4-BE49-F238E27FC236}">
                <a16:creationId xmlns:a16="http://schemas.microsoft.com/office/drawing/2014/main" id="{652CD06E-EB43-4697-A9C1-290232C3BAD6}"/>
              </a:ext>
            </a:extLst>
          </p:cNvPr>
          <p:cNvSpPr>
            <a:spLocks noGrp="1"/>
          </p:cNvSpPr>
          <p:nvPr>
            <p:ph type="ctrTitle"/>
          </p:nvPr>
        </p:nvSpPr>
        <p:spPr>
          <a:xfrm>
            <a:off x="473345" y="0"/>
            <a:ext cx="11604355" cy="1223994"/>
          </a:xfrm>
        </p:spPr>
        <p:txBody>
          <a:bodyPr>
            <a:noAutofit/>
          </a:bodyPr>
          <a:lstStyle/>
          <a:p>
            <a:pPr algn="l"/>
            <a:r>
              <a:rPr lang="en-US" sz="5400" b="1" dirty="0">
                <a:latin typeface="Mystical Woods Smooth Script" panose="02000500000000000000" pitchFamily="2" charset="0"/>
                <a:cs typeface="Cavolini" panose="03000502040302020204" pitchFamily="66" charset="0"/>
              </a:rPr>
              <a:t>Components</a:t>
            </a:r>
          </a:p>
        </p:txBody>
      </p:sp>
      <p:grpSp>
        <p:nvGrpSpPr>
          <p:cNvPr id="6" name="Group 5">
            <a:extLst>
              <a:ext uri="{FF2B5EF4-FFF2-40B4-BE49-F238E27FC236}">
                <a16:creationId xmlns:a16="http://schemas.microsoft.com/office/drawing/2014/main" id="{752A73B4-49EC-E765-1462-2A106F07C3D4}"/>
              </a:ext>
            </a:extLst>
          </p:cNvPr>
          <p:cNvGrpSpPr/>
          <p:nvPr/>
        </p:nvGrpSpPr>
        <p:grpSpPr>
          <a:xfrm>
            <a:off x="522645" y="1132554"/>
            <a:ext cx="8950321" cy="182880"/>
            <a:chOff x="1089027" y="1251583"/>
            <a:chExt cx="8950321" cy="182880"/>
          </a:xfrm>
        </p:grpSpPr>
        <p:cxnSp>
          <p:nvCxnSpPr>
            <p:cNvPr id="4" name="Straight Connector 3">
              <a:extLst>
                <a:ext uri="{FF2B5EF4-FFF2-40B4-BE49-F238E27FC236}">
                  <a16:creationId xmlns:a16="http://schemas.microsoft.com/office/drawing/2014/main" id="{1111542F-3245-DDEC-4B5A-7412E7DBE5FD}"/>
                </a:ext>
              </a:extLst>
            </p:cNvPr>
            <p:cNvCxnSpPr/>
            <p:nvPr/>
          </p:nvCxnSpPr>
          <p:spPr>
            <a:xfrm>
              <a:off x="1089027" y="1347537"/>
              <a:ext cx="8786493" cy="0"/>
            </a:xfrm>
            <a:prstGeom prst="line">
              <a:avLst/>
            </a:prstGeom>
            <a:ln w="38100">
              <a:solidFill>
                <a:srgbClr val="595959"/>
              </a:solidFill>
            </a:ln>
            <a:effectLst>
              <a:reflection blurRad="6350" stA="50000" endA="275" endPos="40000" dist="101600" dir="5400000" sy="-100000" algn="bl" rotWithShape="0"/>
              <a:softEdge rad="12700"/>
            </a:effectLst>
          </p:spPr>
          <p:style>
            <a:lnRef idx="3">
              <a:schemeClr val="dk1"/>
            </a:lnRef>
            <a:fillRef idx="0">
              <a:schemeClr val="dk1"/>
            </a:fillRef>
            <a:effectRef idx="2">
              <a:schemeClr val="dk1"/>
            </a:effectRef>
            <a:fontRef idx="minor">
              <a:schemeClr val="tx1"/>
            </a:fontRef>
          </p:style>
        </p:cxnSp>
        <p:sp>
          <p:nvSpPr>
            <p:cNvPr id="5" name="Flowchart: Connector 4">
              <a:extLst>
                <a:ext uri="{FF2B5EF4-FFF2-40B4-BE49-F238E27FC236}">
                  <a16:creationId xmlns:a16="http://schemas.microsoft.com/office/drawing/2014/main" id="{B2858492-B751-8ED7-57BE-708D61DDCF50}"/>
                </a:ext>
              </a:extLst>
            </p:cNvPr>
            <p:cNvSpPr/>
            <p:nvPr/>
          </p:nvSpPr>
          <p:spPr>
            <a:xfrm>
              <a:off x="9856468" y="1251583"/>
              <a:ext cx="182880" cy="182880"/>
            </a:xfrm>
            <a:prstGeom prst="flowChartConnector">
              <a:avLst/>
            </a:prstGeom>
            <a:ln>
              <a:noFill/>
            </a:ln>
            <a:effectLst>
              <a:outerShdw blurRad="50800" dist="38100" dir="2700000" algn="tl"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graphicFrame>
        <p:nvGraphicFramePr>
          <p:cNvPr id="7" name="Table 7">
            <a:extLst>
              <a:ext uri="{FF2B5EF4-FFF2-40B4-BE49-F238E27FC236}">
                <a16:creationId xmlns:a16="http://schemas.microsoft.com/office/drawing/2014/main" id="{72F3F8EF-729E-B04A-D5A6-CBDA516D4695}"/>
              </a:ext>
            </a:extLst>
          </p:cNvPr>
          <p:cNvGraphicFramePr>
            <a:graphicFrameLocks noGrp="1"/>
          </p:cNvGraphicFramePr>
          <p:nvPr>
            <p:extLst>
              <p:ext uri="{D42A27DB-BD31-4B8C-83A1-F6EECF244321}">
                <p14:modId xmlns:p14="http://schemas.microsoft.com/office/powerpoint/2010/main" val="1418441782"/>
              </p:ext>
            </p:extLst>
          </p:nvPr>
        </p:nvGraphicFramePr>
        <p:xfrm>
          <a:off x="586761" y="1760220"/>
          <a:ext cx="10004940" cy="3657600"/>
        </p:xfrm>
        <a:graphic>
          <a:graphicData uri="http://schemas.openxmlformats.org/drawingml/2006/table">
            <a:tbl>
              <a:tblPr firstRow="1" bandRow="1">
                <a:tableStyleId>{5C22544A-7EE6-4342-B048-85BDC9FD1C3A}</a:tableStyleId>
              </a:tblPr>
              <a:tblGrid>
                <a:gridCol w="621030">
                  <a:extLst>
                    <a:ext uri="{9D8B030D-6E8A-4147-A177-3AD203B41FA5}">
                      <a16:colId xmlns:a16="http://schemas.microsoft.com/office/drawing/2014/main" val="2473130284"/>
                    </a:ext>
                  </a:extLst>
                </a:gridCol>
                <a:gridCol w="9383910">
                  <a:extLst>
                    <a:ext uri="{9D8B030D-6E8A-4147-A177-3AD203B41FA5}">
                      <a16:colId xmlns:a16="http://schemas.microsoft.com/office/drawing/2014/main" val="3159472711"/>
                    </a:ext>
                  </a:extLst>
                </a:gridCol>
              </a:tblGrid>
              <a:tr h="731520">
                <a:tc>
                  <a:txBody>
                    <a:bodyPr/>
                    <a:lstStyle/>
                    <a:p>
                      <a:pPr algn="just"/>
                      <a:r>
                        <a:rPr lang="en-US" sz="2000" b="1" dirty="0">
                          <a:solidFill>
                            <a:srgbClr val="30ACEC"/>
                          </a:solidFill>
                          <a:latin typeface="Mystical Woods Smooth Script" panose="02000500000000000000" pitchFamily="2" charset="0"/>
                          <a:cs typeface="Cavolini" panose="03000502040302020204" pitchFamily="66" charset="0"/>
                        </a:rPr>
                        <a:t>&lt;/&gt;</a:t>
                      </a: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38100" cmpd="sng">
                      <a:noFill/>
                    </a:lnB>
                    <a:lnTlToBr w="12700" cmpd="sng">
                      <a:noFill/>
                      <a:prstDash val="solid"/>
                    </a:lnTlToBr>
                    <a:lnBlToTr w="12700" cmpd="sng">
                      <a:noFill/>
                      <a:prstDash val="solid"/>
                    </a:lnBlToTr>
                    <a:noFill/>
                  </a:tcPr>
                </a:tc>
                <a:tc>
                  <a:txBody>
                    <a:bodyPr/>
                    <a:lstStyle/>
                    <a:p>
                      <a:pPr algn="just"/>
                      <a:r>
                        <a:rPr lang="en-US" sz="2100" b="1" i="0" dirty="0">
                          <a:solidFill>
                            <a:schemeClr val="tx1"/>
                          </a:solidFill>
                          <a:effectLst/>
                          <a:latin typeface="Cavolini" panose="03000502040302020204" pitchFamily="66" charset="0"/>
                          <a:cs typeface="Cavolini" panose="03000502040302020204" pitchFamily="66" charset="0"/>
                        </a:rPr>
                        <a:t>Earlier, the developers write more than thousands of lines of code for developing a single page application.</a:t>
                      </a:r>
                      <a:endParaRPr lang="en-US" sz="2100" b="1" dirty="0">
                        <a:solidFill>
                          <a:schemeClr val="tx1"/>
                        </a:solidFill>
                        <a:latin typeface="Cavolini" panose="03000502040302020204" pitchFamily="66" charset="0"/>
                        <a:cs typeface="Cavolini" panose="03000502040302020204" pitchFamily="66" charset="0"/>
                      </a:endParaRPr>
                    </a:p>
                  </a:txBody>
                  <a:tcPr>
                    <a:lnL w="12700" cap="flat" cmpd="sng" algn="ctr">
                      <a:noFill/>
                      <a:prstDash val="solid"/>
                      <a:round/>
                      <a:headEnd type="none" w="med" len="med"/>
                      <a:tailEnd type="none" w="med" len="med"/>
                    </a:lnL>
                    <a:lnR w="12700" cmpd="sng">
                      <a:noFill/>
                    </a:lnR>
                    <a:lnT w="12700" cmpd="sng">
                      <a:noFill/>
                    </a:lnT>
                    <a:lnB w="38100" cmpd="sng">
                      <a:noFill/>
                    </a:lnB>
                    <a:lnTlToBr w="12700" cmpd="sng">
                      <a:noFill/>
                      <a:prstDash val="solid"/>
                    </a:lnTlToBr>
                    <a:lnBlToTr w="12700" cmpd="sng">
                      <a:noFill/>
                      <a:prstDash val="solid"/>
                    </a:lnBlToTr>
                    <a:noFill/>
                  </a:tcPr>
                </a:tc>
                <a:extLst>
                  <a:ext uri="{0D108BD9-81ED-4DB2-BD59-A6C34878D82A}">
                    <a16:rowId xmlns:a16="http://schemas.microsoft.com/office/drawing/2014/main" val="2044279959"/>
                  </a:ext>
                </a:extLst>
              </a:tr>
              <a:tr h="731520">
                <a:tc>
                  <a:txBody>
                    <a:bodyPr/>
                    <a:lstStyle/>
                    <a:p>
                      <a:pPr algn="just"/>
                      <a:r>
                        <a:rPr lang="en-US" sz="2000" b="1" dirty="0">
                          <a:solidFill>
                            <a:srgbClr val="30ACEC"/>
                          </a:solidFill>
                          <a:latin typeface="Mystical Woods Smooth Script" panose="02000500000000000000" pitchFamily="2" charset="0"/>
                          <a:cs typeface="Cavolini" panose="03000502040302020204" pitchFamily="66" charset="0"/>
                        </a:rPr>
                        <a:t>&lt;/&gt;</a:t>
                      </a: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mpd="sng">
                      <a:noFill/>
                    </a:lnT>
                    <a:lnB w="38100" cmpd="sng">
                      <a:noFill/>
                    </a:lnB>
                    <a:lnTlToBr w="12700" cmpd="sng">
                      <a:noFill/>
                      <a:prstDash val="solid"/>
                    </a:lnTlToBr>
                    <a:lnBlToTr w="12700" cmpd="sng">
                      <a:noFill/>
                      <a:prstDash val="solid"/>
                    </a:lnBlToTr>
                    <a:noFill/>
                  </a:tcPr>
                </a:tc>
                <a:tc>
                  <a:txBody>
                    <a:bodyPr/>
                    <a:lstStyle/>
                    <a:p>
                      <a:pPr algn="just"/>
                      <a:r>
                        <a:rPr lang="en-US" sz="2100" b="1" i="0" kern="1200" dirty="0">
                          <a:solidFill>
                            <a:schemeClr val="tx1"/>
                          </a:solidFill>
                          <a:effectLst/>
                          <a:latin typeface="Cavolini" panose="03000502040302020204" pitchFamily="66" charset="0"/>
                          <a:ea typeface="+mn-ea"/>
                          <a:cs typeface="Cavolini" panose="03000502040302020204" pitchFamily="66" charset="0"/>
                        </a:rPr>
                        <a:t>These applications follow the traditional DOM structure, and making changes in them was a very challenging task.</a:t>
                      </a:r>
                      <a:endParaRPr lang="en-US" sz="2100" b="1" dirty="0">
                        <a:solidFill>
                          <a:schemeClr val="tx1"/>
                        </a:solidFill>
                        <a:latin typeface="Cavolini" panose="03000502040302020204" pitchFamily="66" charset="0"/>
                        <a:cs typeface="Cavolini" panose="03000502040302020204" pitchFamily="66" charset="0"/>
                      </a:endParaRPr>
                    </a:p>
                  </a:txBody>
                  <a:tcPr>
                    <a:lnL w="12700" cap="flat" cmpd="sng" algn="ctr">
                      <a:noFill/>
                      <a:prstDash val="solid"/>
                      <a:round/>
                      <a:headEnd type="none" w="med" len="med"/>
                      <a:tailEnd type="none" w="med" len="med"/>
                    </a:lnL>
                    <a:lnR w="12700" cmpd="sng">
                      <a:noFill/>
                    </a:lnR>
                    <a:lnT w="12700" cmpd="sng">
                      <a:noFill/>
                    </a:lnT>
                    <a:lnB w="38100" cmpd="sng">
                      <a:noFill/>
                    </a:lnB>
                    <a:lnTlToBr w="12700" cmpd="sng">
                      <a:noFill/>
                      <a:prstDash val="solid"/>
                    </a:lnTlToBr>
                    <a:lnBlToTr w="12700" cmpd="sng">
                      <a:noFill/>
                      <a:prstDash val="solid"/>
                    </a:lnBlToTr>
                    <a:noFill/>
                  </a:tcPr>
                </a:tc>
                <a:extLst>
                  <a:ext uri="{0D108BD9-81ED-4DB2-BD59-A6C34878D82A}">
                    <a16:rowId xmlns:a16="http://schemas.microsoft.com/office/drawing/2014/main" val="2747036755"/>
                  </a:ext>
                </a:extLst>
              </a:tr>
              <a:tr h="731520">
                <a:tc>
                  <a:txBody>
                    <a:bodyPr/>
                    <a:lstStyle/>
                    <a:p>
                      <a:pPr algn="just"/>
                      <a:r>
                        <a:rPr lang="en-US" sz="2000" b="1" dirty="0">
                          <a:solidFill>
                            <a:srgbClr val="30ACEC"/>
                          </a:solidFill>
                          <a:latin typeface="Mystical Woods Smooth Script" panose="02000500000000000000" pitchFamily="2" charset="0"/>
                          <a:cs typeface="Cavolini" panose="03000502040302020204" pitchFamily="66" charset="0"/>
                        </a:rPr>
                        <a:t>&lt;/&gt;</a:t>
                      </a: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mpd="sng">
                      <a:noFill/>
                    </a:lnT>
                    <a:lnB w="38100" cmpd="sng">
                      <a:noFill/>
                    </a:lnB>
                    <a:lnTlToBr w="12700" cmpd="sng">
                      <a:noFill/>
                      <a:prstDash val="solid"/>
                    </a:lnTlToBr>
                    <a:lnBlToTr w="12700" cmpd="sng">
                      <a:noFill/>
                      <a:prstDash val="solid"/>
                    </a:lnBlToTr>
                    <a:noFill/>
                  </a:tcPr>
                </a:tc>
                <a:tc>
                  <a:txBody>
                    <a:bodyPr/>
                    <a:lstStyle/>
                    <a:p>
                      <a:pPr algn="just"/>
                      <a:r>
                        <a:rPr lang="en-US" sz="2100" b="1" i="0" kern="1200" dirty="0">
                          <a:solidFill>
                            <a:schemeClr val="tx1"/>
                          </a:solidFill>
                          <a:effectLst/>
                          <a:latin typeface="Cavolini" panose="03000502040302020204" pitchFamily="66" charset="0"/>
                          <a:ea typeface="+mn-ea"/>
                          <a:cs typeface="Cavolini" panose="03000502040302020204" pitchFamily="66" charset="0"/>
                        </a:rPr>
                        <a:t>If any mistake found, it manually searches the entire application and update accordingly.</a:t>
                      </a:r>
                      <a:endParaRPr lang="en-US" sz="2100" b="1" dirty="0">
                        <a:solidFill>
                          <a:schemeClr val="tx1"/>
                        </a:solidFill>
                        <a:latin typeface="Cavolini" panose="03000502040302020204" pitchFamily="66" charset="0"/>
                        <a:cs typeface="Cavolini" panose="03000502040302020204" pitchFamily="66" charset="0"/>
                      </a:endParaRPr>
                    </a:p>
                  </a:txBody>
                  <a:tcPr>
                    <a:lnL w="12700" cap="flat" cmpd="sng" algn="ctr">
                      <a:noFill/>
                      <a:prstDash val="solid"/>
                      <a:round/>
                      <a:headEnd type="none" w="med" len="med"/>
                      <a:tailEnd type="none" w="med" len="med"/>
                    </a:lnL>
                    <a:lnR w="12700" cmpd="sng">
                      <a:noFill/>
                    </a:lnR>
                    <a:lnT w="12700" cmpd="sng">
                      <a:noFill/>
                    </a:lnT>
                    <a:lnB w="38100" cmpd="sng">
                      <a:noFill/>
                    </a:lnB>
                    <a:lnTlToBr w="12700" cmpd="sng">
                      <a:noFill/>
                      <a:prstDash val="solid"/>
                    </a:lnTlToBr>
                    <a:lnBlToTr w="12700" cmpd="sng">
                      <a:noFill/>
                      <a:prstDash val="solid"/>
                    </a:lnBlToTr>
                    <a:noFill/>
                  </a:tcPr>
                </a:tc>
                <a:extLst>
                  <a:ext uri="{0D108BD9-81ED-4DB2-BD59-A6C34878D82A}">
                    <a16:rowId xmlns:a16="http://schemas.microsoft.com/office/drawing/2014/main" val="2230090173"/>
                  </a:ext>
                </a:extLst>
              </a:tr>
              <a:tr h="731520">
                <a:tc>
                  <a:txBody>
                    <a:bodyPr/>
                    <a:lstStyle/>
                    <a:p>
                      <a:pPr algn="just"/>
                      <a:r>
                        <a:rPr lang="en-US" sz="2000" b="1" dirty="0">
                          <a:solidFill>
                            <a:srgbClr val="30ACEC"/>
                          </a:solidFill>
                          <a:latin typeface="Mystical Woods Smooth Script" panose="02000500000000000000" pitchFamily="2" charset="0"/>
                          <a:cs typeface="Cavolini" panose="03000502040302020204" pitchFamily="66" charset="0"/>
                        </a:rPr>
                        <a:t>&lt;/&gt;</a:t>
                      </a: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mpd="sng">
                      <a:noFill/>
                    </a:lnT>
                    <a:lnB w="38100" cmpd="sng">
                      <a:noFill/>
                    </a:lnB>
                    <a:lnTlToBr w="12700" cmpd="sng">
                      <a:noFill/>
                      <a:prstDash val="solid"/>
                    </a:lnTlToBr>
                    <a:lnBlToTr w="12700" cmpd="sng">
                      <a:noFill/>
                      <a:prstDash val="solid"/>
                    </a:lnBlToTr>
                    <a:noFill/>
                  </a:tcPr>
                </a:tc>
                <a:tc>
                  <a:txBody>
                    <a:bodyPr/>
                    <a:lstStyle/>
                    <a:p>
                      <a:pPr algn="just"/>
                      <a:r>
                        <a:rPr lang="en-US" sz="2100" b="1" i="0" kern="1200" dirty="0">
                          <a:solidFill>
                            <a:schemeClr val="tx1"/>
                          </a:solidFill>
                          <a:effectLst/>
                          <a:latin typeface="Cavolini" panose="03000502040302020204" pitchFamily="66" charset="0"/>
                          <a:ea typeface="+mn-ea"/>
                          <a:cs typeface="Cavolini" panose="03000502040302020204" pitchFamily="66" charset="0"/>
                        </a:rPr>
                        <a:t>The component-based approach was introduced to overcome an issue.</a:t>
                      </a:r>
                      <a:endParaRPr lang="en-US" sz="2100" b="1" dirty="0">
                        <a:solidFill>
                          <a:schemeClr val="tx1"/>
                        </a:solidFill>
                        <a:latin typeface="Cavolini" panose="03000502040302020204" pitchFamily="66" charset="0"/>
                        <a:cs typeface="Cavolini" panose="03000502040302020204" pitchFamily="66" charset="0"/>
                      </a:endParaRPr>
                    </a:p>
                  </a:txBody>
                  <a:tcPr>
                    <a:lnL w="12700" cap="flat" cmpd="sng" algn="ctr">
                      <a:noFill/>
                      <a:prstDash val="solid"/>
                      <a:round/>
                      <a:headEnd type="none" w="med" len="med"/>
                      <a:tailEnd type="none" w="med" len="med"/>
                    </a:lnL>
                    <a:lnR w="12700" cmpd="sng">
                      <a:noFill/>
                    </a:lnR>
                    <a:lnT w="12700" cmpd="sng">
                      <a:noFill/>
                    </a:lnT>
                    <a:lnB w="38100" cmpd="sng">
                      <a:noFill/>
                    </a:lnB>
                    <a:lnTlToBr w="12700" cmpd="sng">
                      <a:noFill/>
                      <a:prstDash val="solid"/>
                    </a:lnTlToBr>
                    <a:lnBlToTr w="12700" cmpd="sng">
                      <a:noFill/>
                      <a:prstDash val="solid"/>
                    </a:lnBlToTr>
                    <a:noFill/>
                  </a:tcPr>
                </a:tc>
                <a:extLst>
                  <a:ext uri="{0D108BD9-81ED-4DB2-BD59-A6C34878D82A}">
                    <a16:rowId xmlns:a16="http://schemas.microsoft.com/office/drawing/2014/main" val="808283890"/>
                  </a:ext>
                </a:extLst>
              </a:tr>
              <a:tr h="731520">
                <a:tc>
                  <a:txBody>
                    <a:bodyPr/>
                    <a:lstStyle/>
                    <a:p>
                      <a:pPr algn="just"/>
                      <a:r>
                        <a:rPr lang="en-US" sz="2000" b="1" dirty="0">
                          <a:solidFill>
                            <a:srgbClr val="30ACEC"/>
                          </a:solidFill>
                          <a:latin typeface="Mystical Woods Smooth Script" panose="02000500000000000000" pitchFamily="2" charset="0"/>
                          <a:cs typeface="Cavolini" panose="03000502040302020204" pitchFamily="66" charset="0"/>
                        </a:rPr>
                        <a:t>&lt;/&gt;</a:t>
                      </a: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mpd="sng">
                      <a:noFill/>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just"/>
                      <a:r>
                        <a:rPr lang="en-US" sz="2100" b="1" i="0" kern="1200" dirty="0">
                          <a:solidFill>
                            <a:schemeClr val="tx1"/>
                          </a:solidFill>
                          <a:effectLst/>
                          <a:latin typeface="Cavolini" panose="03000502040302020204" pitchFamily="66" charset="0"/>
                          <a:ea typeface="+mn-ea"/>
                          <a:cs typeface="Cavolini" panose="03000502040302020204" pitchFamily="66" charset="0"/>
                        </a:rPr>
                        <a:t>In this approach, the entire application is divided into a small logical group of code, which is known as components.</a:t>
                      </a:r>
                      <a:endParaRPr lang="en-US" sz="2100" b="1" dirty="0">
                        <a:solidFill>
                          <a:schemeClr val="tx1"/>
                        </a:solidFill>
                        <a:latin typeface="Cavolini" panose="03000502040302020204" pitchFamily="66" charset="0"/>
                        <a:cs typeface="Cavolini" panose="03000502040302020204" pitchFamily="66" charset="0"/>
                      </a:endParaRPr>
                    </a:p>
                  </a:txBody>
                  <a:tcPr>
                    <a:lnL w="12700" cap="flat" cmpd="sng" algn="ctr">
                      <a:noFill/>
                      <a:prstDash val="solid"/>
                      <a:round/>
                      <a:headEnd type="none" w="med" len="med"/>
                      <a:tailEnd type="none" w="med" len="med"/>
                    </a:lnL>
                    <a:lnR w="12700" cmpd="sng">
                      <a:noFill/>
                    </a:lnR>
                    <a:lnT w="12700" cmpd="sng">
                      <a:noFill/>
                    </a:lnT>
                    <a:lnB w="38100" cmpd="sng">
                      <a:noFill/>
                    </a:lnB>
                    <a:lnTlToBr w="12700" cmpd="sng">
                      <a:noFill/>
                      <a:prstDash val="solid"/>
                    </a:lnTlToBr>
                    <a:lnBlToTr w="12700" cmpd="sng">
                      <a:noFill/>
                      <a:prstDash val="solid"/>
                    </a:lnBlToTr>
                    <a:noFill/>
                  </a:tcPr>
                </a:tc>
                <a:extLst>
                  <a:ext uri="{0D108BD9-81ED-4DB2-BD59-A6C34878D82A}">
                    <a16:rowId xmlns:a16="http://schemas.microsoft.com/office/drawing/2014/main" val="1896127124"/>
                  </a:ext>
                </a:extLst>
              </a:tr>
            </a:tbl>
          </a:graphicData>
        </a:graphic>
      </p:graphicFrame>
    </p:spTree>
    <p:extLst>
      <p:ext uri="{BB962C8B-B14F-4D97-AF65-F5344CB8AC3E}">
        <p14:creationId xmlns:p14="http://schemas.microsoft.com/office/powerpoint/2010/main" val="2866980515"/>
      </p:ext>
    </p:extLst>
  </p:cSld>
  <p:clrMapOvr>
    <a:overrideClrMapping bg1="dk1" tx1="lt1" bg2="dk2" tx2="lt2" accent1="accent1" accent2="accent2" accent3="accent3" accent4="accent4" accent5="accent5" accent6="accent6" hlink="hlink" folHlink="folHlink"/>
  </p:clrMapOvr>
  <mc:AlternateContent xmlns:mc="http://schemas.openxmlformats.org/markup-compatibility/2006" xmlns:p159="http://schemas.microsoft.com/office/powerpoint/2015/09/main">
    <mc:Choice Requires="p159">
      <p:transition>
        <p159:morph option="byObject"/>
      </p:transition>
    </mc:Choice>
    <mc:Fallback xmlns="">
      <p:transition>
        <p:fade/>
      </p:transition>
    </mc:Fallback>
  </mc:AlternateContent>
</p:sld>
</file>

<file path=ppt/slides/slide14.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sp useBgFill="1">
        <p:nvSpPr>
          <p:cNvPr id="21" name="Rectangle 20">
            <a:extLst>
              <a:ext uri="{FF2B5EF4-FFF2-40B4-BE49-F238E27FC236}">
                <a16:creationId xmlns:a16="http://schemas.microsoft.com/office/drawing/2014/main" id="{E5A92FE9-DB05-4D0D-AF5A-BE8664B9FFB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grpSp>
        <p:nvGrpSpPr>
          <p:cNvPr id="23" name="Group 22">
            <a:extLst>
              <a:ext uri="{FF2B5EF4-FFF2-40B4-BE49-F238E27FC236}">
                <a16:creationId xmlns:a16="http://schemas.microsoft.com/office/drawing/2014/main" id="{53D9B26A-5143-49A7-BA98-D871D5BD719A}"/>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flipH="1">
            <a:off x="6526211" y="1"/>
            <a:ext cx="5014912" cy="6857999"/>
            <a:chOff x="2928938" y="-4763"/>
            <a:chExt cx="5014912" cy="6862763"/>
          </a:xfrm>
        </p:grpSpPr>
        <p:sp>
          <p:nvSpPr>
            <p:cNvPr id="24" name="Freeform 6">
              <a:extLst>
                <a:ext uri="{FF2B5EF4-FFF2-40B4-BE49-F238E27FC236}">
                  <a16:creationId xmlns:a16="http://schemas.microsoft.com/office/drawing/2014/main" id="{68B85E55-A2A1-4682-B891-F201358A92D5}"/>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3367088" y="-4763"/>
              <a:ext cx="1063625" cy="2782888"/>
            </a:xfrm>
            <a:custGeom>
              <a:avLst/>
              <a:gdLst/>
              <a:ahLst/>
              <a:cxnLst/>
              <a:rect l="0" t="0" r="r" b="b"/>
              <a:pathLst>
                <a:path w="670" h="1753">
                  <a:moveTo>
                    <a:pt x="0" y="1696"/>
                  </a:moveTo>
                  <a:lnTo>
                    <a:pt x="225" y="1753"/>
                  </a:lnTo>
                  <a:lnTo>
                    <a:pt x="670" y="0"/>
                  </a:lnTo>
                  <a:lnTo>
                    <a:pt x="430" y="0"/>
                  </a:lnTo>
                  <a:lnTo>
                    <a:pt x="0" y="1696"/>
                  </a:lnTo>
                  <a:close/>
                </a:path>
              </a:pathLst>
            </a:custGeom>
            <a:solidFill>
              <a:schemeClr val="accent1"/>
            </a:solidFill>
            <a:ln>
              <a:noFill/>
            </a:ln>
          </p:spPr>
          <p:txBody>
            <a:bodyPr/>
            <a:lstStyle/>
            <a:p>
              <a:endParaRPr lang="en-US"/>
            </a:p>
          </p:txBody>
        </p:sp>
        <p:sp>
          <p:nvSpPr>
            <p:cNvPr id="25" name="Freeform 7">
              <a:extLst>
                <a:ext uri="{FF2B5EF4-FFF2-40B4-BE49-F238E27FC236}">
                  <a16:creationId xmlns:a16="http://schemas.microsoft.com/office/drawing/2014/main" id="{45EF6EDB-9B5D-49E9-96FA-1AE08BF95E57}"/>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2928938" y="-4763"/>
              <a:ext cx="1035050" cy="2673350"/>
            </a:xfrm>
            <a:custGeom>
              <a:avLst/>
              <a:gdLst/>
              <a:ahLst/>
              <a:cxnLst/>
              <a:rect l="0" t="0" r="r" b="b"/>
              <a:pathLst>
                <a:path w="652" h="1684">
                  <a:moveTo>
                    <a:pt x="225" y="1684"/>
                  </a:moveTo>
                  <a:lnTo>
                    <a:pt x="652" y="0"/>
                  </a:lnTo>
                  <a:lnTo>
                    <a:pt x="411" y="0"/>
                  </a:lnTo>
                  <a:lnTo>
                    <a:pt x="0" y="1627"/>
                  </a:lnTo>
                  <a:lnTo>
                    <a:pt x="219" y="1681"/>
                  </a:lnTo>
                  <a:lnTo>
                    <a:pt x="225" y="1684"/>
                  </a:lnTo>
                  <a:close/>
                </a:path>
              </a:pathLst>
            </a:custGeom>
            <a:solidFill>
              <a:srgbClr val="595959"/>
            </a:solidFill>
            <a:ln>
              <a:noFill/>
            </a:ln>
          </p:spPr>
          <p:txBody>
            <a:bodyPr/>
            <a:lstStyle/>
            <a:p>
              <a:endParaRPr lang="en-US"/>
            </a:p>
          </p:txBody>
        </p:sp>
        <p:sp>
          <p:nvSpPr>
            <p:cNvPr id="26" name="Freeform 12">
              <a:extLst>
                <a:ext uri="{FF2B5EF4-FFF2-40B4-BE49-F238E27FC236}">
                  <a16:creationId xmlns:a16="http://schemas.microsoft.com/office/drawing/2014/main" id="{38338226-D6E2-4EEE-B271-DB4BD096DBA1}"/>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2928938" y="2582862"/>
              <a:ext cx="2693987" cy="4275138"/>
            </a:xfrm>
            <a:custGeom>
              <a:avLst/>
              <a:gdLst/>
              <a:ahLst/>
              <a:cxnLst/>
              <a:rect l="0" t="0" r="r" b="b"/>
              <a:pathLst>
                <a:path w="1697" h="2693">
                  <a:moveTo>
                    <a:pt x="0" y="0"/>
                  </a:moveTo>
                  <a:lnTo>
                    <a:pt x="1622" y="2693"/>
                  </a:lnTo>
                  <a:lnTo>
                    <a:pt x="1697" y="2693"/>
                  </a:lnTo>
                  <a:lnTo>
                    <a:pt x="0" y="0"/>
                  </a:lnTo>
                  <a:close/>
                </a:path>
              </a:pathLst>
            </a:custGeom>
            <a:solidFill>
              <a:srgbClr val="262626"/>
            </a:solidFill>
            <a:ln>
              <a:noFill/>
            </a:ln>
          </p:spPr>
          <p:txBody>
            <a:bodyPr/>
            <a:lstStyle/>
            <a:p>
              <a:endParaRPr lang="en-US"/>
            </a:p>
          </p:txBody>
        </p:sp>
        <p:sp>
          <p:nvSpPr>
            <p:cNvPr id="27" name="Freeform 13">
              <a:extLst>
                <a:ext uri="{FF2B5EF4-FFF2-40B4-BE49-F238E27FC236}">
                  <a16:creationId xmlns:a16="http://schemas.microsoft.com/office/drawing/2014/main" id="{4878FB48-17B3-4A11-8025-DE0945CD4E71}"/>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3371850" y="2692400"/>
              <a:ext cx="3332162" cy="4165600"/>
            </a:xfrm>
            <a:custGeom>
              <a:avLst/>
              <a:gdLst/>
              <a:ahLst/>
              <a:cxnLst/>
              <a:rect l="0" t="0" r="r" b="b"/>
              <a:pathLst>
                <a:path w="2099" h="2624">
                  <a:moveTo>
                    <a:pt x="2099" y="2624"/>
                  </a:moveTo>
                  <a:lnTo>
                    <a:pt x="0" y="0"/>
                  </a:lnTo>
                  <a:lnTo>
                    <a:pt x="2021" y="2624"/>
                  </a:lnTo>
                  <a:lnTo>
                    <a:pt x="2099" y="2624"/>
                  </a:lnTo>
                  <a:close/>
                </a:path>
              </a:pathLst>
            </a:custGeom>
            <a:solidFill>
              <a:schemeClr val="accent1">
                <a:lumMod val="50000"/>
              </a:schemeClr>
            </a:solidFill>
            <a:ln>
              <a:noFill/>
            </a:ln>
          </p:spPr>
          <p:txBody>
            <a:bodyPr/>
            <a:lstStyle/>
            <a:p>
              <a:endParaRPr lang="en-US"/>
            </a:p>
          </p:txBody>
        </p:sp>
        <p:sp>
          <p:nvSpPr>
            <p:cNvPr id="28" name="Freeform 14">
              <a:extLst>
                <a:ext uri="{FF2B5EF4-FFF2-40B4-BE49-F238E27FC236}">
                  <a16:creationId xmlns:a16="http://schemas.microsoft.com/office/drawing/2014/main" id="{4150A21C-DD6D-4D3C-9E95-7A3CA263BEB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3367088" y="2687637"/>
              <a:ext cx="4576762" cy="4170363"/>
            </a:xfrm>
            <a:custGeom>
              <a:avLst/>
              <a:gdLst/>
              <a:ahLst/>
              <a:cxnLst/>
              <a:rect l="0" t="0" r="r" b="b"/>
              <a:pathLst>
                <a:path w="2883" h="2627">
                  <a:moveTo>
                    <a:pt x="0" y="0"/>
                  </a:moveTo>
                  <a:lnTo>
                    <a:pt x="3" y="3"/>
                  </a:lnTo>
                  <a:lnTo>
                    <a:pt x="2102" y="2627"/>
                  </a:lnTo>
                  <a:lnTo>
                    <a:pt x="2883" y="2627"/>
                  </a:lnTo>
                  <a:lnTo>
                    <a:pt x="225" y="57"/>
                  </a:lnTo>
                  <a:lnTo>
                    <a:pt x="0" y="0"/>
                  </a:lnTo>
                  <a:close/>
                </a:path>
              </a:pathLst>
            </a:custGeom>
            <a:solidFill>
              <a:schemeClr val="accent1">
                <a:lumMod val="75000"/>
              </a:schemeClr>
            </a:solidFill>
            <a:ln>
              <a:noFill/>
            </a:ln>
          </p:spPr>
          <p:txBody>
            <a:bodyPr/>
            <a:lstStyle/>
            <a:p>
              <a:endParaRPr lang="en-US"/>
            </a:p>
          </p:txBody>
        </p:sp>
        <p:sp>
          <p:nvSpPr>
            <p:cNvPr id="29" name="Freeform 15">
              <a:extLst>
                <a:ext uri="{FF2B5EF4-FFF2-40B4-BE49-F238E27FC236}">
                  <a16:creationId xmlns:a16="http://schemas.microsoft.com/office/drawing/2014/main" id="{7505BF04-104D-4180-A284-42FCD6B04DD6}"/>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2928938" y="2578100"/>
              <a:ext cx="3584575" cy="4279900"/>
            </a:xfrm>
            <a:custGeom>
              <a:avLst/>
              <a:gdLst/>
              <a:ahLst/>
              <a:cxnLst/>
              <a:rect l="0" t="0" r="r" b="b"/>
              <a:pathLst>
                <a:path w="2258" h="2696">
                  <a:moveTo>
                    <a:pt x="2258" y="2696"/>
                  </a:moveTo>
                  <a:lnTo>
                    <a:pt x="264" y="111"/>
                  </a:lnTo>
                  <a:lnTo>
                    <a:pt x="228" y="60"/>
                  </a:lnTo>
                  <a:lnTo>
                    <a:pt x="225" y="57"/>
                  </a:lnTo>
                  <a:lnTo>
                    <a:pt x="0" y="0"/>
                  </a:lnTo>
                  <a:lnTo>
                    <a:pt x="0" y="3"/>
                  </a:lnTo>
                  <a:lnTo>
                    <a:pt x="1697" y="2696"/>
                  </a:lnTo>
                  <a:lnTo>
                    <a:pt x="2258" y="2696"/>
                  </a:lnTo>
                  <a:close/>
                </a:path>
              </a:pathLst>
            </a:custGeom>
            <a:solidFill>
              <a:srgbClr val="404040"/>
            </a:solidFill>
            <a:ln>
              <a:noFill/>
            </a:ln>
          </p:spPr>
          <p:txBody>
            <a:bodyPr/>
            <a:lstStyle/>
            <a:p>
              <a:endParaRPr lang="en-US"/>
            </a:p>
          </p:txBody>
        </p:sp>
      </p:grpSp>
      <p:sp>
        <p:nvSpPr>
          <p:cNvPr id="2" name="Title 1">
            <a:extLst>
              <a:ext uri="{FF2B5EF4-FFF2-40B4-BE49-F238E27FC236}">
                <a16:creationId xmlns:a16="http://schemas.microsoft.com/office/drawing/2014/main" id="{652CD06E-EB43-4697-A9C1-290232C3BAD6}"/>
              </a:ext>
            </a:extLst>
          </p:cNvPr>
          <p:cNvSpPr>
            <a:spLocks noGrp="1"/>
          </p:cNvSpPr>
          <p:nvPr>
            <p:ph type="ctrTitle"/>
          </p:nvPr>
        </p:nvSpPr>
        <p:spPr>
          <a:xfrm>
            <a:off x="473345" y="0"/>
            <a:ext cx="11604355" cy="1223994"/>
          </a:xfrm>
        </p:spPr>
        <p:txBody>
          <a:bodyPr>
            <a:noAutofit/>
          </a:bodyPr>
          <a:lstStyle/>
          <a:p>
            <a:pPr algn="l"/>
            <a:r>
              <a:rPr lang="en-US" sz="5400" b="1" dirty="0">
                <a:latin typeface="Mystical Woods Smooth Script" panose="02000500000000000000" pitchFamily="2" charset="0"/>
                <a:cs typeface="Cavolini" panose="03000502040302020204" pitchFamily="66" charset="0"/>
              </a:rPr>
              <a:t>Components </a:t>
            </a:r>
            <a:r>
              <a:rPr lang="en-US" sz="2100" b="1" dirty="0">
                <a:latin typeface="Cavolini" panose="03000502040302020204" pitchFamily="66" charset="0"/>
                <a:cs typeface="Cavolini" panose="03000502040302020204" pitchFamily="66" charset="0"/>
              </a:rPr>
              <a:t>continued…</a:t>
            </a:r>
            <a:endParaRPr lang="en-US" sz="5400" b="1" dirty="0">
              <a:latin typeface="Mystical Woods Smooth Script" panose="02000500000000000000" pitchFamily="2" charset="0"/>
              <a:cs typeface="Cavolini" panose="03000502040302020204" pitchFamily="66" charset="0"/>
            </a:endParaRPr>
          </a:p>
        </p:txBody>
      </p:sp>
      <p:grpSp>
        <p:nvGrpSpPr>
          <p:cNvPr id="6" name="Group 5">
            <a:extLst>
              <a:ext uri="{FF2B5EF4-FFF2-40B4-BE49-F238E27FC236}">
                <a16:creationId xmlns:a16="http://schemas.microsoft.com/office/drawing/2014/main" id="{752A73B4-49EC-E765-1462-2A106F07C3D4}"/>
              </a:ext>
            </a:extLst>
          </p:cNvPr>
          <p:cNvGrpSpPr/>
          <p:nvPr/>
        </p:nvGrpSpPr>
        <p:grpSpPr>
          <a:xfrm>
            <a:off x="522645" y="1132554"/>
            <a:ext cx="8950321" cy="182880"/>
            <a:chOff x="1089027" y="1251583"/>
            <a:chExt cx="8950321" cy="182880"/>
          </a:xfrm>
        </p:grpSpPr>
        <p:cxnSp>
          <p:nvCxnSpPr>
            <p:cNvPr id="4" name="Straight Connector 3">
              <a:extLst>
                <a:ext uri="{FF2B5EF4-FFF2-40B4-BE49-F238E27FC236}">
                  <a16:creationId xmlns:a16="http://schemas.microsoft.com/office/drawing/2014/main" id="{1111542F-3245-DDEC-4B5A-7412E7DBE5FD}"/>
                </a:ext>
              </a:extLst>
            </p:cNvPr>
            <p:cNvCxnSpPr/>
            <p:nvPr/>
          </p:nvCxnSpPr>
          <p:spPr>
            <a:xfrm>
              <a:off x="1089027" y="1347537"/>
              <a:ext cx="8786493" cy="0"/>
            </a:xfrm>
            <a:prstGeom prst="line">
              <a:avLst/>
            </a:prstGeom>
            <a:ln w="38100">
              <a:solidFill>
                <a:srgbClr val="595959"/>
              </a:solidFill>
            </a:ln>
            <a:effectLst>
              <a:reflection blurRad="6350" stA="50000" endA="275" endPos="40000" dist="101600" dir="5400000" sy="-100000" algn="bl" rotWithShape="0"/>
              <a:softEdge rad="12700"/>
            </a:effectLst>
          </p:spPr>
          <p:style>
            <a:lnRef idx="3">
              <a:schemeClr val="dk1"/>
            </a:lnRef>
            <a:fillRef idx="0">
              <a:schemeClr val="dk1"/>
            </a:fillRef>
            <a:effectRef idx="2">
              <a:schemeClr val="dk1"/>
            </a:effectRef>
            <a:fontRef idx="minor">
              <a:schemeClr val="tx1"/>
            </a:fontRef>
          </p:style>
        </p:cxnSp>
        <p:sp>
          <p:nvSpPr>
            <p:cNvPr id="5" name="Flowchart: Connector 4">
              <a:extLst>
                <a:ext uri="{FF2B5EF4-FFF2-40B4-BE49-F238E27FC236}">
                  <a16:creationId xmlns:a16="http://schemas.microsoft.com/office/drawing/2014/main" id="{B2858492-B751-8ED7-57BE-708D61DDCF50}"/>
                </a:ext>
              </a:extLst>
            </p:cNvPr>
            <p:cNvSpPr/>
            <p:nvPr/>
          </p:nvSpPr>
          <p:spPr>
            <a:xfrm>
              <a:off x="9856468" y="1251583"/>
              <a:ext cx="182880" cy="182880"/>
            </a:xfrm>
            <a:prstGeom prst="flowChartConnector">
              <a:avLst/>
            </a:prstGeom>
            <a:ln>
              <a:noFill/>
            </a:ln>
            <a:effectLst>
              <a:outerShdw blurRad="50800" dist="38100" dir="2700000" algn="tl"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pic>
        <p:nvPicPr>
          <p:cNvPr id="1026" name="Picture 2">
            <a:extLst>
              <a:ext uri="{FF2B5EF4-FFF2-40B4-BE49-F238E27FC236}">
                <a16:creationId xmlns:a16="http://schemas.microsoft.com/office/drawing/2014/main" id="{09B171C4-B4FC-3CFB-6FDA-80649ECD6E87}"/>
              </a:ext>
            </a:extLst>
          </p:cNvPr>
          <p:cNvPicPr>
            <a:picLocks noChangeAspect="1" noChangeArrowheads="1"/>
          </p:cNvPicPr>
          <p:nvPr/>
        </p:nvPicPr>
        <p:blipFill>
          <a:blip r:embed="rId2">
            <a:alphaModFix amt="85000"/>
            <a:extLst>
              <a:ext uri="{28A0092B-C50C-407E-A947-70E740481C1C}">
                <a14:useLocalDpi xmlns:a14="http://schemas.microsoft.com/office/drawing/2010/main" val="0"/>
              </a:ext>
            </a:extLst>
          </a:blip>
          <a:srcRect/>
          <a:stretch>
            <a:fillRect/>
          </a:stretch>
        </p:blipFill>
        <p:spPr bwMode="auto">
          <a:xfrm>
            <a:off x="542306" y="1441489"/>
            <a:ext cx="10555905" cy="4849119"/>
          </a:xfrm>
          <a:prstGeom prst="roundRect">
            <a:avLst>
              <a:gd name="adj" fmla="val 4167"/>
            </a:avLst>
          </a:prstGeom>
          <a:solidFill>
            <a:srgbClr val="FFFFFF"/>
          </a:solidFill>
          <a:ln w="12700" cap="sq">
            <a:noFill/>
            <a:miter lim="800000"/>
          </a:ln>
          <a:effectLst/>
        </p:spPr>
      </p:pic>
    </p:spTree>
    <p:extLst>
      <p:ext uri="{BB962C8B-B14F-4D97-AF65-F5344CB8AC3E}">
        <p14:creationId xmlns:p14="http://schemas.microsoft.com/office/powerpoint/2010/main" val="813780733"/>
      </p:ext>
    </p:extLst>
  </p:cSld>
  <p:clrMapOvr>
    <a:overrideClrMapping bg1="dk1" tx1="lt1" bg2="dk2" tx2="lt2" accent1="accent1" accent2="accent2" accent3="accent3" accent4="accent4" accent5="accent5" accent6="accent6" hlink="hlink" folHlink="folHlink"/>
  </p:clrMapOvr>
  <mc:AlternateContent xmlns:mc="http://schemas.openxmlformats.org/markup-compatibility/2006" xmlns:p159="http://schemas.microsoft.com/office/powerpoint/2015/09/main">
    <mc:Choice Requires="p159">
      <p:transition>
        <p159:morph option="byObject"/>
      </p:transition>
    </mc:Choice>
    <mc:Fallback xmlns="">
      <p:transition>
        <p:fade/>
      </p:transition>
    </mc:Fallback>
  </mc:AlternateContent>
</p:sld>
</file>

<file path=ppt/slides/slide15.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sp useBgFill="1">
        <p:nvSpPr>
          <p:cNvPr id="21" name="Rectangle 20">
            <a:extLst>
              <a:ext uri="{FF2B5EF4-FFF2-40B4-BE49-F238E27FC236}">
                <a16:creationId xmlns:a16="http://schemas.microsoft.com/office/drawing/2014/main" id="{E5A92FE9-DB05-4D0D-AF5A-BE8664B9FFB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grpSp>
        <p:nvGrpSpPr>
          <p:cNvPr id="23" name="Group 22">
            <a:extLst>
              <a:ext uri="{FF2B5EF4-FFF2-40B4-BE49-F238E27FC236}">
                <a16:creationId xmlns:a16="http://schemas.microsoft.com/office/drawing/2014/main" id="{53D9B26A-5143-49A7-BA98-D871D5BD719A}"/>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flipH="1">
            <a:off x="6526211" y="1"/>
            <a:ext cx="5014912" cy="6857999"/>
            <a:chOff x="2928938" y="-4763"/>
            <a:chExt cx="5014912" cy="6862763"/>
          </a:xfrm>
        </p:grpSpPr>
        <p:sp>
          <p:nvSpPr>
            <p:cNvPr id="24" name="Freeform 6">
              <a:extLst>
                <a:ext uri="{FF2B5EF4-FFF2-40B4-BE49-F238E27FC236}">
                  <a16:creationId xmlns:a16="http://schemas.microsoft.com/office/drawing/2014/main" id="{68B85E55-A2A1-4682-B891-F201358A92D5}"/>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3367088" y="-4763"/>
              <a:ext cx="1063625" cy="2782888"/>
            </a:xfrm>
            <a:custGeom>
              <a:avLst/>
              <a:gdLst/>
              <a:ahLst/>
              <a:cxnLst/>
              <a:rect l="0" t="0" r="r" b="b"/>
              <a:pathLst>
                <a:path w="670" h="1753">
                  <a:moveTo>
                    <a:pt x="0" y="1696"/>
                  </a:moveTo>
                  <a:lnTo>
                    <a:pt x="225" y="1753"/>
                  </a:lnTo>
                  <a:lnTo>
                    <a:pt x="670" y="0"/>
                  </a:lnTo>
                  <a:lnTo>
                    <a:pt x="430" y="0"/>
                  </a:lnTo>
                  <a:lnTo>
                    <a:pt x="0" y="1696"/>
                  </a:lnTo>
                  <a:close/>
                </a:path>
              </a:pathLst>
            </a:custGeom>
            <a:solidFill>
              <a:schemeClr val="accent1"/>
            </a:solidFill>
            <a:ln>
              <a:noFill/>
            </a:ln>
          </p:spPr>
          <p:txBody>
            <a:bodyPr/>
            <a:lstStyle/>
            <a:p>
              <a:endParaRPr lang="en-US"/>
            </a:p>
          </p:txBody>
        </p:sp>
        <p:sp>
          <p:nvSpPr>
            <p:cNvPr id="25" name="Freeform 7">
              <a:extLst>
                <a:ext uri="{FF2B5EF4-FFF2-40B4-BE49-F238E27FC236}">
                  <a16:creationId xmlns:a16="http://schemas.microsoft.com/office/drawing/2014/main" id="{45EF6EDB-9B5D-49E9-96FA-1AE08BF95E57}"/>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2928938" y="-4763"/>
              <a:ext cx="1035050" cy="2673350"/>
            </a:xfrm>
            <a:custGeom>
              <a:avLst/>
              <a:gdLst/>
              <a:ahLst/>
              <a:cxnLst/>
              <a:rect l="0" t="0" r="r" b="b"/>
              <a:pathLst>
                <a:path w="652" h="1684">
                  <a:moveTo>
                    <a:pt x="225" y="1684"/>
                  </a:moveTo>
                  <a:lnTo>
                    <a:pt x="652" y="0"/>
                  </a:lnTo>
                  <a:lnTo>
                    <a:pt x="411" y="0"/>
                  </a:lnTo>
                  <a:lnTo>
                    <a:pt x="0" y="1627"/>
                  </a:lnTo>
                  <a:lnTo>
                    <a:pt x="219" y="1681"/>
                  </a:lnTo>
                  <a:lnTo>
                    <a:pt x="225" y="1684"/>
                  </a:lnTo>
                  <a:close/>
                </a:path>
              </a:pathLst>
            </a:custGeom>
            <a:solidFill>
              <a:srgbClr val="595959"/>
            </a:solidFill>
            <a:ln>
              <a:noFill/>
            </a:ln>
          </p:spPr>
          <p:txBody>
            <a:bodyPr/>
            <a:lstStyle/>
            <a:p>
              <a:endParaRPr lang="en-US"/>
            </a:p>
          </p:txBody>
        </p:sp>
        <p:sp>
          <p:nvSpPr>
            <p:cNvPr id="26" name="Freeform 12">
              <a:extLst>
                <a:ext uri="{FF2B5EF4-FFF2-40B4-BE49-F238E27FC236}">
                  <a16:creationId xmlns:a16="http://schemas.microsoft.com/office/drawing/2014/main" id="{38338226-D6E2-4EEE-B271-DB4BD096DBA1}"/>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2928938" y="2582862"/>
              <a:ext cx="2693987" cy="4275138"/>
            </a:xfrm>
            <a:custGeom>
              <a:avLst/>
              <a:gdLst/>
              <a:ahLst/>
              <a:cxnLst/>
              <a:rect l="0" t="0" r="r" b="b"/>
              <a:pathLst>
                <a:path w="1697" h="2693">
                  <a:moveTo>
                    <a:pt x="0" y="0"/>
                  </a:moveTo>
                  <a:lnTo>
                    <a:pt x="1622" y="2693"/>
                  </a:lnTo>
                  <a:lnTo>
                    <a:pt x="1697" y="2693"/>
                  </a:lnTo>
                  <a:lnTo>
                    <a:pt x="0" y="0"/>
                  </a:lnTo>
                  <a:close/>
                </a:path>
              </a:pathLst>
            </a:custGeom>
            <a:solidFill>
              <a:srgbClr val="262626"/>
            </a:solidFill>
            <a:ln>
              <a:noFill/>
            </a:ln>
          </p:spPr>
          <p:txBody>
            <a:bodyPr/>
            <a:lstStyle/>
            <a:p>
              <a:endParaRPr lang="en-US"/>
            </a:p>
          </p:txBody>
        </p:sp>
        <p:sp>
          <p:nvSpPr>
            <p:cNvPr id="27" name="Freeform 13">
              <a:extLst>
                <a:ext uri="{FF2B5EF4-FFF2-40B4-BE49-F238E27FC236}">
                  <a16:creationId xmlns:a16="http://schemas.microsoft.com/office/drawing/2014/main" id="{4878FB48-17B3-4A11-8025-DE0945CD4E71}"/>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3371850" y="2692400"/>
              <a:ext cx="3332162" cy="4165600"/>
            </a:xfrm>
            <a:custGeom>
              <a:avLst/>
              <a:gdLst/>
              <a:ahLst/>
              <a:cxnLst/>
              <a:rect l="0" t="0" r="r" b="b"/>
              <a:pathLst>
                <a:path w="2099" h="2624">
                  <a:moveTo>
                    <a:pt x="2099" y="2624"/>
                  </a:moveTo>
                  <a:lnTo>
                    <a:pt x="0" y="0"/>
                  </a:lnTo>
                  <a:lnTo>
                    <a:pt x="2021" y="2624"/>
                  </a:lnTo>
                  <a:lnTo>
                    <a:pt x="2099" y="2624"/>
                  </a:lnTo>
                  <a:close/>
                </a:path>
              </a:pathLst>
            </a:custGeom>
            <a:solidFill>
              <a:schemeClr val="accent1">
                <a:lumMod val="50000"/>
              </a:schemeClr>
            </a:solidFill>
            <a:ln>
              <a:noFill/>
            </a:ln>
          </p:spPr>
          <p:txBody>
            <a:bodyPr/>
            <a:lstStyle/>
            <a:p>
              <a:endParaRPr lang="en-US"/>
            </a:p>
          </p:txBody>
        </p:sp>
        <p:sp>
          <p:nvSpPr>
            <p:cNvPr id="28" name="Freeform 14">
              <a:extLst>
                <a:ext uri="{FF2B5EF4-FFF2-40B4-BE49-F238E27FC236}">
                  <a16:creationId xmlns:a16="http://schemas.microsoft.com/office/drawing/2014/main" id="{4150A21C-DD6D-4D3C-9E95-7A3CA263BEB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3367088" y="2687637"/>
              <a:ext cx="4576762" cy="4170363"/>
            </a:xfrm>
            <a:custGeom>
              <a:avLst/>
              <a:gdLst/>
              <a:ahLst/>
              <a:cxnLst/>
              <a:rect l="0" t="0" r="r" b="b"/>
              <a:pathLst>
                <a:path w="2883" h="2627">
                  <a:moveTo>
                    <a:pt x="0" y="0"/>
                  </a:moveTo>
                  <a:lnTo>
                    <a:pt x="3" y="3"/>
                  </a:lnTo>
                  <a:lnTo>
                    <a:pt x="2102" y="2627"/>
                  </a:lnTo>
                  <a:lnTo>
                    <a:pt x="2883" y="2627"/>
                  </a:lnTo>
                  <a:lnTo>
                    <a:pt x="225" y="57"/>
                  </a:lnTo>
                  <a:lnTo>
                    <a:pt x="0" y="0"/>
                  </a:lnTo>
                  <a:close/>
                </a:path>
              </a:pathLst>
            </a:custGeom>
            <a:solidFill>
              <a:schemeClr val="accent1">
                <a:lumMod val="75000"/>
              </a:schemeClr>
            </a:solidFill>
            <a:ln>
              <a:noFill/>
            </a:ln>
          </p:spPr>
          <p:txBody>
            <a:bodyPr/>
            <a:lstStyle/>
            <a:p>
              <a:endParaRPr lang="en-US"/>
            </a:p>
          </p:txBody>
        </p:sp>
        <p:sp>
          <p:nvSpPr>
            <p:cNvPr id="29" name="Freeform 15">
              <a:extLst>
                <a:ext uri="{FF2B5EF4-FFF2-40B4-BE49-F238E27FC236}">
                  <a16:creationId xmlns:a16="http://schemas.microsoft.com/office/drawing/2014/main" id="{7505BF04-104D-4180-A284-42FCD6B04DD6}"/>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2928938" y="2578100"/>
              <a:ext cx="3584575" cy="4279900"/>
            </a:xfrm>
            <a:custGeom>
              <a:avLst/>
              <a:gdLst/>
              <a:ahLst/>
              <a:cxnLst/>
              <a:rect l="0" t="0" r="r" b="b"/>
              <a:pathLst>
                <a:path w="2258" h="2696">
                  <a:moveTo>
                    <a:pt x="2258" y="2696"/>
                  </a:moveTo>
                  <a:lnTo>
                    <a:pt x="264" y="111"/>
                  </a:lnTo>
                  <a:lnTo>
                    <a:pt x="228" y="60"/>
                  </a:lnTo>
                  <a:lnTo>
                    <a:pt x="225" y="57"/>
                  </a:lnTo>
                  <a:lnTo>
                    <a:pt x="0" y="0"/>
                  </a:lnTo>
                  <a:lnTo>
                    <a:pt x="0" y="3"/>
                  </a:lnTo>
                  <a:lnTo>
                    <a:pt x="1697" y="2696"/>
                  </a:lnTo>
                  <a:lnTo>
                    <a:pt x="2258" y="2696"/>
                  </a:lnTo>
                  <a:close/>
                </a:path>
              </a:pathLst>
            </a:custGeom>
            <a:solidFill>
              <a:srgbClr val="404040"/>
            </a:solidFill>
            <a:ln>
              <a:noFill/>
            </a:ln>
          </p:spPr>
          <p:txBody>
            <a:bodyPr/>
            <a:lstStyle/>
            <a:p>
              <a:endParaRPr lang="en-US"/>
            </a:p>
          </p:txBody>
        </p:sp>
      </p:grpSp>
      <p:sp>
        <p:nvSpPr>
          <p:cNvPr id="2" name="Title 1">
            <a:extLst>
              <a:ext uri="{FF2B5EF4-FFF2-40B4-BE49-F238E27FC236}">
                <a16:creationId xmlns:a16="http://schemas.microsoft.com/office/drawing/2014/main" id="{652CD06E-EB43-4697-A9C1-290232C3BAD6}"/>
              </a:ext>
            </a:extLst>
          </p:cNvPr>
          <p:cNvSpPr>
            <a:spLocks noGrp="1"/>
          </p:cNvSpPr>
          <p:nvPr>
            <p:ph type="ctrTitle"/>
          </p:nvPr>
        </p:nvSpPr>
        <p:spPr>
          <a:xfrm>
            <a:off x="473345" y="0"/>
            <a:ext cx="11604355" cy="1223994"/>
          </a:xfrm>
        </p:spPr>
        <p:txBody>
          <a:bodyPr>
            <a:noAutofit/>
          </a:bodyPr>
          <a:lstStyle/>
          <a:p>
            <a:pPr algn="l"/>
            <a:r>
              <a:rPr lang="en-US" sz="5400" b="1" dirty="0">
                <a:latin typeface="Mystical Woods Smooth Script" panose="02000500000000000000" pitchFamily="2" charset="0"/>
                <a:cs typeface="Cavolini" panose="03000502040302020204" pitchFamily="66" charset="0"/>
              </a:rPr>
              <a:t>Components </a:t>
            </a:r>
            <a:r>
              <a:rPr lang="en-US" sz="2100" b="1" dirty="0">
                <a:latin typeface="Cavolini" panose="03000502040302020204" pitchFamily="66" charset="0"/>
                <a:cs typeface="Cavolini" panose="03000502040302020204" pitchFamily="66" charset="0"/>
              </a:rPr>
              <a:t>continued…</a:t>
            </a:r>
          </a:p>
        </p:txBody>
      </p:sp>
      <p:grpSp>
        <p:nvGrpSpPr>
          <p:cNvPr id="6" name="Group 5">
            <a:extLst>
              <a:ext uri="{FF2B5EF4-FFF2-40B4-BE49-F238E27FC236}">
                <a16:creationId xmlns:a16="http://schemas.microsoft.com/office/drawing/2014/main" id="{752A73B4-49EC-E765-1462-2A106F07C3D4}"/>
              </a:ext>
            </a:extLst>
          </p:cNvPr>
          <p:cNvGrpSpPr/>
          <p:nvPr/>
        </p:nvGrpSpPr>
        <p:grpSpPr>
          <a:xfrm>
            <a:off x="522645" y="1132554"/>
            <a:ext cx="8950321" cy="182880"/>
            <a:chOff x="1089027" y="1251583"/>
            <a:chExt cx="8950321" cy="182880"/>
          </a:xfrm>
        </p:grpSpPr>
        <p:cxnSp>
          <p:nvCxnSpPr>
            <p:cNvPr id="4" name="Straight Connector 3">
              <a:extLst>
                <a:ext uri="{FF2B5EF4-FFF2-40B4-BE49-F238E27FC236}">
                  <a16:creationId xmlns:a16="http://schemas.microsoft.com/office/drawing/2014/main" id="{1111542F-3245-DDEC-4B5A-7412E7DBE5FD}"/>
                </a:ext>
              </a:extLst>
            </p:cNvPr>
            <p:cNvCxnSpPr/>
            <p:nvPr/>
          </p:nvCxnSpPr>
          <p:spPr>
            <a:xfrm>
              <a:off x="1089027" y="1347537"/>
              <a:ext cx="8786493" cy="0"/>
            </a:xfrm>
            <a:prstGeom prst="line">
              <a:avLst/>
            </a:prstGeom>
            <a:ln w="38100">
              <a:solidFill>
                <a:srgbClr val="595959"/>
              </a:solidFill>
            </a:ln>
            <a:effectLst>
              <a:reflection blurRad="6350" stA="50000" endA="275" endPos="40000" dist="101600" dir="5400000" sy="-100000" algn="bl" rotWithShape="0"/>
              <a:softEdge rad="12700"/>
            </a:effectLst>
          </p:spPr>
          <p:style>
            <a:lnRef idx="3">
              <a:schemeClr val="dk1"/>
            </a:lnRef>
            <a:fillRef idx="0">
              <a:schemeClr val="dk1"/>
            </a:fillRef>
            <a:effectRef idx="2">
              <a:schemeClr val="dk1"/>
            </a:effectRef>
            <a:fontRef idx="minor">
              <a:schemeClr val="tx1"/>
            </a:fontRef>
          </p:style>
        </p:cxnSp>
        <p:sp>
          <p:nvSpPr>
            <p:cNvPr id="5" name="Flowchart: Connector 4">
              <a:extLst>
                <a:ext uri="{FF2B5EF4-FFF2-40B4-BE49-F238E27FC236}">
                  <a16:creationId xmlns:a16="http://schemas.microsoft.com/office/drawing/2014/main" id="{B2858492-B751-8ED7-57BE-708D61DDCF50}"/>
                </a:ext>
              </a:extLst>
            </p:cNvPr>
            <p:cNvSpPr/>
            <p:nvPr/>
          </p:nvSpPr>
          <p:spPr>
            <a:xfrm>
              <a:off x="9856468" y="1251583"/>
              <a:ext cx="182880" cy="182880"/>
            </a:xfrm>
            <a:prstGeom prst="flowChartConnector">
              <a:avLst/>
            </a:prstGeom>
            <a:ln>
              <a:noFill/>
            </a:ln>
            <a:effectLst>
              <a:outerShdw blurRad="50800" dist="38100" dir="2700000" algn="tl"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graphicFrame>
        <p:nvGraphicFramePr>
          <p:cNvPr id="7" name="Table 7">
            <a:extLst>
              <a:ext uri="{FF2B5EF4-FFF2-40B4-BE49-F238E27FC236}">
                <a16:creationId xmlns:a16="http://schemas.microsoft.com/office/drawing/2014/main" id="{72F3F8EF-729E-B04A-D5A6-CBDA516D4695}"/>
              </a:ext>
            </a:extLst>
          </p:cNvPr>
          <p:cNvGraphicFramePr>
            <a:graphicFrameLocks noGrp="1"/>
          </p:cNvGraphicFramePr>
          <p:nvPr>
            <p:extLst>
              <p:ext uri="{D42A27DB-BD31-4B8C-83A1-F6EECF244321}">
                <p14:modId xmlns:p14="http://schemas.microsoft.com/office/powerpoint/2010/main" val="3006619683"/>
              </p:ext>
            </p:extLst>
          </p:nvPr>
        </p:nvGraphicFramePr>
        <p:xfrm>
          <a:off x="586761" y="1760220"/>
          <a:ext cx="9914550" cy="4617720"/>
        </p:xfrm>
        <a:graphic>
          <a:graphicData uri="http://schemas.openxmlformats.org/drawingml/2006/table">
            <a:tbl>
              <a:tblPr firstRow="1" bandRow="1">
                <a:tableStyleId>{5C22544A-7EE6-4342-B048-85BDC9FD1C3A}</a:tableStyleId>
              </a:tblPr>
              <a:tblGrid>
                <a:gridCol w="615418">
                  <a:extLst>
                    <a:ext uri="{9D8B030D-6E8A-4147-A177-3AD203B41FA5}">
                      <a16:colId xmlns:a16="http://schemas.microsoft.com/office/drawing/2014/main" val="2473130284"/>
                    </a:ext>
                  </a:extLst>
                </a:gridCol>
                <a:gridCol w="9299132">
                  <a:extLst>
                    <a:ext uri="{9D8B030D-6E8A-4147-A177-3AD203B41FA5}">
                      <a16:colId xmlns:a16="http://schemas.microsoft.com/office/drawing/2014/main" val="3159472711"/>
                    </a:ext>
                  </a:extLst>
                </a:gridCol>
              </a:tblGrid>
              <a:tr h="731520">
                <a:tc>
                  <a:txBody>
                    <a:bodyPr/>
                    <a:lstStyle/>
                    <a:p>
                      <a:pPr algn="just"/>
                      <a:r>
                        <a:rPr lang="en-US" sz="2100" b="1" dirty="0">
                          <a:solidFill>
                            <a:srgbClr val="30ACEC"/>
                          </a:solidFill>
                          <a:latin typeface="Mystical Woods Smooth Script" panose="02000500000000000000" pitchFamily="2" charset="0"/>
                          <a:cs typeface="Cavolini" panose="03000502040302020204" pitchFamily="66" charset="0"/>
                        </a:rPr>
                        <a:t>&lt;/&gt;</a:t>
                      </a: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38100" cmpd="sng">
                      <a:noFill/>
                    </a:lnB>
                    <a:lnTlToBr w="12700" cmpd="sng">
                      <a:noFill/>
                      <a:prstDash val="solid"/>
                    </a:lnTlToBr>
                    <a:lnBlToTr w="12700" cmpd="sng">
                      <a:noFill/>
                      <a:prstDash val="solid"/>
                    </a:lnBlToTr>
                    <a:noFill/>
                  </a:tcPr>
                </a:tc>
                <a:tc>
                  <a:txBody>
                    <a:bodyPr/>
                    <a:lstStyle/>
                    <a:p>
                      <a:pPr algn="just"/>
                      <a:r>
                        <a:rPr lang="en-US" sz="2100" b="1" i="0" kern="1200" dirty="0">
                          <a:solidFill>
                            <a:schemeClr val="tx1"/>
                          </a:solidFill>
                          <a:effectLst/>
                          <a:latin typeface="Cavolini" panose="03000502040302020204" pitchFamily="66" charset="0"/>
                          <a:ea typeface="+mn-ea"/>
                          <a:cs typeface="Cavolini" panose="03000502040302020204" pitchFamily="66" charset="0"/>
                        </a:rPr>
                        <a:t>Components is a concept that helps to enforce the single-responsibility principle in React.</a:t>
                      </a:r>
                      <a:endParaRPr lang="en-US" sz="2100" b="1" dirty="0">
                        <a:solidFill>
                          <a:schemeClr val="tx1"/>
                        </a:solidFill>
                        <a:latin typeface="Cavolini" panose="03000502040302020204" pitchFamily="66" charset="0"/>
                        <a:cs typeface="Cavolini" panose="03000502040302020204" pitchFamily="66" charset="0"/>
                      </a:endParaRPr>
                    </a:p>
                  </a:txBody>
                  <a:tcPr>
                    <a:lnL w="12700" cap="flat" cmpd="sng" algn="ctr">
                      <a:noFill/>
                      <a:prstDash val="solid"/>
                      <a:round/>
                      <a:headEnd type="none" w="med" len="med"/>
                      <a:tailEnd type="none" w="med" len="med"/>
                    </a:lnL>
                    <a:lnR w="12700" cmpd="sng">
                      <a:noFill/>
                    </a:lnR>
                    <a:lnT w="12700" cmpd="sng">
                      <a:noFill/>
                    </a:lnT>
                    <a:lnB w="38100" cmpd="sng">
                      <a:noFill/>
                    </a:lnB>
                    <a:lnTlToBr w="12700" cmpd="sng">
                      <a:noFill/>
                      <a:prstDash val="solid"/>
                    </a:lnTlToBr>
                    <a:lnBlToTr w="12700" cmpd="sng">
                      <a:noFill/>
                      <a:prstDash val="solid"/>
                    </a:lnBlToTr>
                    <a:noFill/>
                  </a:tcPr>
                </a:tc>
                <a:extLst>
                  <a:ext uri="{0D108BD9-81ED-4DB2-BD59-A6C34878D82A}">
                    <a16:rowId xmlns:a16="http://schemas.microsoft.com/office/drawing/2014/main" val="2044279959"/>
                  </a:ext>
                </a:extLst>
              </a:tr>
              <a:tr h="731520">
                <a:tc>
                  <a:txBody>
                    <a:bodyPr/>
                    <a:lstStyle/>
                    <a:p>
                      <a:pPr marL="0" marR="0" lvl="0" indent="0" algn="just" defTabSz="457200" rtl="0" eaLnBrk="1" fontAlgn="auto" latinLnBrk="0" hangingPunct="1">
                        <a:lnSpc>
                          <a:spcPct val="100000"/>
                        </a:lnSpc>
                        <a:spcBef>
                          <a:spcPts val="0"/>
                        </a:spcBef>
                        <a:spcAft>
                          <a:spcPts val="0"/>
                        </a:spcAft>
                        <a:buClrTx/>
                        <a:buSzTx/>
                        <a:buFontTx/>
                        <a:buNone/>
                        <a:tabLst/>
                        <a:defRPr/>
                      </a:pPr>
                      <a:r>
                        <a:rPr lang="en-US" sz="2100" b="1" dirty="0">
                          <a:solidFill>
                            <a:srgbClr val="30ACEC"/>
                          </a:solidFill>
                          <a:latin typeface="Mystical Woods Smooth Script" panose="02000500000000000000" pitchFamily="2" charset="0"/>
                          <a:cs typeface="Cavolini" panose="03000502040302020204" pitchFamily="66" charset="0"/>
                        </a:rPr>
                        <a:t>&lt;/&gt;</a:t>
                      </a: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38100" cmpd="sng">
                      <a:noFill/>
                    </a:lnB>
                    <a:lnTlToBr w="12700" cmpd="sng">
                      <a:noFill/>
                      <a:prstDash val="solid"/>
                    </a:lnTlToBr>
                    <a:lnBlToTr w="12700" cmpd="sng">
                      <a:noFill/>
                      <a:prstDash val="solid"/>
                    </a:lnBlToTr>
                    <a:noFill/>
                  </a:tcPr>
                </a:tc>
                <a:tc>
                  <a:txBody>
                    <a:bodyPr/>
                    <a:lstStyle/>
                    <a:p>
                      <a:pPr algn="just"/>
                      <a:r>
                        <a:rPr lang="en-US" sz="2100" b="1" i="0" kern="1200" dirty="0">
                          <a:solidFill>
                            <a:schemeClr val="tx1"/>
                          </a:solidFill>
                          <a:effectLst/>
                          <a:latin typeface="Cavolini" panose="03000502040302020204" pitchFamily="66" charset="0"/>
                          <a:ea typeface="+mn-ea"/>
                          <a:cs typeface="Cavolini" panose="03000502040302020204" pitchFamily="66" charset="0"/>
                        </a:rPr>
                        <a:t>We should think of components as reusable pieces of our application, where each one performs (ideally) exactly one responsibility/task.</a:t>
                      </a:r>
                      <a:endParaRPr lang="en-US" sz="2100" b="1" dirty="0">
                        <a:solidFill>
                          <a:schemeClr val="tx1"/>
                        </a:solidFill>
                        <a:latin typeface="Cavolini" panose="03000502040302020204" pitchFamily="66" charset="0"/>
                        <a:cs typeface="Cavolini" panose="03000502040302020204" pitchFamily="66" charset="0"/>
                      </a:endParaRPr>
                    </a:p>
                  </a:txBody>
                  <a:tcPr>
                    <a:lnL w="12700" cap="flat" cmpd="sng" algn="ctr">
                      <a:noFill/>
                      <a:prstDash val="solid"/>
                      <a:round/>
                      <a:headEnd type="none" w="med" len="med"/>
                      <a:tailEnd type="none" w="med" len="med"/>
                    </a:lnL>
                    <a:lnR w="12700" cmpd="sng">
                      <a:noFill/>
                    </a:lnR>
                    <a:lnT w="12700" cmpd="sng">
                      <a:noFill/>
                    </a:lnT>
                    <a:lnB w="38100" cmpd="sng">
                      <a:noFill/>
                    </a:lnB>
                    <a:lnTlToBr w="12700" cmpd="sng">
                      <a:noFill/>
                      <a:prstDash val="solid"/>
                    </a:lnTlToBr>
                    <a:lnBlToTr w="12700" cmpd="sng">
                      <a:noFill/>
                      <a:prstDash val="solid"/>
                    </a:lnBlToTr>
                    <a:noFill/>
                  </a:tcPr>
                </a:tc>
                <a:extLst>
                  <a:ext uri="{0D108BD9-81ED-4DB2-BD59-A6C34878D82A}">
                    <a16:rowId xmlns:a16="http://schemas.microsoft.com/office/drawing/2014/main" val="2990063085"/>
                  </a:ext>
                </a:extLst>
              </a:tr>
              <a:tr h="731520">
                <a:tc>
                  <a:txBody>
                    <a:bodyPr/>
                    <a:lstStyle/>
                    <a:p>
                      <a:pPr algn="just"/>
                      <a:r>
                        <a:rPr lang="en-US" sz="2100" b="1" dirty="0">
                          <a:solidFill>
                            <a:srgbClr val="30ACEC"/>
                          </a:solidFill>
                          <a:latin typeface="Mystical Woods Smooth Script" panose="02000500000000000000" pitchFamily="2" charset="0"/>
                          <a:cs typeface="Cavolini" panose="03000502040302020204" pitchFamily="66" charset="0"/>
                        </a:rPr>
                        <a:t>&lt;/&gt;</a:t>
                      </a: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mpd="sng">
                      <a:noFill/>
                    </a:lnT>
                    <a:lnB w="38100" cmpd="sng">
                      <a:noFill/>
                    </a:lnB>
                    <a:lnTlToBr w="12700" cmpd="sng">
                      <a:noFill/>
                      <a:prstDash val="solid"/>
                    </a:lnTlToBr>
                    <a:lnBlToTr w="12700" cmpd="sng">
                      <a:noFill/>
                      <a:prstDash val="solid"/>
                    </a:lnBlToTr>
                    <a:noFill/>
                  </a:tcPr>
                </a:tc>
                <a:tc>
                  <a:txBody>
                    <a:bodyPr/>
                    <a:lstStyle/>
                    <a:p>
                      <a:pPr algn="just"/>
                      <a:r>
                        <a:rPr lang="en-US" sz="2100" b="1" i="0" kern="1200" dirty="0">
                          <a:solidFill>
                            <a:schemeClr val="tx1"/>
                          </a:solidFill>
                          <a:effectLst/>
                          <a:latin typeface="Cavolini" panose="03000502040302020204" pitchFamily="66" charset="0"/>
                          <a:ea typeface="+mn-ea"/>
                          <a:cs typeface="Cavolini" panose="03000502040302020204" pitchFamily="66" charset="0"/>
                        </a:rPr>
                        <a:t>A Component is considered as the core building blocks of a React application which makes the task of building UIs much easier.</a:t>
                      </a:r>
                      <a:endParaRPr lang="en-US" sz="2100" b="1" dirty="0">
                        <a:solidFill>
                          <a:schemeClr val="tx1"/>
                        </a:solidFill>
                        <a:latin typeface="Cavolini" panose="03000502040302020204" pitchFamily="66" charset="0"/>
                        <a:cs typeface="Cavolini" panose="03000502040302020204" pitchFamily="66" charset="0"/>
                      </a:endParaRPr>
                    </a:p>
                  </a:txBody>
                  <a:tcPr>
                    <a:lnL w="12700" cap="flat" cmpd="sng" algn="ctr">
                      <a:noFill/>
                      <a:prstDash val="solid"/>
                      <a:round/>
                      <a:headEnd type="none" w="med" len="med"/>
                      <a:tailEnd type="none" w="med" len="med"/>
                    </a:lnL>
                    <a:lnR w="12700" cmpd="sng">
                      <a:noFill/>
                    </a:lnR>
                    <a:lnT w="12700" cmpd="sng">
                      <a:noFill/>
                    </a:lnT>
                    <a:lnB w="38100" cmpd="sng">
                      <a:noFill/>
                    </a:lnB>
                    <a:lnTlToBr w="12700" cmpd="sng">
                      <a:noFill/>
                      <a:prstDash val="solid"/>
                    </a:lnTlToBr>
                    <a:lnBlToTr w="12700" cmpd="sng">
                      <a:noFill/>
                      <a:prstDash val="solid"/>
                    </a:lnBlToTr>
                    <a:noFill/>
                  </a:tcPr>
                </a:tc>
                <a:extLst>
                  <a:ext uri="{0D108BD9-81ED-4DB2-BD59-A6C34878D82A}">
                    <a16:rowId xmlns:a16="http://schemas.microsoft.com/office/drawing/2014/main" val="2747036755"/>
                  </a:ext>
                </a:extLst>
              </a:tr>
              <a:tr h="731520">
                <a:tc>
                  <a:txBody>
                    <a:bodyPr/>
                    <a:lstStyle/>
                    <a:p>
                      <a:pPr algn="just"/>
                      <a:r>
                        <a:rPr lang="en-US" sz="2100" b="1" dirty="0">
                          <a:solidFill>
                            <a:srgbClr val="30ACEC"/>
                          </a:solidFill>
                          <a:latin typeface="Mystical Woods Smooth Script" panose="02000500000000000000" pitchFamily="2" charset="0"/>
                          <a:cs typeface="Cavolini" panose="03000502040302020204" pitchFamily="66" charset="0"/>
                        </a:rPr>
                        <a:t>&lt;/&gt;</a:t>
                      </a: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mpd="sng">
                      <a:noFill/>
                    </a:lnT>
                    <a:lnB w="38100" cmpd="sng">
                      <a:noFill/>
                    </a:lnB>
                    <a:lnTlToBr w="12700" cmpd="sng">
                      <a:noFill/>
                      <a:prstDash val="solid"/>
                    </a:lnTlToBr>
                    <a:lnBlToTr w="12700" cmpd="sng">
                      <a:noFill/>
                      <a:prstDash val="solid"/>
                    </a:lnBlToTr>
                    <a:noFill/>
                  </a:tcPr>
                </a:tc>
                <a:tc>
                  <a:txBody>
                    <a:bodyPr/>
                    <a:lstStyle/>
                    <a:p>
                      <a:pPr algn="just"/>
                      <a:r>
                        <a:rPr lang="en-US" sz="2100" b="1" i="0" kern="1200" dirty="0">
                          <a:solidFill>
                            <a:schemeClr val="tx1"/>
                          </a:solidFill>
                          <a:effectLst/>
                          <a:latin typeface="Cavolini" panose="03000502040302020204" pitchFamily="66" charset="0"/>
                          <a:ea typeface="+mn-ea"/>
                          <a:cs typeface="Cavolini" panose="03000502040302020204" pitchFamily="66" charset="0"/>
                        </a:rPr>
                        <a:t>Components let you split the UI into independent, reusable pieces, and think about each piece in isolation.</a:t>
                      </a:r>
                      <a:endParaRPr lang="en-US" sz="2100" b="1" dirty="0">
                        <a:solidFill>
                          <a:schemeClr val="tx1"/>
                        </a:solidFill>
                        <a:latin typeface="Cavolini" panose="03000502040302020204" pitchFamily="66" charset="0"/>
                        <a:cs typeface="Cavolini" panose="03000502040302020204" pitchFamily="66" charset="0"/>
                      </a:endParaRPr>
                    </a:p>
                  </a:txBody>
                  <a:tcPr>
                    <a:lnL w="12700" cap="flat" cmpd="sng" algn="ctr">
                      <a:noFill/>
                      <a:prstDash val="solid"/>
                      <a:round/>
                      <a:headEnd type="none" w="med" len="med"/>
                      <a:tailEnd type="none" w="med" len="med"/>
                    </a:lnL>
                    <a:lnR w="12700" cmpd="sng">
                      <a:noFill/>
                    </a:lnR>
                    <a:lnT w="12700" cmpd="sng">
                      <a:noFill/>
                    </a:lnT>
                    <a:lnB w="38100" cmpd="sng">
                      <a:noFill/>
                    </a:lnB>
                    <a:lnTlToBr w="12700" cmpd="sng">
                      <a:noFill/>
                      <a:prstDash val="solid"/>
                    </a:lnTlToBr>
                    <a:lnBlToTr w="12700" cmpd="sng">
                      <a:noFill/>
                      <a:prstDash val="solid"/>
                    </a:lnBlToTr>
                    <a:noFill/>
                  </a:tcPr>
                </a:tc>
                <a:extLst>
                  <a:ext uri="{0D108BD9-81ED-4DB2-BD59-A6C34878D82A}">
                    <a16:rowId xmlns:a16="http://schemas.microsoft.com/office/drawing/2014/main" val="2230090173"/>
                  </a:ext>
                </a:extLst>
              </a:tr>
              <a:tr h="731520">
                <a:tc>
                  <a:txBody>
                    <a:bodyPr/>
                    <a:lstStyle/>
                    <a:p>
                      <a:pPr algn="just"/>
                      <a:r>
                        <a:rPr lang="en-US" sz="2100" b="1" dirty="0">
                          <a:solidFill>
                            <a:srgbClr val="30ACEC"/>
                          </a:solidFill>
                          <a:latin typeface="Mystical Woods Smooth Script" panose="02000500000000000000" pitchFamily="2" charset="0"/>
                          <a:cs typeface="Cavolini" panose="03000502040302020204" pitchFamily="66" charset="0"/>
                        </a:rPr>
                        <a:t>&lt;/&gt;</a:t>
                      </a: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mpd="sng">
                      <a:noFill/>
                    </a:lnT>
                    <a:lnB w="38100" cmpd="sng">
                      <a:noFill/>
                    </a:lnB>
                    <a:lnTlToBr w="12700" cmpd="sng">
                      <a:noFill/>
                      <a:prstDash val="solid"/>
                    </a:lnTlToBr>
                    <a:lnBlToTr w="12700" cmpd="sng">
                      <a:noFill/>
                      <a:prstDash val="solid"/>
                    </a:lnBlToTr>
                    <a:noFill/>
                  </a:tcPr>
                </a:tc>
                <a:tc>
                  <a:txBody>
                    <a:bodyPr/>
                    <a:lstStyle/>
                    <a:p>
                      <a:pPr algn="just"/>
                      <a:r>
                        <a:rPr lang="en-US" sz="2100" b="1" i="0" kern="1200" dirty="0">
                          <a:solidFill>
                            <a:schemeClr val="tx1"/>
                          </a:solidFill>
                          <a:effectLst/>
                          <a:latin typeface="Cavolini" panose="03000502040302020204" pitchFamily="66" charset="0"/>
                          <a:ea typeface="+mn-ea"/>
                          <a:cs typeface="Cavolini" panose="03000502040302020204" pitchFamily="66" charset="0"/>
                        </a:rPr>
                        <a:t>Conceptually, components are like JavaScript functions. They accept arbitrary inputs (called “props”) and return React elements describing what should appear on the screen.</a:t>
                      </a:r>
                    </a:p>
                  </a:txBody>
                  <a:tcPr>
                    <a:lnL w="12700" cap="flat" cmpd="sng" algn="ctr">
                      <a:noFill/>
                      <a:prstDash val="solid"/>
                      <a:round/>
                      <a:headEnd type="none" w="med" len="med"/>
                      <a:tailEnd type="none" w="med" len="med"/>
                    </a:lnL>
                    <a:lnR w="12700" cmpd="sng">
                      <a:noFill/>
                    </a:lnR>
                    <a:lnT w="12700" cmpd="sng">
                      <a:noFill/>
                    </a:lnT>
                    <a:lnB w="38100" cmpd="sng">
                      <a:noFill/>
                    </a:lnB>
                    <a:lnTlToBr w="12700" cmpd="sng">
                      <a:noFill/>
                      <a:prstDash val="solid"/>
                    </a:lnTlToBr>
                    <a:lnBlToTr w="12700" cmpd="sng">
                      <a:noFill/>
                      <a:prstDash val="solid"/>
                    </a:lnBlToTr>
                    <a:noFill/>
                  </a:tcPr>
                </a:tc>
                <a:extLst>
                  <a:ext uri="{0D108BD9-81ED-4DB2-BD59-A6C34878D82A}">
                    <a16:rowId xmlns:a16="http://schemas.microsoft.com/office/drawing/2014/main" val="808283890"/>
                  </a:ext>
                </a:extLst>
              </a:tr>
            </a:tbl>
          </a:graphicData>
        </a:graphic>
      </p:graphicFrame>
    </p:spTree>
    <p:extLst>
      <p:ext uri="{BB962C8B-B14F-4D97-AF65-F5344CB8AC3E}">
        <p14:creationId xmlns:p14="http://schemas.microsoft.com/office/powerpoint/2010/main" val="1337254171"/>
      </p:ext>
    </p:extLst>
  </p:cSld>
  <p:clrMapOvr>
    <a:overrideClrMapping bg1="dk1" tx1="lt1" bg2="dk2" tx2="lt2" accent1="accent1" accent2="accent2" accent3="accent3" accent4="accent4" accent5="accent5" accent6="accent6" hlink="hlink" folHlink="folHlink"/>
  </p:clrMapOvr>
  <mc:AlternateContent xmlns:mc="http://schemas.openxmlformats.org/markup-compatibility/2006" xmlns:p159="http://schemas.microsoft.com/office/powerpoint/2015/09/main">
    <mc:Choice Requires="p159">
      <p:transition>
        <p159:morph option="byObject"/>
      </p:transition>
    </mc:Choice>
    <mc:Fallback xmlns="">
      <p:transition>
        <p:fade/>
      </p:transition>
    </mc:Fallback>
  </mc:AlternateContent>
</p:sld>
</file>

<file path=ppt/slides/slide16.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sp useBgFill="1">
        <p:nvSpPr>
          <p:cNvPr id="21" name="Rectangle 20">
            <a:extLst>
              <a:ext uri="{FF2B5EF4-FFF2-40B4-BE49-F238E27FC236}">
                <a16:creationId xmlns:a16="http://schemas.microsoft.com/office/drawing/2014/main" id="{E5A92FE9-DB05-4D0D-AF5A-BE8664B9FFB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grpSp>
        <p:nvGrpSpPr>
          <p:cNvPr id="23" name="Group 22">
            <a:extLst>
              <a:ext uri="{FF2B5EF4-FFF2-40B4-BE49-F238E27FC236}">
                <a16:creationId xmlns:a16="http://schemas.microsoft.com/office/drawing/2014/main" id="{53D9B26A-5143-49A7-BA98-D871D5BD719A}"/>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flipH="1">
            <a:off x="6526211" y="1"/>
            <a:ext cx="5014912" cy="6857999"/>
            <a:chOff x="2928938" y="-4763"/>
            <a:chExt cx="5014912" cy="6862763"/>
          </a:xfrm>
        </p:grpSpPr>
        <p:sp>
          <p:nvSpPr>
            <p:cNvPr id="24" name="Freeform 6">
              <a:extLst>
                <a:ext uri="{FF2B5EF4-FFF2-40B4-BE49-F238E27FC236}">
                  <a16:creationId xmlns:a16="http://schemas.microsoft.com/office/drawing/2014/main" id="{68B85E55-A2A1-4682-B891-F201358A92D5}"/>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3367088" y="-4763"/>
              <a:ext cx="1063625" cy="2782888"/>
            </a:xfrm>
            <a:custGeom>
              <a:avLst/>
              <a:gdLst/>
              <a:ahLst/>
              <a:cxnLst/>
              <a:rect l="0" t="0" r="r" b="b"/>
              <a:pathLst>
                <a:path w="670" h="1753">
                  <a:moveTo>
                    <a:pt x="0" y="1696"/>
                  </a:moveTo>
                  <a:lnTo>
                    <a:pt x="225" y="1753"/>
                  </a:lnTo>
                  <a:lnTo>
                    <a:pt x="670" y="0"/>
                  </a:lnTo>
                  <a:lnTo>
                    <a:pt x="430" y="0"/>
                  </a:lnTo>
                  <a:lnTo>
                    <a:pt x="0" y="1696"/>
                  </a:lnTo>
                  <a:close/>
                </a:path>
              </a:pathLst>
            </a:custGeom>
            <a:solidFill>
              <a:schemeClr val="accent1"/>
            </a:solidFill>
            <a:ln>
              <a:noFill/>
            </a:ln>
          </p:spPr>
          <p:txBody>
            <a:bodyPr/>
            <a:lstStyle/>
            <a:p>
              <a:endParaRPr lang="en-US"/>
            </a:p>
          </p:txBody>
        </p:sp>
        <p:sp>
          <p:nvSpPr>
            <p:cNvPr id="25" name="Freeform 7">
              <a:extLst>
                <a:ext uri="{FF2B5EF4-FFF2-40B4-BE49-F238E27FC236}">
                  <a16:creationId xmlns:a16="http://schemas.microsoft.com/office/drawing/2014/main" id="{45EF6EDB-9B5D-49E9-96FA-1AE08BF95E57}"/>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2928938" y="-4763"/>
              <a:ext cx="1035050" cy="2673350"/>
            </a:xfrm>
            <a:custGeom>
              <a:avLst/>
              <a:gdLst/>
              <a:ahLst/>
              <a:cxnLst/>
              <a:rect l="0" t="0" r="r" b="b"/>
              <a:pathLst>
                <a:path w="652" h="1684">
                  <a:moveTo>
                    <a:pt x="225" y="1684"/>
                  </a:moveTo>
                  <a:lnTo>
                    <a:pt x="652" y="0"/>
                  </a:lnTo>
                  <a:lnTo>
                    <a:pt x="411" y="0"/>
                  </a:lnTo>
                  <a:lnTo>
                    <a:pt x="0" y="1627"/>
                  </a:lnTo>
                  <a:lnTo>
                    <a:pt x="219" y="1681"/>
                  </a:lnTo>
                  <a:lnTo>
                    <a:pt x="225" y="1684"/>
                  </a:lnTo>
                  <a:close/>
                </a:path>
              </a:pathLst>
            </a:custGeom>
            <a:solidFill>
              <a:srgbClr val="595959"/>
            </a:solidFill>
            <a:ln>
              <a:noFill/>
            </a:ln>
          </p:spPr>
          <p:txBody>
            <a:bodyPr/>
            <a:lstStyle/>
            <a:p>
              <a:endParaRPr lang="en-US"/>
            </a:p>
          </p:txBody>
        </p:sp>
        <p:sp>
          <p:nvSpPr>
            <p:cNvPr id="26" name="Freeform 12">
              <a:extLst>
                <a:ext uri="{FF2B5EF4-FFF2-40B4-BE49-F238E27FC236}">
                  <a16:creationId xmlns:a16="http://schemas.microsoft.com/office/drawing/2014/main" id="{38338226-D6E2-4EEE-B271-DB4BD096DBA1}"/>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2928938" y="2582862"/>
              <a:ext cx="2693987" cy="4275138"/>
            </a:xfrm>
            <a:custGeom>
              <a:avLst/>
              <a:gdLst/>
              <a:ahLst/>
              <a:cxnLst/>
              <a:rect l="0" t="0" r="r" b="b"/>
              <a:pathLst>
                <a:path w="1697" h="2693">
                  <a:moveTo>
                    <a:pt x="0" y="0"/>
                  </a:moveTo>
                  <a:lnTo>
                    <a:pt x="1622" y="2693"/>
                  </a:lnTo>
                  <a:lnTo>
                    <a:pt x="1697" y="2693"/>
                  </a:lnTo>
                  <a:lnTo>
                    <a:pt x="0" y="0"/>
                  </a:lnTo>
                  <a:close/>
                </a:path>
              </a:pathLst>
            </a:custGeom>
            <a:solidFill>
              <a:srgbClr val="262626"/>
            </a:solidFill>
            <a:ln>
              <a:noFill/>
            </a:ln>
          </p:spPr>
          <p:txBody>
            <a:bodyPr/>
            <a:lstStyle/>
            <a:p>
              <a:endParaRPr lang="en-US"/>
            </a:p>
          </p:txBody>
        </p:sp>
        <p:sp>
          <p:nvSpPr>
            <p:cNvPr id="27" name="Freeform 13">
              <a:extLst>
                <a:ext uri="{FF2B5EF4-FFF2-40B4-BE49-F238E27FC236}">
                  <a16:creationId xmlns:a16="http://schemas.microsoft.com/office/drawing/2014/main" id="{4878FB48-17B3-4A11-8025-DE0945CD4E71}"/>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3371850" y="2692400"/>
              <a:ext cx="3332162" cy="4165600"/>
            </a:xfrm>
            <a:custGeom>
              <a:avLst/>
              <a:gdLst/>
              <a:ahLst/>
              <a:cxnLst/>
              <a:rect l="0" t="0" r="r" b="b"/>
              <a:pathLst>
                <a:path w="2099" h="2624">
                  <a:moveTo>
                    <a:pt x="2099" y="2624"/>
                  </a:moveTo>
                  <a:lnTo>
                    <a:pt x="0" y="0"/>
                  </a:lnTo>
                  <a:lnTo>
                    <a:pt x="2021" y="2624"/>
                  </a:lnTo>
                  <a:lnTo>
                    <a:pt x="2099" y="2624"/>
                  </a:lnTo>
                  <a:close/>
                </a:path>
              </a:pathLst>
            </a:custGeom>
            <a:solidFill>
              <a:schemeClr val="accent1">
                <a:lumMod val="50000"/>
              </a:schemeClr>
            </a:solidFill>
            <a:ln>
              <a:noFill/>
            </a:ln>
          </p:spPr>
          <p:txBody>
            <a:bodyPr/>
            <a:lstStyle/>
            <a:p>
              <a:endParaRPr lang="en-US"/>
            </a:p>
          </p:txBody>
        </p:sp>
        <p:sp>
          <p:nvSpPr>
            <p:cNvPr id="28" name="Freeform 14">
              <a:extLst>
                <a:ext uri="{FF2B5EF4-FFF2-40B4-BE49-F238E27FC236}">
                  <a16:creationId xmlns:a16="http://schemas.microsoft.com/office/drawing/2014/main" id="{4150A21C-DD6D-4D3C-9E95-7A3CA263BEB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3367088" y="2687637"/>
              <a:ext cx="4576762" cy="4170363"/>
            </a:xfrm>
            <a:custGeom>
              <a:avLst/>
              <a:gdLst/>
              <a:ahLst/>
              <a:cxnLst/>
              <a:rect l="0" t="0" r="r" b="b"/>
              <a:pathLst>
                <a:path w="2883" h="2627">
                  <a:moveTo>
                    <a:pt x="0" y="0"/>
                  </a:moveTo>
                  <a:lnTo>
                    <a:pt x="3" y="3"/>
                  </a:lnTo>
                  <a:lnTo>
                    <a:pt x="2102" y="2627"/>
                  </a:lnTo>
                  <a:lnTo>
                    <a:pt x="2883" y="2627"/>
                  </a:lnTo>
                  <a:lnTo>
                    <a:pt x="225" y="57"/>
                  </a:lnTo>
                  <a:lnTo>
                    <a:pt x="0" y="0"/>
                  </a:lnTo>
                  <a:close/>
                </a:path>
              </a:pathLst>
            </a:custGeom>
            <a:solidFill>
              <a:schemeClr val="accent1">
                <a:lumMod val="75000"/>
              </a:schemeClr>
            </a:solidFill>
            <a:ln>
              <a:noFill/>
            </a:ln>
          </p:spPr>
          <p:txBody>
            <a:bodyPr/>
            <a:lstStyle/>
            <a:p>
              <a:endParaRPr lang="en-US"/>
            </a:p>
          </p:txBody>
        </p:sp>
        <p:sp>
          <p:nvSpPr>
            <p:cNvPr id="29" name="Freeform 15">
              <a:extLst>
                <a:ext uri="{FF2B5EF4-FFF2-40B4-BE49-F238E27FC236}">
                  <a16:creationId xmlns:a16="http://schemas.microsoft.com/office/drawing/2014/main" id="{7505BF04-104D-4180-A284-42FCD6B04DD6}"/>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2928938" y="2578100"/>
              <a:ext cx="3584575" cy="4279900"/>
            </a:xfrm>
            <a:custGeom>
              <a:avLst/>
              <a:gdLst/>
              <a:ahLst/>
              <a:cxnLst/>
              <a:rect l="0" t="0" r="r" b="b"/>
              <a:pathLst>
                <a:path w="2258" h="2696">
                  <a:moveTo>
                    <a:pt x="2258" y="2696"/>
                  </a:moveTo>
                  <a:lnTo>
                    <a:pt x="264" y="111"/>
                  </a:lnTo>
                  <a:lnTo>
                    <a:pt x="228" y="60"/>
                  </a:lnTo>
                  <a:lnTo>
                    <a:pt x="225" y="57"/>
                  </a:lnTo>
                  <a:lnTo>
                    <a:pt x="0" y="0"/>
                  </a:lnTo>
                  <a:lnTo>
                    <a:pt x="0" y="3"/>
                  </a:lnTo>
                  <a:lnTo>
                    <a:pt x="1697" y="2696"/>
                  </a:lnTo>
                  <a:lnTo>
                    <a:pt x="2258" y="2696"/>
                  </a:lnTo>
                  <a:close/>
                </a:path>
              </a:pathLst>
            </a:custGeom>
            <a:solidFill>
              <a:srgbClr val="404040"/>
            </a:solidFill>
            <a:ln>
              <a:noFill/>
            </a:ln>
          </p:spPr>
          <p:txBody>
            <a:bodyPr/>
            <a:lstStyle/>
            <a:p>
              <a:endParaRPr lang="en-US"/>
            </a:p>
          </p:txBody>
        </p:sp>
      </p:grpSp>
      <p:sp>
        <p:nvSpPr>
          <p:cNvPr id="2" name="Title 1">
            <a:extLst>
              <a:ext uri="{FF2B5EF4-FFF2-40B4-BE49-F238E27FC236}">
                <a16:creationId xmlns:a16="http://schemas.microsoft.com/office/drawing/2014/main" id="{652CD06E-EB43-4697-A9C1-290232C3BAD6}"/>
              </a:ext>
            </a:extLst>
          </p:cNvPr>
          <p:cNvSpPr>
            <a:spLocks noGrp="1"/>
          </p:cNvSpPr>
          <p:nvPr>
            <p:ph type="ctrTitle"/>
          </p:nvPr>
        </p:nvSpPr>
        <p:spPr>
          <a:xfrm>
            <a:off x="473345" y="0"/>
            <a:ext cx="11604355" cy="1223994"/>
          </a:xfrm>
        </p:spPr>
        <p:txBody>
          <a:bodyPr>
            <a:noAutofit/>
          </a:bodyPr>
          <a:lstStyle/>
          <a:p>
            <a:pPr algn="l"/>
            <a:r>
              <a:rPr lang="en-US" sz="5400" b="1" dirty="0">
                <a:latin typeface="Mystical Woods Smooth Script" panose="02000500000000000000" pitchFamily="2" charset="0"/>
                <a:cs typeface="Cavolini" panose="03000502040302020204" pitchFamily="66" charset="0"/>
              </a:rPr>
              <a:t>Components </a:t>
            </a:r>
            <a:r>
              <a:rPr lang="en-US" sz="2100" b="1" dirty="0">
                <a:latin typeface="Cavolini" panose="03000502040302020204" pitchFamily="66" charset="0"/>
                <a:cs typeface="Cavolini" panose="03000502040302020204" pitchFamily="66" charset="0"/>
              </a:rPr>
              <a:t>continued…</a:t>
            </a:r>
          </a:p>
        </p:txBody>
      </p:sp>
      <p:grpSp>
        <p:nvGrpSpPr>
          <p:cNvPr id="6" name="Group 5">
            <a:extLst>
              <a:ext uri="{FF2B5EF4-FFF2-40B4-BE49-F238E27FC236}">
                <a16:creationId xmlns:a16="http://schemas.microsoft.com/office/drawing/2014/main" id="{752A73B4-49EC-E765-1462-2A106F07C3D4}"/>
              </a:ext>
            </a:extLst>
          </p:cNvPr>
          <p:cNvGrpSpPr/>
          <p:nvPr/>
        </p:nvGrpSpPr>
        <p:grpSpPr>
          <a:xfrm>
            <a:off x="522645" y="1132554"/>
            <a:ext cx="8950321" cy="182880"/>
            <a:chOff x="1089027" y="1251583"/>
            <a:chExt cx="8950321" cy="182880"/>
          </a:xfrm>
        </p:grpSpPr>
        <p:cxnSp>
          <p:nvCxnSpPr>
            <p:cNvPr id="4" name="Straight Connector 3">
              <a:extLst>
                <a:ext uri="{FF2B5EF4-FFF2-40B4-BE49-F238E27FC236}">
                  <a16:creationId xmlns:a16="http://schemas.microsoft.com/office/drawing/2014/main" id="{1111542F-3245-DDEC-4B5A-7412E7DBE5FD}"/>
                </a:ext>
              </a:extLst>
            </p:cNvPr>
            <p:cNvCxnSpPr/>
            <p:nvPr/>
          </p:nvCxnSpPr>
          <p:spPr>
            <a:xfrm>
              <a:off x="1089027" y="1347537"/>
              <a:ext cx="8786493" cy="0"/>
            </a:xfrm>
            <a:prstGeom prst="line">
              <a:avLst/>
            </a:prstGeom>
            <a:ln w="38100">
              <a:solidFill>
                <a:srgbClr val="595959"/>
              </a:solidFill>
            </a:ln>
            <a:effectLst>
              <a:reflection blurRad="6350" stA="50000" endA="275" endPos="40000" dist="101600" dir="5400000" sy="-100000" algn="bl" rotWithShape="0"/>
              <a:softEdge rad="12700"/>
            </a:effectLst>
          </p:spPr>
          <p:style>
            <a:lnRef idx="3">
              <a:schemeClr val="dk1"/>
            </a:lnRef>
            <a:fillRef idx="0">
              <a:schemeClr val="dk1"/>
            </a:fillRef>
            <a:effectRef idx="2">
              <a:schemeClr val="dk1"/>
            </a:effectRef>
            <a:fontRef idx="minor">
              <a:schemeClr val="tx1"/>
            </a:fontRef>
          </p:style>
        </p:cxnSp>
        <p:sp>
          <p:nvSpPr>
            <p:cNvPr id="5" name="Flowchart: Connector 4">
              <a:extLst>
                <a:ext uri="{FF2B5EF4-FFF2-40B4-BE49-F238E27FC236}">
                  <a16:creationId xmlns:a16="http://schemas.microsoft.com/office/drawing/2014/main" id="{B2858492-B751-8ED7-57BE-708D61DDCF50}"/>
                </a:ext>
              </a:extLst>
            </p:cNvPr>
            <p:cNvSpPr/>
            <p:nvPr/>
          </p:nvSpPr>
          <p:spPr>
            <a:xfrm>
              <a:off x="9856468" y="1251583"/>
              <a:ext cx="182880" cy="182880"/>
            </a:xfrm>
            <a:prstGeom prst="flowChartConnector">
              <a:avLst/>
            </a:prstGeom>
            <a:ln>
              <a:noFill/>
            </a:ln>
            <a:effectLst>
              <a:outerShdw blurRad="50800" dist="38100" dir="2700000" algn="tl"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12" name="Group 11">
            <a:extLst>
              <a:ext uri="{FF2B5EF4-FFF2-40B4-BE49-F238E27FC236}">
                <a16:creationId xmlns:a16="http://schemas.microsoft.com/office/drawing/2014/main" id="{4125CE78-5C7C-AC73-CA77-50B6C5FD43BA}"/>
              </a:ext>
            </a:extLst>
          </p:cNvPr>
          <p:cNvGrpSpPr/>
          <p:nvPr/>
        </p:nvGrpSpPr>
        <p:grpSpPr>
          <a:xfrm>
            <a:off x="473345" y="1484034"/>
            <a:ext cx="8373791" cy="2393960"/>
            <a:chOff x="404636" y="2242686"/>
            <a:chExt cx="8373791" cy="2393960"/>
          </a:xfrm>
        </p:grpSpPr>
        <p:sp>
          <p:nvSpPr>
            <p:cNvPr id="3" name="TextBox 2">
              <a:extLst>
                <a:ext uri="{FF2B5EF4-FFF2-40B4-BE49-F238E27FC236}">
                  <a16:creationId xmlns:a16="http://schemas.microsoft.com/office/drawing/2014/main" id="{58A6F66E-C803-D6B7-8B95-48BD1AF7EAF0}"/>
                </a:ext>
              </a:extLst>
            </p:cNvPr>
            <p:cNvSpPr txBox="1"/>
            <p:nvPr/>
          </p:nvSpPr>
          <p:spPr>
            <a:xfrm>
              <a:off x="1199156" y="2928486"/>
              <a:ext cx="6471643" cy="1708160"/>
            </a:xfrm>
            <a:prstGeom prst="rect">
              <a:avLst/>
            </a:prstGeom>
            <a:noFill/>
          </p:spPr>
          <p:txBody>
            <a:bodyPr wrap="none" rtlCol="0">
              <a:spAutoFit/>
            </a:bodyPr>
            <a:lstStyle/>
            <a:p>
              <a:pPr algn="l"/>
              <a:r>
                <a:rPr lang="en-US" sz="2100" b="1" i="0" dirty="0">
                  <a:effectLst/>
                  <a:latin typeface="Cavolini" panose="03000502040302020204" pitchFamily="66" charset="0"/>
                  <a:cs typeface="Cavolini" panose="03000502040302020204" pitchFamily="66" charset="0"/>
                </a:rPr>
                <a:t>There are mainly two components in React:</a:t>
              </a:r>
            </a:p>
            <a:p>
              <a:pPr algn="l"/>
              <a:endParaRPr lang="en-US" sz="2100" b="1" i="0" dirty="0">
                <a:effectLst/>
                <a:latin typeface="Cavolini" panose="03000502040302020204" pitchFamily="66" charset="0"/>
                <a:cs typeface="Cavolini" panose="03000502040302020204" pitchFamily="66" charset="0"/>
              </a:endParaRPr>
            </a:p>
            <a:p>
              <a:pPr algn="l">
                <a:buFont typeface="+mj-lt"/>
                <a:buAutoNum type="arabicPeriod"/>
              </a:pPr>
              <a:r>
                <a:rPr lang="en-US" sz="2100" b="1" i="0" dirty="0">
                  <a:effectLst/>
                  <a:latin typeface="Cavolini" panose="03000502040302020204" pitchFamily="66" charset="0"/>
                  <a:cs typeface="Cavolini" panose="03000502040302020204" pitchFamily="66" charset="0"/>
                </a:rPr>
                <a:t> Functional Components</a:t>
              </a:r>
            </a:p>
            <a:p>
              <a:pPr algn="l">
                <a:buFont typeface="+mj-lt"/>
                <a:buAutoNum type="arabicPeriod"/>
              </a:pPr>
              <a:r>
                <a:rPr lang="en-US" sz="2100" b="1" i="0" dirty="0">
                  <a:effectLst/>
                  <a:latin typeface="Cavolini" panose="03000502040302020204" pitchFamily="66" charset="0"/>
                  <a:cs typeface="Cavolini" panose="03000502040302020204" pitchFamily="66" charset="0"/>
                </a:rPr>
                <a:t> Class Components</a:t>
              </a:r>
            </a:p>
            <a:p>
              <a:endParaRPr lang="en-US" sz="2100" b="1" dirty="0">
                <a:latin typeface="Cavolini" panose="03000502040302020204" pitchFamily="66" charset="0"/>
                <a:cs typeface="Cavolini" panose="03000502040302020204" pitchFamily="66" charset="0"/>
              </a:endParaRPr>
            </a:p>
          </p:txBody>
        </p:sp>
        <p:grpSp>
          <p:nvGrpSpPr>
            <p:cNvPr id="9" name="Group 8">
              <a:extLst>
                <a:ext uri="{FF2B5EF4-FFF2-40B4-BE49-F238E27FC236}">
                  <a16:creationId xmlns:a16="http://schemas.microsoft.com/office/drawing/2014/main" id="{C738BACF-3B42-2621-79C8-1A17178DED6F}"/>
                </a:ext>
              </a:extLst>
            </p:cNvPr>
            <p:cNvGrpSpPr/>
            <p:nvPr/>
          </p:nvGrpSpPr>
          <p:grpSpPr>
            <a:xfrm>
              <a:off x="404636" y="2242686"/>
              <a:ext cx="8373791" cy="685800"/>
              <a:chOff x="473345" y="1432918"/>
              <a:chExt cx="8373791" cy="685800"/>
            </a:xfrm>
          </p:grpSpPr>
          <p:pic>
            <p:nvPicPr>
              <p:cNvPr id="10" name="Graphic 9" descr="Atom with solid fill">
                <a:extLst>
                  <a:ext uri="{FF2B5EF4-FFF2-40B4-BE49-F238E27FC236}">
                    <a16:creationId xmlns:a16="http://schemas.microsoft.com/office/drawing/2014/main" id="{9D8D6D6B-E41F-6360-0332-A69887B389B3}"/>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473345" y="1432918"/>
                <a:ext cx="685800" cy="685800"/>
              </a:xfrm>
              <a:prstGeom prst="rect">
                <a:avLst/>
              </a:prstGeom>
            </p:spPr>
          </p:pic>
          <p:sp>
            <p:nvSpPr>
              <p:cNvPr id="11" name="TextBox 10">
                <a:extLst>
                  <a:ext uri="{FF2B5EF4-FFF2-40B4-BE49-F238E27FC236}">
                    <a16:creationId xmlns:a16="http://schemas.microsoft.com/office/drawing/2014/main" id="{1C178F6B-6958-723A-8438-C383E4076E8F}"/>
                  </a:ext>
                </a:extLst>
              </p:cNvPr>
              <p:cNvSpPr txBox="1"/>
              <p:nvPr/>
            </p:nvSpPr>
            <p:spPr>
              <a:xfrm flipH="1">
                <a:off x="1250396" y="1568069"/>
                <a:ext cx="7596740" cy="415498"/>
              </a:xfrm>
              <a:prstGeom prst="rect">
                <a:avLst/>
              </a:prstGeom>
              <a:noFill/>
            </p:spPr>
            <p:txBody>
              <a:bodyPr wrap="square" rtlCol="0">
                <a:spAutoFit/>
              </a:bodyPr>
              <a:lstStyle/>
              <a:p>
                <a:r>
                  <a:rPr lang="en-US" sz="2100" b="1" dirty="0">
                    <a:latin typeface="Cavolini" panose="03000502040302020204" pitchFamily="66" charset="0"/>
                    <a:cs typeface="Cavolini" panose="03000502040302020204" pitchFamily="66" charset="0"/>
                  </a:rPr>
                  <a:t>Component Types</a:t>
                </a:r>
              </a:p>
            </p:txBody>
          </p:sp>
        </p:grpSp>
      </p:grpSp>
    </p:spTree>
    <p:extLst>
      <p:ext uri="{BB962C8B-B14F-4D97-AF65-F5344CB8AC3E}">
        <p14:creationId xmlns:p14="http://schemas.microsoft.com/office/powerpoint/2010/main" val="3691786234"/>
      </p:ext>
    </p:extLst>
  </p:cSld>
  <p:clrMapOvr>
    <a:overrideClrMapping bg1="dk1" tx1="lt1" bg2="dk2" tx2="lt2" accent1="accent1" accent2="accent2" accent3="accent3" accent4="accent4" accent5="accent5" accent6="accent6" hlink="hlink" folHlink="folHlink"/>
  </p:clrMapOvr>
  <mc:AlternateContent xmlns:mc="http://schemas.openxmlformats.org/markup-compatibility/2006" xmlns:p159="http://schemas.microsoft.com/office/powerpoint/2015/09/main">
    <mc:Choice Requires="p159">
      <p:transition>
        <p159:morph option="byObject"/>
      </p:transition>
    </mc:Choice>
    <mc:Fallback xmlns="">
      <p:transition>
        <p:fade/>
      </p:transition>
    </mc:Fallback>
  </mc:AlternateContent>
</p:sld>
</file>

<file path=ppt/slides/slide17.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sp useBgFill="1">
        <p:nvSpPr>
          <p:cNvPr id="21" name="Rectangle 20">
            <a:extLst>
              <a:ext uri="{FF2B5EF4-FFF2-40B4-BE49-F238E27FC236}">
                <a16:creationId xmlns:a16="http://schemas.microsoft.com/office/drawing/2014/main" id="{E5A92FE9-DB05-4D0D-AF5A-BE8664B9FFB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grpSp>
        <p:nvGrpSpPr>
          <p:cNvPr id="23" name="Group 22">
            <a:extLst>
              <a:ext uri="{FF2B5EF4-FFF2-40B4-BE49-F238E27FC236}">
                <a16:creationId xmlns:a16="http://schemas.microsoft.com/office/drawing/2014/main" id="{53D9B26A-5143-49A7-BA98-D871D5BD719A}"/>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flipH="1">
            <a:off x="6526211" y="1"/>
            <a:ext cx="5014912" cy="6857999"/>
            <a:chOff x="2928938" y="-4763"/>
            <a:chExt cx="5014912" cy="6862763"/>
          </a:xfrm>
        </p:grpSpPr>
        <p:sp>
          <p:nvSpPr>
            <p:cNvPr id="24" name="Freeform 6">
              <a:extLst>
                <a:ext uri="{FF2B5EF4-FFF2-40B4-BE49-F238E27FC236}">
                  <a16:creationId xmlns:a16="http://schemas.microsoft.com/office/drawing/2014/main" id="{68B85E55-A2A1-4682-B891-F201358A92D5}"/>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3367088" y="-4763"/>
              <a:ext cx="1063625" cy="2782888"/>
            </a:xfrm>
            <a:custGeom>
              <a:avLst/>
              <a:gdLst/>
              <a:ahLst/>
              <a:cxnLst/>
              <a:rect l="0" t="0" r="r" b="b"/>
              <a:pathLst>
                <a:path w="670" h="1753">
                  <a:moveTo>
                    <a:pt x="0" y="1696"/>
                  </a:moveTo>
                  <a:lnTo>
                    <a:pt x="225" y="1753"/>
                  </a:lnTo>
                  <a:lnTo>
                    <a:pt x="670" y="0"/>
                  </a:lnTo>
                  <a:lnTo>
                    <a:pt x="430" y="0"/>
                  </a:lnTo>
                  <a:lnTo>
                    <a:pt x="0" y="1696"/>
                  </a:lnTo>
                  <a:close/>
                </a:path>
              </a:pathLst>
            </a:custGeom>
            <a:solidFill>
              <a:schemeClr val="accent1"/>
            </a:solidFill>
            <a:ln>
              <a:noFill/>
            </a:ln>
          </p:spPr>
          <p:txBody>
            <a:bodyPr/>
            <a:lstStyle/>
            <a:p>
              <a:endParaRPr lang="en-US"/>
            </a:p>
          </p:txBody>
        </p:sp>
        <p:sp>
          <p:nvSpPr>
            <p:cNvPr id="25" name="Freeform 7">
              <a:extLst>
                <a:ext uri="{FF2B5EF4-FFF2-40B4-BE49-F238E27FC236}">
                  <a16:creationId xmlns:a16="http://schemas.microsoft.com/office/drawing/2014/main" id="{45EF6EDB-9B5D-49E9-96FA-1AE08BF95E57}"/>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2928938" y="-4763"/>
              <a:ext cx="1035050" cy="2673350"/>
            </a:xfrm>
            <a:custGeom>
              <a:avLst/>
              <a:gdLst/>
              <a:ahLst/>
              <a:cxnLst/>
              <a:rect l="0" t="0" r="r" b="b"/>
              <a:pathLst>
                <a:path w="652" h="1684">
                  <a:moveTo>
                    <a:pt x="225" y="1684"/>
                  </a:moveTo>
                  <a:lnTo>
                    <a:pt x="652" y="0"/>
                  </a:lnTo>
                  <a:lnTo>
                    <a:pt x="411" y="0"/>
                  </a:lnTo>
                  <a:lnTo>
                    <a:pt x="0" y="1627"/>
                  </a:lnTo>
                  <a:lnTo>
                    <a:pt x="219" y="1681"/>
                  </a:lnTo>
                  <a:lnTo>
                    <a:pt x="225" y="1684"/>
                  </a:lnTo>
                  <a:close/>
                </a:path>
              </a:pathLst>
            </a:custGeom>
            <a:solidFill>
              <a:srgbClr val="595959"/>
            </a:solidFill>
            <a:ln>
              <a:noFill/>
            </a:ln>
          </p:spPr>
          <p:txBody>
            <a:bodyPr/>
            <a:lstStyle/>
            <a:p>
              <a:endParaRPr lang="en-US"/>
            </a:p>
          </p:txBody>
        </p:sp>
        <p:sp>
          <p:nvSpPr>
            <p:cNvPr id="26" name="Freeform 12">
              <a:extLst>
                <a:ext uri="{FF2B5EF4-FFF2-40B4-BE49-F238E27FC236}">
                  <a16:creationId xmlns:a16="http://schemas.microsoft.com/office/drawing/2014/main" id="{38338226-D6E2-4EEE-B271-DB4BD096DBA1}"/>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2928938" y="2582862"/>
              <a:ext cx="2693987" cy="4275138"/>
            </a:xfrm>
            <a:custGeom>
              <a:avLst/>
              <a:gdLst/>
              <a:ahLst/>
              <a:cxnLst/>
              <a:rect l="0" t="0" r="r" b="b"/>
              <a:pathLst>
                <a:path w="1697" h="2693">
                  <a:moveTo>
                    <a:pt x="0" y="0"/>
                  </a:moveTo>
                  <a:lnTo>
                    <a:pt x="1622" y="2693"/>
                  </a:lnTo>
                  <a:lnTo>
                    <a:pt x="1697" y="2693"/>
                  </a:lnTo>
                  <a:lnTo>
                    <a:pt x="0" y="0"/>
                  </a:lnTo>
                  <a:close/>
                </a:path>
              </a:pathLst>
            </a:custGeom>
            <a:solidFill>
              <a:srgbClr val="262626"/>
            </a:solidFill>
            <a:ln>
              <a:noFill/>
            </a:ln>
          </p:spPr>
          <p:txBody>
            <a:bodyPr/>
            <a:lstStyle/>
            <a:p>
              <a:endParaRPr lang="en-US"/>
            </a:p>
          </p:txBody>
        </p:sp>
        <p:sp>
          <p:nvSpPr>
            <p:cNvPr id="27" name="Freeform 13">
              <a:extLst>
                <a:ext uri="{FF2B5EF4-FFF2-40B4-BE49-F238E27FC236}">
                  <a16:creationId xmlns:a16="http://schemas.microsoft.com/office/drawing/2014/main" id="{4878FB48-17B3-4A11-8025-DE0945CD4E71}"/>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3371850" y="2692400"/>
              <a:ext cx="3332162" cy="4165600"/>
            </a:xfrm>
            <a:custGeom>
              <a:avLst/>
              <a:gdLst/>
              <a:ahLst/>
              <a:cxnLst/>
              <a:rect l="0" t="0" r="r" b="b"/>
              <a:pathLst>
                <a:path w="2099" h="2624">
                  <a:moveTo>
                    <a:pt x="2099" y="2624"/>
                  </a:moveTo>
                  <a:lnTo>
                    <a:pt x="0" y="0"/>
                  </a:lnTo>
                  <a:lnTo>
                    <a:pt x="2021" y="2624"/>
                  </a:lnTo>
                  <a:lnTo>
                    <a:pt x="2099" y="2624"/>
                  </a:lnTo>
                  <a:close/>
                </a:path>
              </a:pathLst>
            </a:custGeom>
            <a:solidFill>
              <a:schemeClr val="accent1">
                <a:lumMod val="50000"/>
              </a:schemeClr>
            </a:solidFill>
            <a:ln>
              <a:noFill/>
            </a:ln>
          </p:spPr>
          <p:txBody>
            <a:bodyPr/>
            <a:lstStyle/>
            <a:p>
              <a:endParaRPr lang="en-US"/>
            </a:p>
          </p:txBody>
        </p:sp>
        <p:sp>
          <p:nvSpPr>
            <p:cNvPr id="28" name="Freeform 14">
              <a:extLst>
                <a:ext uri="{FF2B5EF4-FFF2-40B4-BE49-F238E27FC236}">
                  <a16:creationId xmlns:a16="http://schemas.microsoft.com/office/drawing/2014/main" id="{4150A21C-DD6D-4D3C-9E95-7A3CA263BEB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3367088" y="2687637"/>
              <a:ext cx="4576762" cy="4170363"/>
            </a:xfrm>
            <a:custGeom>
              <a:avLst/>
              <a:gdLst/>
              <a:ahLst/>
              <a:cxnLst/>
              <a:rect l="0" t="0" r="r" b="b"/>
              <a:pathLst>
                <a:path w="2883" h="2627">
                  <a:moveTo>
                    <a:pt x="0" y="0"/>
                  </a:moveTo>
                  <a:lnTo>
                    <a:pt x="3" y="3"/>
                  </a:lnTo>
                  <a:lnTo>
                    <a:pt x="2102" y="2627"/>
                  </a:lnTo>
                  <a:lnTo>
                    <a:pt x="2883" y="2627"/>
                  </a:lnTo>
                  <a:lnTo>
                    <a:pt x="225" y="57"/>
                  </a:lnTo>
                  <a:lnTo>
                    <a:pt x="0" y="0"/>
                  </a:lnTo>
                  <a:close/>
                </a:path>
              </a:pathLst>
            </a:custGeom>
            <a:solidFill>
              <a:schemeClr val="accent1">
                <a:lumMod val="75000"/>
              </a:schemeClr>
            </a:solidFill>
            <a:ln>
              <a:noFill/>
            </a:ln>
          </p:spPr>
          <p:txBody>
            <a:bodyPr/>
            <a:lstStyle/>
            <a:p>
              <a:endParaRPr lang="en-US"/>
            </a:p>
          </p:txBody>
        </p:sp>
        <p:sp>
          <p:nvSpPr>
            <p:cNvPr id="29" name="Freeform 15">
              <a:extLst>
                <a:ext uri="{FF2B5EF4-FFF2-40B4-BE49-F238E27FC236}">
                  <a16:creationId xmlns:a16="http://schemas.microsoft.com/office/drawing/2014/main" id="{7505BF04-104D-4180-A284-42FCD6B04DD6}"/>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2928938" y="2578100"/>
              <a:ext cx="3584575" cy="4279900"/>
            </a:xfrm>
            <a:custGeom>
              <a:avLst/>
              <a:gdLst/>
              <a:ahLst/>
              <a:cxnLst/>
              <a:rect l="0" t="0" r="r" b="b"/>
              <a:pathLst>
                <a:path w="2258" h="2696">
                  <a:moveTo>
                    <a:pt x="2258" y="2696"/>
                  </a:moveTo>
                  <a:lnTo>
                    <a:pt x="264" y="111"/>
                  </a:lnTo>
                  <a:lnTo>
                    <a:pt x="228" y="60"/>
                  </a:lnTo>
                  <a:lnTo>
                    <a:pt x="225" y="57"/>
                  </a:lnTo>
                  <a:lnTo>
                    <a:pt x="0" y="0"/>
                  </a:lnTo>
                  <a:lnTo>
                    <a:pt x="0" y="3"/>
                  </a:lnTo>
                  <a:lnTo>
                    <a:pt x="1697" y="2696"/>
                  </a:lnTo>
                  <a:lnTo>
                    <a:pt x="2258" y="2696"/>
                  </a:lnTo>
                  <a:close/>
                </a:path>
              </a:pathLst>
            </a:custGeom>
            <a:solidFill>
              <a:srgbClr val="404040"/>
            </a:solidFill>
            <a:ln>
              <a:noFill/>
            </a:ln>
          </p:spPr>
          <p:txBody>
            <a:bodyPr/>
            <a:lstStyle/>
            <a:p>
              <a:endParaRPr lang="en-US"/>
            </a:p>
          </p:txBody>
        </p:sp>
      </p:grpSp>
      <p:sp>
        <p:nvSpPr>
          <p:cNvPr id="2" name="Title 1">
            <a:extLst>
              <a:ext uri="{FF2B5EF4-FFF2-40B4-BE49-F238E27FC236}">
                <a16:creationId xmlns:a16="http://schemas.microsoft.com/office/drawing/2014/main" id="{652CD06E-EB43-4697-A9C1-290232C3BAD6}"/>
              </a:ext>
            </a:extLst>
          </p:cNvPr>
          <p:cNvSpPr>
            <a:spLocks noGrp="1"/>
          </p:cNvSpPr>
          <p:nvPr>
            <p:ph type="ctrTitle"/>
          </p:nvPr>
        </p:nvSpPr>
        <p:spPr>
          <a:xfrm>
            <a:off x="473345" y="0"/>
            <a:ext cx="11604355" cy="1223994"/>
          </a:xfrm>
        </p:spPr>
        <p:txBody>
          <a:bodyPr>
            <a:noAutofit/>
          </a:bodyPr>
          <a:lstStyle/>
          <a:p>
            <a:pPr algn="l"/>
            <a:r>
              <a:rPr lang="en-US" sz="5400" b="1" dirty="0">
                <a:latin typeface="Mystical Woods Smooth Script" panose="02000500000000000000" pitchFamily="2" charset="0"/>
                <a:cs typeface="Cavolini" panose="03000502040302020204" pitchFamily="66" charset="0"/>
              </a:rPr>
              <a:t>Functional Components </a:t>
            </a:r>
            <a:endParaRPr lang="en-US" sz="2100" b="1" dirty="0">
              <a:latin typeface="Mystical Woods Smooth Script" panose="02000500000000000000" pitchFamily="2" charset="0"/>
              <a:cs typeface="Cavolini" panose="03000502040302020204" pitchFamily="66" charset="0"/>
            </a:endParaRPr>
          </a:p>
        </p:txBody>
      </p:sp>
      <p:grpSp>
        <p:nvGrpSpPr>
          <p:cNvPr id="6" name="Group 5">
            <a:extLst>
              <a:ext uri="{FF2B5EF4-FFF2-40B4-BE49-F238E27FC236}">
                <a16:creationId xmlns:a16="http://schemas.microsoft.com/office/drawing/2014/main" id="{752A73B4-49EC-E765-1462-2A106F07C3D4}"/>
              </a:ext>
            </a:extLst>
          </p:cNvPr>
          <p:cNvGrpSpPr/>
          <p:nvPr/>
        </p:nvGrpSpPr>
        <p:grpSpPr>
          <a:xfrm>
            <a:off x="522645" y="1140369"/>
            <a:ext cx="8950321" cy="182880"/>
            <a:chOff x="1089027" y="1251583"/>
            <a:chExt cx="8950321" cy="182880"/>
          </a:xfrm>
        </p:grpSpPr>
        <p:cxnSp>
          <p:nvCxnSpPr>
            <p:cNvPr id="4" name="Straight Connector 3">
              <a:extLst>
                <a:ext uri="{FF2B5EF4-FFF2-40B4-BE49-F238E27FC236}">
                  <a16:creationId xmlns:a16="http://schemas.microsoft.com/office/drawing/2014/main" id="{1111542F-3245-DDEC-4B5A-7412E7DBE5FD}"/>
                </a:ext>
              </a:extLst>
            </p:cNvPr>
            <p:cNvCxnSpPr/>
            <p:nvPr/>
          </p:nvCxnSpPr>
          <p:spPr>
            <a:xfrm>
              <a:off x="1089027" y="1347537"/>
              <a:ext cx="8786493" cy="0"/>
            </a:xfrm>
            <a:prstGeom prst="line">
              <a:avLst/>
            </a:prstGeom>
            <a:ln w="38100">
              <a:solidFill>
                <a:srgbClr val="595959"/>
              </a:solidFill>
            </a:ln>
            <a:effectLst>
              <a:reflection blurRad="6350" stA="50000" endA="275" endPos="40000" dist="101600" dir="5400000" sy="-100000" algn="bl" rotWithShape="0"/>
              <a:softEdge rad="12700"/>
            </a:effectLst>
          </p:spPr>
          <p:style>
            <a:lnRef idx="3">
              <a:schemeClr val="dk1"/>
            </a:lnRef>
            <a:fillRef idx="0">
              <a:schemeClr val="dk1"/>
            </a:fillRef>
            <a:effectRef idx="2">
              <a:schemeClr val="dk1"/>
            </a:effectRef>
            <a:fontRef idx="minor">
              <a:schemeClr val="tx1"/>
            </a:fontRef>
          </p:style>
        </p:cxnSp>
        <p:sp>
          <p:nvSpPr>
            <p:cNvPr id="5" name="Flowchart: Connector 4">
              <a:extLst>
                <a:ext uri="{FF2B5EF4-FFF2-40B4-BE49-F238E27FC236}">
                  <a16:creationId xmlns:a16="http://schemas.microsoft.com/office/drawing/2014/main" id="{B2858492-B751-8ED7-57BE-708D61DDCF50}"/>
                </a:ext>
              </a:extLst>
            </p:cNvPr>
            <p:cNvSpPr/>
            <p:nvPr/>
          </p:nvSpPr>
          <p:spPr>
            <a:xfrm>
              <a:off x="9856468" y="1251583"/>
              <a:ext cx="182880" cy="182880"/>
            </a:xfrm>
            <a:prstGeom prst="flowChartConnector">
              <a:avLst/>
            </a:prstGeom>
            <a:ln>
              <a:noFill/>
            </a:ln>
            <a:effectLst>
              <a:outerShdw blurRad="50800" dist="38100" dir="2700000" algn="tl"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graphicFrame>
        <p:nvGraphicFramePr>
          <p:cNvPr id="7" name="Table 7">
            <a:extLst>
              <a:ext uri="{FF2B5EF4-FFF2-40B4-BE49-F238E27FC236}">
                <a16:creationId xmlns:a16="http://schemas.microsoft.com/office/drawing/2014/main" id="{72F3F8EF-729E-B04A-D5A6-CBDA516D4695}"/>
              </a:ext>
            </a:extLst>
          </p:cNvPr>
          <p:cNvGraphicFramePr>
            <a:graphicFrameLocks noGrp="1"/>
          </p:cNvGraphicFramePr>
          <p:nvPr>
            <p:extLst>
              <p:ext uri="{D42A27DB-BD31-4B8C-83A1-F6EECF244321}">
                <p14:modId xmlns:p14="http://schemas.microsoft.com/office/powerpoint/2010/main" val="668713327"/>
              </p:ext>
            </p:extLst>
          </p:nvPr>
        </p:nvGraphicFramePr>
        <p:xfrm>
          <a:off x="293823" y="2011680"/>
          <a:ext cx="11604354" cy="2103120"/>
        </p:xfrm>
        <a:graphic>
          <a:graphicData uri="http://schemas.openxmlformats.org/drawingml/2006/table">
            <a:tbl>
              <a:tblPr firstRow="1" bandRow="1">
                <a:tableStyleId>{5C22544A-7EE6-4342-B048-85BDC9FD1C3A}</a:tableStyleId>
              </a:tblPr>
              <a:tblGrid>
                <a:gridCol w="720310">
                  <a:extLst>
                    <a:ext uri="{9D8B030D-6E8A-4147-A177-3AD203B41FA5}">
                      <a16:colId xmlns:a16="http://schemas.microsoft.com/office/drawing/2014/main" val="2473130284"/>
                    </a:ext>
                  </a:extLst>
                </a:gridCol>
                <a:gridCol w="10884044">
                  <a:extLst>
                    <a:ext uri="{9D8B030D-6E8A-4147-A177-3AD203B41FA5}">
                      <a16:colId xmlns:a16="http://schemas.microsoft.com/office/drawing/2014/main" val="3159472711"/>
                    </a:ext>
                  </a:extLst>
                </a:gridCol>
              </a:tblGrid>
              <a:tr h="731520">
                <a:tc>
                  <a:txBody>
                    <a:bodyPr/>
                    <a:lstStyle/>
                    <a:p>
                      <a:pPr algn="l"/>
                      <a:r>
                        <a:rPr lang="en-US" sz="2100" b="1" dirty="0">
                          <a:solidFill>
                            <a:srgbClr val="30ACEC"/>
                          </a:solidFill>
                          <a:latin typeface="Mystical Woods Smooth Script" panose="02000500000000000000" pitchFamily="2" charset="0"/>
                          <a:cs typeface="Cavolini" panose="03000502040302020204" pitchFamily="66" charset="0"/>
                        </a:rPr>
                        <a:t>&lt;/&gt;</a:t>
                      </a: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38100" cmpd="sng">
                      <a:noFill/>
                    </a:lnB>
                    <a:lnTlToBr w="12700" cmpd="sng">
                      <a:noFill/>
                      <a:prstDash val="solid"/>
                    </a:lnTlToBr>
                    <a:lnBlToTr w="12700" cmpd="sng">
                      <a:noFill/>
                      <a:prstDash val="solid"/>
                    </a:lnBlToTr>
                    <a:noFill/>
                  </a:tcPr>
                </a:tc>
                <a:tc>
                  <a:txBody>
                    <a:bodyPr/>
                    <a:lstStyle/>
                    <a:p>
                      <a:pPr algn="l"/>
                      <a:r>
                        <a:rPr lang="en-US" sz="2100" b="1" i="0" kern="1200" dirty="0">
                          <a:solidFill>
                            <a:schemeClr val="tx1"/>
                          </a:solidFill>
                          <a:effectLst/>
                          <a:latin typeface="Cavolini" panose="03000502040302020204" pitchFamily="66" charset="0"/>
                          <a:ea typeface="+mn-ea"/>
                          <a:cs typeface="Cavolini" panose="03000502040302020204" pitchFamily="66" charset="0"/>
                        </a:rPr>
                        <a:t>Functional components are basic JavaScript functions. These are typically arrow functions but can also be created with the regular </a:t>
                      </a:r>
                      <a:r>
                        <a:rPr lang="en-US" sz="2100" b="1" i="1" kern="1200" dirty="0">
                          <a:solidFill>
                            <a:schemeClr val="tx1"/>
                          </a:solidFill>
                          <a:effectLst/>
                          <a:latin typeface="Cavolini" panose="03000502040302020204" pitchFamily="66" charset="0"/>
                          <a:ea typeface="+mn-ea"/>
                          <a:cs typeface="Cavolini" panose="03000502040302020204" pitchFamily="66" charset="0"/>
                        </a:rPr>
                        <a:t>function</a:t>
                      </a:r>
                      <a:r>
                        <a:rPr lang="en-US" sz="2100" b="1" i="0" kern="1200" dirty="0">
                          <a:solidFill>
                            <a:schemeClr val="tx1"/>
                          </a:solidFill>
                          <a:effectLst/>
                          <a:latin typeface="Cavolini" panose="03000502040302020204" pitchFamily="66" charset="0"/>
                          <a:ea typeface="+mn-ea"/>
                          <a:cs typeface="Cavolini" panose="03000502040302020204" pitchFamily="66" charset="0"/>
                        </a:rPr>
                        <a:t> keyword.</a:t>
                      </a:r>
                    </a:p>
                  </a:txBody>
                  <a:tcPr anchor="ctr">
                    <a:lnL w="12700" cap="flat" cmpd="sng" algn="ctr">
                      <a:noFill/>
                      <a:prstDash val="solid"/>
                      <a:round/>
                      <a:headEnd type="none" w="med" len="med"/>
                      <a:tailEnd type="none" w="med" len="med"/>
                    </a:lnL>
                    <a:lnR w="12700" cmpd="sng">
                      <a:noFill/>
                    </a:lnR>
                    <a:lnT w="12700" cmpd="sng">
                      <a:noFill/>
                    </a:lnT>
                    <a:lnB w="38100" cmpd="sng">
                      <a:noFill/>
                    </a:lnB>
                    <a:lnTlToBr w="12700" cmpd="sng">
                      <a:noFill/>
                      <a:prstDash val="solid"/>
                    </a:lnTlToBr>
                    <a:lnBlToTr w="12700" cmpd="sng">
                      <a:noFill/>
                      <a:prstDash val="solid"/>
                    </a:lnBlToTr>
                    <a:noFill/>
                  </a:tcPr>
                </a:tc>
                <a:extLst>
                  <a:ext uri="{0D108BD9-81ED-4DB2-BD59-A6C34878D82A}">
                    <a16:rowId xmlns:a16="http://schemas.microsoft.com/office/drawing/2014/main" val="2044279959"/>
                  </a:ext>
                </a:extLst>
              </a:tr>
              <a:tr h="731520">
                <a:tc>
                  <a:txBody>
                    <a:bodyPr/>
                    <a:lstStyle/>
                    <a:p>
                      <a:pPr algn="l"/>
                      <a:r>
                        <a:rPr lang="en-US" sz="2100" b="1" dirty="0">
                          <a:solidFill>
                            <a:srgbClr val="30ACEC"/>
                          </a:solidFill>
                          <a:latin typeface="Mystical Woods Smooth Script" panose="02000500000000000000" pitchFamily="2" charset="0"/>
                          <a:cs typeface="Cavolini" panose="03000502040302020204" pitchFamily="66" charset="0"/>
                        </a:rPr>
                        <a:t>&lt;/&gt;</a:t>
                      </a: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mpd="sng">
                      <a:noFill/>
                    </a:lnT>
                    <a:lnB w="38100" cmpd="sng">
                      <a:noFill/>
                    </a:lnB>
                    <a:lnTlToBr w="12700" cmpd="sng">
                      <a:noFill/>
                      <a:prstDash val="solid"/>
                    </a:lnTlToBr>
                    <a:lnBlToTr w="12700" cmpd="sng">
                      <a:noFill/>
                      <a:prstDash val="solid"/>
                    </a:lnBlToTr>
                    <a:noFill/>
                  </a:tcPr>
                </a:tc>
                <a:tc>
                  <a:txBody>
                    <a:bodyPr/>
                    <a:lstStyle/>
                    <a:p>
                      <a:pPr algn="l"/>
                      <a:r>
                        <a:rPr lang="en-US" sz="2100" b="1" i="0" kern="1200" dirty="0">
                          <a:solidFill>
                            <a:srgbClr val="FF0000"/>
                          </a:solidFill>
                          <a:effectLst/>
                          <a:latin typeface="Cavolini" panose="03000502040302020204" pitchFamily="66" charset="0"/>
                          <a:ea typeface="+mn-ea"/>
                          <a:cs typeface="Cavolini" panose="03000502040302020204" pitchFamily="66" charset="0"/>
                        </a:rPr>
                        <a:t>Sometimes referred to as “dumb” or “stateless” components as they simply accept data and display them in some form; </a:t>
                      </a:r>
                      <a:r>
                        <a:rPr lang="en-US" sz="2100" b="1" i="0" kern="1200" dirty="0">
                          <a:solidFill>
                            <a:schemeClr val="tx1"/>
                          </a:solidFill>
                          <a:effectLst/>
                          <a:latin typeface="Cavolini" panose="03000502040302020204" pitchFamily="66" charset="0"/>
                          <a:ea typeface="+mn-ea"/>
                          <a:cs typeface="Cavolini" panose="03000502040302020204" pitchFamily="66" charset="0"/>
                        </a:rPr>
                        <a:t>that is they are mainly responsible for rendering UI.</a:t>
                      </a:r>
                    </a:p>
                  </a:txBody>
                  <a:tcPr anchor="ctr">
                    <a:lnL w="12700" cap="flat" cmpd="sng" algn="ctr">
                      <a:noFill/>
                      <a:prstDash val="solid"/>
                      <a:round/>
                      <a:headEnd type="none" w="med" len="med"/>
                      <a:tailEnd type="none" w="med" len="med"/>
                    </a:lnL>
                    <a:lnR w="12700" cmpd="sng">
                      <a:noFill/>
                    </a:lnR>
                    <a:lnT w="12700" cmpd="sng">
                      <a:noFill/>
                    </a:lnT>
                    <a:lnB w="38100" cmpd="sng">
                      <a:noFill/>
                    </a:lnB>
                    <a:lnTlToBr w="12700" cmpd="sng">
                      <a:noFill/>
                      <a:prstDash val="solid"/>
                    </a:lnTlToBr>
                    <a:lnBlToTr w="12700" cmpd="sng">
                      <a:noFill/>
                      <a:prstDash val="solid"/>
                    </a:lnBlToTr>
                    <a:noFill/>
                  </a:tcPr>
                </a:tc>
                <a:extLst>
                  <a:ext uri="{0D108BD9-81ED-4DB2-BD59-A6C34878D82A}">
                    <a16:rowId xmlns:a16="http://schemas.microsoft.com/office/drawing/2014/main" val="2747036755"/>
                  </a:ext>
                </a:extLst>
              </a:tr>
            </a:tbl>
          </a:graphicData>
        </a:graphic>
      </p:graphicFrame>
    </p:spTree>
    <p:extLst>
      <p:ext uri="{BB962C8B-B14F-4D97-AF65-F5344CB8AC3E}">
        <p14:creationId xmlns:p14="http://schemas.microsoft.com/office/powerpoint/2010/main" val="2630727361"/>
      </p:ext>
    </p:extLst>
  </p:cSld>
  <p:clrMapOvr>
    <a:overrideClrMapping bg1="dk1" tx1="lt1" bg2="dk2" tx2="lt2" accent1="accent1" accent2="accent2" accent3="accent3" accent4="accent4" accent5="accent5" accent6="accent6" hlink="hlink" folHlink="folHlink"/>
  </p:clrMapOvr>
  <mc:AlternateContent xmlns:mc="http://schemas.openxmlformats.org/markup-compatibility/2006" xmlns:p159="http://schemas.microsoft.com/office/powerpoint/2015/09/main">
    <mc:Choice Requires="p159">
      <p:transition>
        <p159:morph option="byObject"/>
      </p:transition>
    </mc:Choice>
    <mc:Fallback xmlns="">
      <p:transition>
        <p:fade/>
      </p:transition>
    </mc:Fallback>
  </mc:AlternateContent>
</p:sld>
</file>

<file path=ppt/slides/slide18.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sp useBgFill="1">
        <p:nvSpPr>
          <p:cNvPr id="21" name="Rectangle 20">
            <a:extLst>
              <a:ext uri="{FF2B5EF4-FFF2-40B4-BE49-F238E27FC236}">
                <a16:creationId xmlns:a16="http://schemas.microsoft.com/office/drawing/2014/main" id="{E5A92FE9-DB05-4D0D-AF5A-BE8664B9FFB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grpSp>
        <p:nvGrpSpPr>
          <p:cNvPr id="23" name="Group 22">
            <a:extLst>
              <a:ext uri="{FF2B5EF4-FFF2-40B4-BE49-F238E27FC236}">
                <a16:creationId xmlns:a16="http://schemas.microsoft.com/office/drawing/2014/main" id="{53D9B26A-5143-49A7-BA98-D871D5BD719A}"/>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flipH="1">
            <a:off x="6526211" y="1"/>
            <a:ext cx="5014912" cy="6857999"/>
            <a:chOff x="2928938" y="-4763"/>
            <a:chExt cx="5014912" cy="6862763"/>
          </a:xfrm>
        </p:grpSpPr>
        <p:sp>
          <p:nvSpPr>
            <p:cNvPr id="24" name="Freeform 6">
              <a:extLst>
                <a:ext uri="{FF2B5EF4-FFF2-40B4-BE49-F238E27FC236}">
                  <a16:creationId xmlns:a16="http://schemas.microsoft.com/office/drawing/2014/main" id="{68B85E55-A2A1-4682-B891-F201358A92D5}"/>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3367088" y="-4763"/>
              <a:ext cx="1063625" cy="2782888"/>
            </a:xfrm>
            <a:custGeom>
              <a:avLst/>
              <a:gdLst/>
              <a:ahLst/>
              <a:cxnLst/>
              <a:rect l="0" t="0" r="r" b="b"/>
              <a:pathLst>
                <a:path w="670" h="1753">
                  <a:moveTo>
                    <a:pt x="0" y="1696"/>
                  </a:moveTo>
                  <a:lnTo>
                    <a:pt x="225" y="1753"/>
                  </a:lnTo>
                  <a:lnTo>
                    <a:pt x="670" y="0"/>
                  </a:lnTo>
                  <a:lnTo>
                    <a:pt x="430" y="0"/>
                  </a:lnTo>
                  <a:lnTo>
                    <a:pt x="0" y="1696"/>
                  </a:lnTo>
                  <a:close/>
                </a:path>
              </a:pathLst>
            </a:custGeom>
            <a:solidFill>
              <a:schemeClr val="accent1"/>
            </a:solidFill>
            <a:ln>
              <a:noFill/>
            </a:ln>
          </p:spPr>
          <p:txBody>
            <a:bodyPr/>
            <a:lstStyle/>
            <a:p>
              <a:endParaRPr lang="en-US"/>
            </a:p>
          </p:txBody>
        </p:sp>
        <p:sp>
          <p:nvSpPr>
            <p:cNvPr id="25" name="Freeform 7">
              <a:extLst>
                <a:ext uri="{FF2B5EF4-FFF2-40B4-BE49-F238E27FC236}">
                  <a16:creationId xmlns:a16="http://schemas.microsoft.com/office/drawing/2014/main" id="{45EF6EDB-9B5D-49E9-96FA-1AE08BF95E57}"/>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2928938" y="-4763"/>
              <a:ext cx="1035050" cy="2673350"/>
            </a:xfrm>
            <a:custGeom>
              <a:avLst/>
              <a:gdLst/>
              <a:ahLst/>
              <a:cxnLst/>
              <a:rect l="0" t="0" r="r" b="b"/>
              <a:pathLst>
                <a:path w="652" h="1684">
                  <a:moveTo>
                    <a:pt x="225" y="1684"/>
                  </a:moveTo>
                  <a:lnTo>
                    <a:pt x="652" y="0"/>
                  </a:lnTo>
                  <a:lnTo>
                    <a:pt x="411" y="0"/>
                  </a:lnTo>
                  <a:lnTo>
                    <a:pt x="0" y="1627"/>
                  </a:lnTo>
                  <a:lnTo>
                    <a:pt x="219" y="1681"/>
                  </a:lnTo>
                  <a:lnTo>
                    <a:pt x="225" y="1684"/>
                  </a:lnTo>
                  <a:close/>
                </a:path>
              </a:pathLst>
            </a:custGeom>
            <a:solidFill>
              <a:srgbClr val="595959"/>
            </a:solidFill>
            <a:ln>
              <a:noFill/>
            </a:ln>
          </p:spPr>
          <p:txBody>
            <a:bodyPr/>
            <a:lstStyle/>
            <a:p>
              <a:endParaRPr lang="en-US"/>
            </a:p>
          </p:txBody>
        </p:sp>
        <p:sp>
          <p:nvSpPr>
            <p:cNvPr id="26" name="Freeform 12">
              <a:extLst>
                <a:ext uri="{FF2B5EF4-FFF2-40B4-BE49-F238E27FC236}">
                  <a16:creationId xmlns:a16="http://schemas.microsoft.com/office/drawing/2014/main" id="{38338226-D6E2-4EEE-B271-DB4BD096DBA1}"/>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2928938" y="2582862"/>
              <a:ext cx="2693987" cy="4275138"/>
            </a:xfrm>
            <a:custGeom>
              <a:avLst/>
              <a:gdLst/>
              <a:ahLst/>
              <a:cxnLst/>
              <a:rect l="0" t="0" r="r" b="b"/>
              <a:pathLst>
                <a:path w="1697" h="2693">
                  <a:moveTo>
                    <a:pt x="0" y="0"/>
                  </a:moveTo>
                  <a:lnTo>
                    <a:pt x="1622" y="2693"/>
                  </a:lnTo>
                  <a:lnTo>
                    <a:pt x="1697" y="2693"/>
                  </a:lnTo>
                  <a:lnTo>
                    <a:pt x="0" y="0"/>
                  </a:lnTo>
                  <a:close/>
                </a:path>
              </a:pathLst>
            </a:custGeom>
            <a:solidFill>
              <a:srgbClr val="262626"/>
            </a:solidFill>
            <a:ln>
              <a:noFill/>
            </a:ln>
          </p:spPr>
          <p:txBody>
            <a:bodyPr/>
            <a:lstStyle/>
            <a:p>
              <a:endParaRPr lang="en-US"/>
            </a:p>
          </p:txBody>
        </p:sp>
        <p:sp>
          <p:nvSpPr>
            <p:cNvPr id="27" name="Freeform 13">
              <a:extLst>
                <a:ext uri="{FF2B5EF4-FFF2-40B4-BE49-F238E27FC236}">
                  <a16:creationId xmlns:a16="http://schemas.microsoft.com/office/drawing/2014/main" id="{4878FB48-17B3-4A11-8025-DE0945CD4E71}"/>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3371850" y="2692400"/>
              <a:ext cx="3332162" cy="4165600"/>
            </a:xfrm>
            <a:custGeom>
              <a:avLst/>
              <a:gdLst/>
              <a:ahLst/>
              <a:cxnLst/>
              <a:rect l="0" t="0" r="r" b="b"/>
              <a:pathLst>
                <a:path w="2099" h="2624">
                  <a:moveTo>
                    <a:pt x="2099" y="2624"/>
                  </a:moveTo>
                  <a:lnTo>
                    <a:pt x="0" y="0"/>
                  </a:lnTo>
                  <a:lnTo>
                    <a:pt x="2021" y="2624"/>
                  </a:lnTo>
                  <a:lnTo>
                    <a:pt x="2099" y="2624"/>
                  </a:lnTo>
                  <a:close/>
                </a:path>
              </a:pathLst>
            </a:custGeom>
            <a:solidFill>
              <a:schemeClr val="accent1">
                <a:lumMod val="50000"/>
              </a:schemeClr>
            </a:solidFill>
            <a:ln>
              <a:noFill/>
            </a:ln>
          </p:spPr>
          <p:txBody>
            <a:bodyPr/>
            <a:lstStyle/>
            <a:p>
              <a:endParaRPr lang="en-US"/>
            </a:p>
          </p:txBody>
        </p:sp>
        <p:sp>
          <p:nvSpPr>
            <p:cNvPr id="28" name="Freeform 14">
              <a:extLst>
                <a:ext uri="{FF2B5EF4-FFF2-40B4-BE49-F238E27FC236}">
                  <a16:creationId xmlns:a16="http://schemas.microsoft.com/office/drawing/2014/main" id="{4150A21C-DD6D-4D3C-9E95-7A3CA263BEB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3367088" y="2687637"/>
              <a:ext cx="4576762" cy="4170363"/>
            </a:xfrm>
            <a:custGeom>
              <a:avLst/>
              <a:gdLst/>
              <a:ahLst/>
              <a:cxnLst/>
              <a:rect l="0" t="0" r="r" b="b"/>
              <a:pathLst>
                <a:path w="2883" h="2627">
                  <a:moveTo>
                    <a:pt x="0" y="0"/>
                  </a:moveTo>
                  <a:lnTo>
                    <a:pt x="3" y="3"/>
                  </a:lnTo>
                  <a:lnTo>
                    <a:pt x="2102" y="2627"/>
                  </a:lnTo>
                  <a:lnTo>
                    <a:pt x="2883" y="2627"/>
                  </a:lnTo>
                  <a:lnTo>
                    <a:pt x="225" y="57"/>
                  </a:lnTo>
                  <a:lnTo>
                    <a:pt x="0" y="0"/>
                  </a:lnTo>
                  <a:close/>
                </a:path>
              </a:pathLst>
            </a:custGeom>
            <a:solidFill>
              <a:schemeClr val="accent1">
                <a:lumMod val="75000"/>
              </a:schemeClr>
            </a:solidFill>
            <a:ln>
              <a:noFill/>
            </a:ln>
          </p:spPr>
          <p:txBody>
            <a:bodyPr/>
            <a:lstStyle/>
            <a:p>
              <a:endParaRPr lang="en-US"/>
            </a:p>
          </p:txBody>
        </p:sp>
        <p:sp>
          <p:nvSpPr>
            <p:cNvPr id="29" name="Freeform 15">
              <a:extLst>
                <a:ext uri="{FF2B5EF4-FFF2-40B4-BE49-F238E27FC236}">
                  <a16:creationId xmlns:a16="http://schemas.microsoft.com/office/drawing/2014/main" id="{7505BF04-104D-4180-A284-42FCD6B04DD6}"/>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2928938" y="2578100"/>
              <a:ext cx="3584575" cy="4279900"/>
            </a:xfrm>
            <a:custGeom>
              <a:avLst/>
              <a:gdLst/>
              <a:ahLst/>
              <a:cxnLst/>
              <a:rect l="0" t="0" r="r" b="b"/>
              <a:pathLst>
                <a:path w="2258" h="2696">
                  <a:moveTo>
                    <a:pt x="2258" y="2696"/>
                  </a:moveTo>
                  <a:lnTo>
                    <a:pt x="264" y="111"/>
                  </a:lnTo>
                  <a:lnTo>
                    <a:pt x="228" y="60"/>
                  </a:lnTo>
                  <a:lnTo>
                    <a:pt x="225" y="57"/>
                  </a:lnTo>
                  <a:lnTo>
                    <a:pt x="0" y="0"/>
                  </a:lnTo>
                  <a:lnTo>
                    <a:pt x="0" y="3"/>
                  </a:lnTo>
                  <a:lnTo>
                    <a:pt x="1697" y="2696"/>
                  </a:lnTo>
                  <a:lnTo>
                    <a:pt x="2258" y="2696"/>
                  </a:lnTo>
                  <a:close/>
                </a:path>
              </a:pathLst>
            </a:custGeom>
            <a:solidFill>
              <a:srgbClr val="404040"/>
            </a:solidFill>
            <a:ln>
              <a:noFill/>
            </a:ln>
          </p:spPr>
          <p:txBody>
            <a:bodyPr/>
            <a:lstStyle/>
            <a:p>
              <a:endParaRPr lang="en-US"/>
            </a:p>
          </p:txBody>
        </p:sp>
      </p:grpSp>
      <p:sp>
        <p:nvSpPr>
          <p:cNvPr id="2" name="Title 1">
            <a:extLst>
              <a:ext uri="{FF2B5EF4-FFF2-40B4-BE49-F238E27FC236}">
                <a16:creationId xmlns:a16="http://schemas.microsoft.com/office/drawing/2014/main" id="{652CD06E-EB43-4697-A9C1-290232C3BAD6}"/>
              </a:ext>
            </a:extLst>
          </p:cNvPr>
          <p:cNvSpPr>
            <a:spLocks noGrp="1"/>
          </p:cNvSpPr>
          <p:nvPr>
            <p:ph type="ctrTitle"/>
          </p:nvPr>
        </p:nvSpPr>
        <p:spPr>
          <a:xfrm>
            <a:off x="473345" y="0"/>
            <a:ext cx="11604355" cy="1223994"/>
          </a:xfrm>
        </p:spPr>
        <p:txBody>
          <a:bodyPr>
            <a:noAutofit/>
          </a:bodyPr>
          <a:lstStyle/>
          <a:p>
            <a:pPr algn="l"/>
            <a:r>
              <a:rPr lang="en-US" sz="5400" b="1" dirty="0">
                <a:latin typeface="Mystical Woods Smooth Script" panose="02000500000000000000" pitchFamily="2" charset="0"/>
                <a:cs typeface="Cavolini" panose="03000502040302020204" pitchFamily="66" charset="0"/>
              </a:rPr>
              <a:t>Functional Components </a:t>
            </a:r>
            <a:r>
              <a:rPr lang="en-US" sz="2100" b="1" dirty="0">
                <a:latin typeface="Cavolini" panose="03000502040302020204" pitchFamily="66" charset="0"/>
                <a:cs typeface="Cavolini" panose="03000502040302020204" pitchFamily="66" charset="0"/>
              </a:rPr>
              <a:t>continued…</a:t>
            </a:r>
          </a:p>
        </p:txBody>
      </p:sp>
      <p:grpSp>
        <p:nvGrpSpPr>
          <p:cNvPr id="6" name="Group 5">
            <a:extLst>
              <a:ext uri="{FF2B5EF4-FFF2-40B4-BE49-F238E27FC236}">
                <a16:creationId xmlns:a16="http://schemas.microsoft.com/office/drawing/2014/main" id="{752A73B4-49EC-E765-1462-2A106F07C3D4}"/>
              </a:ext>
            </a:extLst>
          </p:cNvPr>
          <p:cNvGrpSpPr/>
          <p:nvPr/>
        </p:nvGrpSpPr>
        <p:grpSpPr>
          <a:xfrm>
            <a:off x="522645" y="1132554"/>
            <a:ext cx="8950321" cy="182880"/>
            <a:chOff x="1089027" y="1251583"/>
            <a:chExt cx="8950321" cy="182880"/>
          </a:xfrm>
        </p:grpSpPr>
        <p:cxnSp>
          <p:nvCxnSpPr>
            <p:cNvPr id="4" name="Straight Connector 3">
              <a:extLst>
                <a:ext uri="{FF2B5EF4-FFF2-40B4-BE49-F238E27FC236}">
                  <a16:creationId xmlns:a16="http://schemas.microsoft.com/office/drawing/2014/main" id="{1111542F-3245-DDEC-4B5A-7412E7DBE5FD}"/>
                </a:ext>
              </a:extLst>
            </p:cNvPr>
            <p:cNvCxnSpPr/>
            <p:nvPr/>
          </p:nvCxnSpPr>
          <p:spPr>
            <a:xfrm>
              <a:off x="1089027" y="1347537"/>
              <a:ext cx="8786493" cy="0"/>
            </a:xfrm>
            <a:prstGeom prst="line">
              <a:avLst/>
            </a:prstGeom>
            <a:ln w="38100">
              <a:solidFill>
                <a:srgbClr val="595959"/>
              </a:solidFill>
            </a:ln>
            <a:effectLst>
              <a:reflection blurRad="6350" stA="50000" endA="275" endPos="40000" dist="101600" dir="5400000" sy="-100000" algn="bl" rotWithShape="0"/>
              <a:softEdge rad="12700"/>
            </a:effectLst>
          </p:spPr>
          <p:style>
            <a:lnRef idx="3">
              <a:schemeClr val="dk1"/>
            </a:lnRef>
            <a:fillRef idx="0">
              <a:schemeClr val="dk1"/>
            </a:fillRef>
            <a:effectRef idx="2">
              <a:schemeClr val="dk1"/>
            </a:effectRef>
            <a:fontRef idx="minor">
              <a:schemeClr val="tx1"/>
            </a:fontRef>
          </p:style>
        </p:cxnSp>
        <p:sp>
          <p:nvSpPr>
            <p:cNvPr id="5" name="Flowchart: Connector 4">
              <a:extLst>
                <a:ext uri="{FF2B5EF4-FFF2-40B4-BE49-F238E27FC236}">
                  <a16:creationId xmlns:a16="http://schemas.microsoft.com/office/drawing/2014/main" id="{B2858492-B751-8ED7-57BE-708D61DDCF50}"/>
                </a:ext>
              </a:extLst>
            </p:cNvPr>
            <p:cNvSpPr/>
            <p:nvPr/>
          </p:nvSpPr>
          <p:spPr>
            <a:xfrm>
              <a:off x="9856468" y="1251583"/>
              <a:ext cx="182880" cy="182880"/>
            </a:xfrm>
            <a:prstGeom prst="flowChartConnector">
              <a:avLst/>
            </a:prstGeom>
            <a:ln>
              <a:noFill/>
            </a:ln>
            <a:effectLst>
              <a:outerShdw blurRad="50800" dist="38100" dir="2700000" algn="tl"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graphicFrame>
        <p:nvGraphicFramePr>
          <p:cNvPr id="7" name="Table 7">
            <a:extLst>
              <a:ext uri="{FF2B5EF4-FFF2-40B4-BE49-F238E27FC236}">
                <a16:creationId xmlns:a16="http://schemas.microsoft.com/office/drawing/2014/main" id="{72F3F8EF-729E-B04A-D5A6-CBDA516D4695}"/>
              </a:ext>
            </a:extLst>
          </p:cNvPr>
          <p:cNvGraphicFramePr>
            <a:graphicFrameLocks noGrp="1"/>
          </p:cNvGraphicFramePr>
          <p:nvPr>
            <p:extLst>
              <p:ext uri="{D42A27DB-BD31-4B8C-83A1-F6EECF244321}">
                <p14:modId xmlns:p14="http://schemas.microsoft.com/office/powerpoint/2010/main" val="1189962929"/>
              </p:ext>
            </p:extLst>
          </p:nvPr>
        </p:nvGraphicFramePr>
        <p:xfrm>
          <a:off x="293823" y="2171700"/>
          <a:ext cx="11604354" cy="2514600"/>
        </p:xfrm>
        <a:graphic>
          <a:graphicData uri="http://schemas.openxmlformats.org/drawingml/2006/table">
            <a:tbl>
              <a:tblPr firstRow="1" bandRow="1">
                <a:tableStyleId>{5C22544A-7EE6-4342-B048-85BDC9FD1C3A}</a:tableStyleId>
              </a:tblPr>
              <a:tblGrid>
                <a:gridCol w="720310">
                  <a:extLst>
                    <a:ext uri="{9D8B030D-6E8A-4147-A177-3AD203B41FA5}">
                      <a16:colId xmlns:a16="http://schemas.microsoft.com/office/drawing/2014/main" val="2473130284"/>
                    </a:ext>
                  </a:extLst>
                </a:gridCol>
                <a:gridCol w="10884044">
                  <a:extLst>
                    <a:ext uri="{9D8B030D-6E8A-4147-A177-3AD203B41FA5}">
                      <a16:colId xmlns:a16="http://schemas.microsoft.com/office/drawing/2014/main" val="3159472711"/>
                    </a:ext>
                  </a:extLst>
                </a:gridCol>
              </a:tblGrid>
              <a:tr h="731520">
                <a:tc>
                  <a:txBody>
                    <a:bodyPr/>
                    <a:lstStyle/>
                    <a:p>
                      <a:pPr algn="l"/>
                      <a:r>
                        <a:rPr lang="en-US" sz="2100" b="1" dirty="0">
                          <a:solidFill>
                            <a:srgbClr val="30ACEC"/>
                          </a:solidFill>
                          <a:latin typeface="Mystical Woods Smooth Script" panose="02000500000000000000" pitchFamily="2" charset="0"/>
                          <a:cs typeface="Cavolini" panose="03000502040302020204" pitchFamily="66" charset="0"/>
                        </a:rPr>
                        <a:t>&lt;/&gt;</a:t>
                      </a: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mpd="sng">
                      <a:noFill/>
                    </a:lnT>
                    <a:lnB w="38100" cmpd="sng">
                      <a:noFill/>
                    </a:lnB>
                    <a:lnTlToBr w="12700" cmpd="sng">
                      <a:noFill/>
                      <a:prstDash val="solid"/>
                    </a:lnTlToBr>
                    <a:lnBlToTr w="12700" cmpd="sng">
                      <a:noFill/>
                      <a:prstDash val="solid"/>
                    </a:lnBlToTr>
                    <a:noFill/>
                  </a:tcPr>
                </a:tc>
                <a:tc>
                  <a:txBody>
                    <a:bodyPr/>
                    <a:lstStyle/>
                    <a:p>
                      <a:pPr algn="l"/>
                      <a:r>
                        <a:rPr lang="en-US" sz="2100" b="1" i="0" kern="1200" dirty="0">
                          <a:solidFill>
                            <a:schemeClr val="tx1"/>
                          </a:solidFill>
                          <a:effectLst/>
                          <a:latin typeface="Cavolini" panose="03000502040302020204" pitchFamily="66" charset="0"/>
                          <a:ea typeface="+mn-ea"/>
                          <a:cs typeface="Cavolini" panose="03000502040302020204" pitchFamily="66" charset="0"/>
                        </a:rPr>
                        <a:t>There is no </a:t>
                      </a:r>
                      <a:r>
                        <a:rPr lang="en-US" sz="2100" b="1" i="1" kern="1200" dirty="0">
                          <a:solidFill>
                            <a:schemeClr val="tx1"/>
                          </a:solidFill>
                          <a:effectLst/>
                          <a:latin typeface="Cavolini" panose="03000502040302020204" pitchFamily="66" charset="0"/>
                          <a:ea typeface="+mn-ea"/>
                          <a:cs typeface="Cavolini" panose="03000502040302020204" pitchFamily="66" charset="0"/>
                        </a:rPr>
                        <a:t>render()</a:t>
                      </a:r>
                      <a:r>
                        <a:rPr lang="en-US" sz="2100" b="1" i="0" kern="1200" dirty="0">
                          <a:solidFill>
                            <a:schemeClr val="tx1"/>
                          </a:solidFill>
                          <a:effectLst/>
                          <a:latin typeface="Cavolini" panose="03000502040302020204" pitchFamily="66" charset="0"/>
                          <a:ea typeface="+mn-ea"/>
                          <a:cs typeface="Cavolini" panose="03000502040302020204" pitchFamily="66" charset="0"/>
                        </a:rPr>
                        <a:t> method used in functional components.</a:t>
                      </a:r>
                    </a:p>
                  </a:txBody>
                  <a:tcPr anchor="ctr">
                    <a:lnL w="12700" cap="flat" cmpd="sng" algn="ctr">
                      <a:noFill/>
                      <a:prstDash val="solid"/>
                      <a:round/>
                      <a:headEnd type="none" w="med" len="med"/>
                      <a:tailEnd type="none" w="med" len="med"/>
                    </a:lnL>
                    <a:lnR w="12700" cmpd="sng">
                      <a:noFill/>
                    </a:lnR>
                    <a:lnT w="12700" cmpd="sng">
                      <a:noFill/>
                    </a:lnT>
                    <a:lnB w="38100" cmpd="sng">
                      <a:noFill/>
                    </a:lnB>
                    <a:lnTlToBr w="12700" cmpd="sng">
                      <a:noFill/>
                      <a:prstDash val="solid"/>
                    </a:lnTlToBr>
                    <a:lnBlToTr w="12700" cmpd="sng">
                      <a:noFill/>
                      <a:prstDash val="solid"/>
                    </a:lnBlToTr>
                    <a:noFill/>
                  </a:tcPr>
                </a:tc>
                <a:extLst>
                  <a:ext uri="{0D108BD9-81ED-4DB2-BD59-A6C34878D82A}">
                    <a16:rowId xmlns:a16="http://schemas.microsoft.com/office/drawing/2014/main" val="808283890"/>
                  </a:ext>
                </a:extLst>
              </a:tr>
              <a:tr h="731520">
                <a:tc>
                  <a:txBody>
                    <a:bodyPr/>
                    <a:lstStyle/>
                    <a:p>
                      <a:pPr algn="l"/>
                      <a:r>
                        <a:rPr lang="en-US" sz="2100" b="1" dirty="0">
                          <a:solidFill>
                            <a:srgbClr val="30ACEC"/>
                          </a:solidFill>
                          <a:latin typeface="Mystical Woods Smooth Script" panose="02000500000000000000" pitchFamily="2" charset="0"/>
                          <a:cs typeface="Cavolini" panose="03000502040302020204" pitchFamily="66" charset="0"/>
                        </a:rPr>
                        <a:t>&lt;/&gt;</a:t>
                      </a: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mpd="sng">
                      <a:noFill/>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l"/>
                      <a:r>
                        <a:rPr lang="en-US" sz="2100" b="1" i="0" kern="1200" dirty="0">
                          <a:solidFill>
                            <a:schemeClr val="tx1"/>
                          </a:solidFill>
                          <a:effectLst/>
                          <a:latin typeface="Cavolini" panose="03000502040302020204" pitchFamily="66" charset="0"/>
                          <a:ea typeface="+mn-ea"/>
                          <a:cs typeface="Cavolini" panose="03000502040302020204" pitchFamily="66" charset="0"/>
                        </a:rPr>
                        <a:t>These are mainly responsible for UI and are typically presentational only (For example, a Button component).</a:t>
                      </a:r>
                    </a:p>
                  </a:txBody>
                  <a:tcPr anchor="ctr">
                    <a:lnL w="12700" cap="flat" cmpd="sng" algn="ctr">
                      <a:noFill/>
                      <a:prstDash val="solid"/>
                      <a:round/>
                      <a:headEnd type="none" w="med" len="med"/>
                      <a:tailEnd type="none" w="med" len="med"/>
                    </a:lnL>
                    <a:lnR w="12700" cmpd="sng">
                      <a:noFill/>
                    </a:lnR>
                    <a:lnT w="12700" cmpd="sng">
                      <a:noFill/>
                    </a:lnT>
                    <a:lnB w="38100" cmpd="sng">
                      <a:noFill/>
                    </a:lnB>
                    <a:lnTlToBr w="12700" cmpd="sng">
                      <a:noFill/>
                      <a:prstDash val="solid"/>
                    </a:lnTlToBr>
                    <a:lnBlToTr w="12700" cmpd="sng">
                      <a:noFill/>
                      <a:prstDash val="solid"/>
                    </a:lnBlToTr>
                    <a:noFill/>
                  </a:tcPr>
                </a:tc>
                <a:extLst>
                  <a:ext uri="{0D108BD9-81ED-4DB2-BD59-A6C34878D82A}">
                    <a16:rowId xmlns:a16="http://schemas.microsoft.com/office/drawing/2014/main" val="1896127124"/>
                  </a:ext>
                </a:extLst>
              </a:tr>
              <a:tr h="731520">
                <a:tc>
                  <a:txBody>
                    <a:bodyPr/>
                    <a:lstStyle/>
                    <a:p>
                      <a:pPr algn="l"/>
                      <a:r>
                        <a:rPr lang="en-US" sz="2100" b="1" dirty="0">
                          <a:solidFill>
                            <a:srgbClr val="30ACEC"/>
                          </a:solidFill>
                          <a:latin typeface="Mystical Woods Smooth Script" panose="02000500000000000000" pitchFamily="2" charset="0"/>
                          <a:cs typeface="Cavolini" panose="03000502040302020204" pitchFamily="66" charset="0"/>
                        </a:rPr>
                        <a:t>&lt;/&gt;</a:t>
                      </a: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mpd="sng">
                      <a:noFill/>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l"/>
                      <a:r>
                        <a:rPr lang="en-US" sz="2100" b="1" i="0" kern="1200" dirty="0">
                          <a:solidFill>
                            <a:srgbClr val="00B050"/>
                          </a:solidFill>
                          <a:effectLst/>
                          <a:latin typeface="Cavolini" panose="03000502040302020204" pitchFamily="66" charset="0"/>
                          <a:ea typeface="+mn-ea"/>
                          <a:cs typeface="Cavolini" panose="03000502040302020204" pitchFamily="66" charset="0"/>
                        </a:rPr>
                        <a:t>Important to note that a function-based component can also be used as a stateful component. In simple words, Hooks enable the component to access the state by importing and using the </a:t>
                      </a:r>
                      <a:r>
                        <a:rPr lang="en-US" sz="2100" b="1" i="0" kern="1200" dirty="0" err="1">
                          <a:solidFill>
                            <a:srgbClr val="00B050"/>
                          </a:solidFill>
                          <a:effectLst/>
                          <a:latin typeface="Cavolini" panose="03000502040302020204" pitchFamily="66" charset="0"/>
                          <a:ea typeface="+mn-ea"/>
                          <a:cs typeface="Cavolini" panose="03000502040302020204" pitchFamily="66" charset="0"/>
                        </a:rPr>
                        <a:t>useState</a:t>
                      </a:r>
                      <a:endParaRPr lang="en-US" sz="2100" b="1" i="0" kern="1200" dirty="0">
                        <a:solidFill>
                          <a:srgbClr val="00B050"/>
                        </a:solidFill>
                        <a:effectLst/>
                        <a:latin typeface="Cavolini" panose="03000502040302020204" pitchFamily="66" charset="0"/>
                        <a:ea typeface="+mn-ea"/>
                        <a:cs typeface="Cavolini" panose="03000502040302020204" pitchFamily="66" charset="0"/>
                      </a:endParaRPr>
                    </a:p>
                  </a:txBody>
                  <a:tcPr anchor="ctr">
                    <a:lnL w="12700" cap="flat" cmpd="sng" algn="ctr">
                      <a:noFill/>
                      <a:prstDash val="solid"/>
                      <a:round/>
                      <a:headEnd type="none" w="med" len="med"/>
                      <a:tailEnd type="none" w="med" len="med"/>
                    </a:lnL>
                    <a:lnR w="12700" cmpd="sng">
                      <a:noFill/>
                    </a:lnR>
                    <a:lnT w="12700" cmpd="sng">
                      <a:noFill/>
                    </a:lnT>
                    <a:lnB w="38100" cmpd="sng">
                      <a:noFill/>
                    </a:lnB>
                    <a:lnTlToBr w="12700" cmpd="sng">
                      <a:noFill/>
                      <a:prstDash val="solid"/>
                    </a:lnTlToBr>
                    <a:lnBlToTr w="12700" cmpd="sng">
                      <a:noFill/>
                      <a:prstDash val="solid"/>
                    </a:lnBlToTr>
                    <a:noFill/>
                  </a:tcPr>
                </a:tc>
                <a:extLst>
                  <a:ext uri="{0D108BD9-81ED-4DB2-BD59-A6C34878D82A}">
                    <a16:rowId xmlns:a16="http://schemas.microsoft.com/office/drawing/2014/main" val="1091906372"/>
                  </a:ext>
                </a:extLst>
              </a:tr>
            </a:tbl>
          </a:graphicData>
        </a:graphic>
      </p:graphicFrame>
    </p:spTree>
    <p:extLst>
      <p:ext uri="{BB962C8B-B14F-4D97-AF65-F5344CB8AC3E}">
        <p14:creationId xmlns:p14="http://schemas.microsoft.com/office/powerpoint/2010/main" val="1678855763"/>
      </p:ext>
    </p:extLst>
  </p:cSld>
  <p:clrMapOvr>
    <a:overrideClrMapping bg1="dk1" tx1="lt1" bg2="dk2" tx2="lt2" accent1="accent1" accent2="accent2" accent3="accent3" accent4="accent4" accent5="accent5" accent6="accent6" hlink="hlink" folHlink="folHlink"/>
  </p:clrMapOvr>
  <mc:AlternateContent xmlns:mc="http://schemas.openxmlformats.org/markup-compatibility/2006" xmlns:p159="http://schemas.microsoft.com/office/powerpoint/2015/09/main">
    <mc:Choice Requires="p159">
      <p:transition>
        <p159:morph option="byObject"/>
      </p:transition>
    </mc:Choice>
    <mc:Fallback xmlns="">
      <p:transition>
        <p:fade/>
      </p:transition>
    </mc:Fallback>
  </mc:AlternateContent>
</p:sld>
</file>

<file path=ppt/slides/slide19.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sp useBgFill="1">
        <p:nvSpPr>
          <p:cNvPr id="21" name="Rectangle 20">
            <a:extLst>
              <a:ext uri="{FF2B5EF4-FFF2-40B4-BE49-F238E27FC236}">
                <a16:creationId xmlns:a16="http://schemas.microsoft.com/office/drawing/2014/main" id="{E5A92FE9-DB05-4D0D-AF5A-BE8664B9FFB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grpSp>
        <p:nvGrpSpPr>
          <p:cNvPr id="23" name="Group 22">
            <a:extLst>
              <a:ext uri="{FF2B5EF4-FFF2-40B4-BE49-F238E27FC236}">
                <a16:creationId xmlns:a16="http://schemas.microsoft.com/office/drawing/2014/main" id="{53D9B26A-5143-49A7-BA98-D871D5BD719A}"/>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flipH="1">
            <a:off x="6526211" y="1"/>
            <a:ext cx="5014912" cy="6857999"/>
            <a:chOff x="2928938" y="-4763"/>
            <a:chExt cx="5014912" cy="6862763"/>
          </a:xfrm>
        </p:grpSpPr>
        <p:sp>
          <p:nvSpPr>
            <p:cNvPr id="24" name="Freeform 6">
              <a:extLst>
                <a:ext uri="{FF2B5EF4-FFF2-40B4-BE49-F238E27FC236}">
                  <a16:creationId xmlns:a16="http://schemas.microsoft.com/office/drawing/2014/main" id="{68B85E55-A2A1-4682-B891-F201358A92D5}"/>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3367088" y="-4763"/>
              <a:ext cx="1063625" cy="2782888"/>
            </a:xfrm>
            <a:custGeom>
              <a:avLst/>
              <a:gdLst/>
              <a:ahLst/>
              <a:cxnLst/>
              <a:rect l="0" t="0" r="r" b="b"/>
              <a:pathLst>
                <a:path w="670" h="1753">
                  <a:moveTo>
                    <a:pt x="0" y="1696"/>
                  </a:moveTo>
                  <a:lnTo>
                    <a:pt x="225" y="1753"/>
                  </a:lnTo>
                  <a:lnTo>
                    <a:pt x="670" y="0"/>
                  </a:lnTo>
                  <a:lnTo>
                    <a:pt x="430" y="0"/>
                  </a:lnTo>
                  <a:lnTo>
                    <a:pt x="0" y="1696"/>
                  </a:lnTo>
                  <a:close/>
                </a:path>
              </a:pathLst>
            </a:custGeom>
            <a:solidFill>
              <a:schemeClr val="accent1"/>
            </a:solidFill>
            <a:ln>
              <a:noFill/>
            </a:ln>
          </p:spPr>
          <p:txBody>
            <a:bodyPr/>
            <a:lstStyle/>
            <a:p>
              <a:endParaRPr lang="en-US"/>
            </a:p>
          </p:txBody>
        </p:sp>
        <p:sp>
          <p:nvSpPr>
            <p:cNvPr id="25" name="Freeform 7">
              <a:extLst>
                <a:ext uri="{FF2B5EF4-FFF2-40B4-BE49-F238E27FC236}">
                  <a16:creationId xmlns:a16="http://schemas.microsoft.com/office/drawing/2014/main" id="{45EF6EDB-9B5D-49E9-96FA-1AE08BF95E57}"/>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2928938" y="-4763"/>
              <a:ext cx="1035050" cy="2673350"/>
            </a:xfrm>
            <a:custGeom>
              <a:avLst/>
              <a:gdLst/>
              <a:ahLst/>
              <a:cxnLst/>
              <a:rect l="0" t="0" r="r" b="b"/>
              <a:pathLst>
                <a:path w="652" h="1684">
                  <a:moveTo>
                    <a:pt x="225" y="1684"/>
                  </a:moveTo>
                  <a:lnTo>
                    <a:pt x="652" y="0"/>
                  </a:lnTo>
                  <a:lnTo>
                    <a:pt x="411" y="0"/>
                  </a:lnTo>
                  <a:lnTo>
                    <a:pt x="0" y="1627"/>
                  </a:lnTo>
                  <a:lnTo>
                    <a:pt x="219" y="1681"/>
                  </a:lnTo>
                  <a:lnTo>
                    <a:pt x="225" y="1684"/>
                  </a:lnTo>
                  <a:close/>
                </a:path>
              </a:pathLst>
            </a:custGeom>
            <a:solidFill>
              <a:srgbClr val="595959"/>
            </a:solidFill>
            <a:ln>
              <a:noFill/>
            </a:ln>
          </p:spPr>
          <p:txBody>
            <a:bodyPr/>
            <a:lstStyle/>
            <a:p>
              <a:endParaRPr lang="en-US"/>
            </a:p>
          </p:txBody>
        </p:sp>
        <p:sp>
          <p:nvSpPr>
            <p:cNvPr id="26" name="Freeform 12">
              <a:extLst>
                <a:ext uri="{FF2B5EF4-FFF2-40B4-BE49-F238E27FC236}">
                  <a16:creationId xmlns:a16="http://schemas.microsoft.com/office/drawing/2014/main" id="{38338226-D6E2-4EEE-B271-DB4BD096DBA1}"/>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2928938" y="2582862"/>
              <a:ext cx="2693987" cy="4275138"/>
            </a:xfrm>
            <a:custGeom>
              <a:avLst/>
              <a:gdLst/>
              <a:ahLst/>
              <a:cxnLst/>
              <a:rect l="0" t="0" r="r" b="b"/>
              <a:pathLst>
                <a:path w="1697" h="2693">
                  <a:moveTo>
                    <a:pt x="0" y="0"/>
                  </a:moveTo>
                  <a:lnTo>
                    <a:pt x="1622" y="2693"/>
                  </a:lnTo>
                  <a:lnTo>
                    <a:pt x="1697" y="2693"/>
                  </a:lnTo>
                  <a:lnTo>
                    <a:pt x="0" y="0"/>
                  </a:lnTo>
                  <a:close/>
                </a:path>
              </a:pathLst>
            </a:custGeom>
            <a:solidFill>
              <a:srgbClr val="262626"/>
            </a:solidFill>
            <a:ln>
              <a:noFill/>
            </a:ln>
          </p:spPr>
          <p:txBody>
            <a:bodyPr/>
            <a:lstStyle/>
            <a:p>
              <a:endParaRPr lang="en-US"/>
            </a:p>
          </p:txBody>
        </p:sp>
        <p:sp>
          <p:nvSpPr>
            <p:cNvPr id="27" name="Freeform 13">
              <a:extLst>
                <a:ext uri="{FF2B5EF4-FFF2-40B4-BE49-F238E27FC236}">
                  <a16:creationId xmlns:a16="http://schemas.microsoft.com/office/drawing/2014/main" id="{4878FB48-17B3-4A11-8025-DE0945CD4E71}"/>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3371850" y="2692400"/>
              <a:ext cx="3332162" cy="4165600"/>
            </a:xfrm>
            <a:custGeom>
              <a:avLst/>
              <a:gdLst/>
              <a:ahLst/>
              <a:cxnLst/>
              <a:rect l="0" t="0" r="r" b="b"/>
              <a:pathLst>
                <a:path w="2099" h="2624">
                  <a:moveTo>
                    <a:pt x="2099" y="2624"/>
                  </a:moveTo>
                  <a:lnTo>
                    <a:pt x="0" y="0"/>
                  </a:lnTo>
                  <a:lnTo>
                    <a:pt x="2021" y="2624"/>
                  </a:lnTo>
                  <a:lnTo>
                    <a:pt x="2099" y="2624"/>
                  </a:lnTo>
                  <a:close/>
                </a:path>
              </a:pathLst>
            </a:custGeom>
            <a:solidFill>
              <a:schemeClr val="accent1">
                <a:lumMod val="50000"/>
              </a:schemeClr>
            </a:solidFill>
            <a:ln>
              <a:noFill/>
            </a:ln>
          </p:spPr>
          <p:txBody>
            <a:bodyPr/>
            <a:lstStyle/>
            <a:p>
              <a:endParaRPr lang="en-US"/>
            </a:p>
          </p:txBody>
        </p:sp>
        <p:sp>
          <p:nvSpPr>
            <p:cNvPr id="28" name="Freeform 14">
              <a:extLst>
                <a:ext uri="{FF2B5EF4-FFF2-40B4-BE49-F238E27FC236}">
                  <a16:creationId xmlns:a16="http://schemas.microsoft.com/office/drawing/2014/main" id="{4150A21C-DD6D-4D3C-9E95-7A3CA263BEB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3367088" y="2687637"/>
              <a:ext cx="4576762" cy="4170363"/>
            </a:xfrm>
            <a:custGeom>
              <a:avLst/>
              <a:gdLst/>
              <a:ahLst/>
              <a:cxnLst/>
              <a:rect l="0" t="0" r="r" b="b"/>
              <a:pathLst>
                <a:path w="2883" h="2627">
                  <a:moveTo>
                    <a:pt x="0" y="0"/>
                  </a:moveTo>
                  <a:lnTo>
                    <a:pt x="3" y="3"/>
                  </a:lnTo>
                  <a:lnTo>
                    <a:pt x="2102" y="2627"/>
                  </a:lnTo>
                  <a:lnTo>
                    <a:pt x="2883" y="2627"/>
                  </a:lnTo>
                  <a:lnTo>
                    <a:pt x="225" y="57"/>
                  </a:lnTo>
                  <a:lnTo>
                    <a:pt x="0" y="0"/>
                  </a:lnTo>
                  <a:close/>
                </a:path>
              </a:pathLst>
            </a:custGeom>
            <a:solidFill>
              <a:schemeClr val="accent1">
                <a:lumMod val="75000"/>
              </a:schemeClr>
            </a:solidFill>
            <a:ln>
              <a:noFill/>
            </a:ln>
          </p:spPr>
          <p:txBody>
            <a:bodyPr/>
            <a:lstStyle/>
            <a:p>
              <a:endParaRPr lang="en-US"/>
            </a:p>
          </p:txBody>
        </p:sp>
        <p:sp>
          <p:nvSpPr>
            <p:cNvPr id="29" name="Freeform 15">
              <a:extLst>
                <a:ext uri="{FF2B5EF4-FFF2-40B4-BE49-F238E27FC236}">
                  <a16:creationId xmlns:a16="http://schemas.microsoft.com/office/drawing/2014/main" id="{7505BF04-104D-4180-A284-42FCD6B04DD6}"/>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2928938" y="2578100"/>
              <a:ext cx="3584575" cy="4279900"/>
            </a:xfrm>
            <a:custGeom>
              <a:avLst/>
              <a:gdLst/>
              <a:ahLst/>
              <a:cxnLst/>
              <a:rect l="0" t="0" r="r" b="b"/>
              <a:pathLst>
                <a:path w="2258" h="2696">
                  <a:moveTo>
                    <a:pt x="2258" y="2696"/>
                  </a:moveTo>
                  <a:lnTo>
                    <a:pt x="264" y="111"/>
                  </a:lnTo>
                  <a:lnTo>
                    <a:pt x="228" y="60"/>
                  </a:lnTo>
                  <a:lnTo>
                    <a:pt x="225" y="57"/>
                  </a:lnTo>
                  <a:lnTo>
                    <a:pt x="0" y="0"/>
                  </a:lnTo>
                  <a:lnTo>
                    <a:pt x="0" y="3"/>
                  </a:lnTo>
                  <a:lnTo>
                    <a:pt x="1697" y="2696"/>
                  </a:lnTo>
                  <a:lnTo>
                    <a:pt x="2258" y="2696"/>
                  </a:lnTo>
                  <a:close/>
                </a:path>
              </a:pathLst>
            </a:custGeom>
            <a:solidFill>
              <a:srgbClr val="404040"/>
            </a:solidFill>
            <a:ln>
              <a:noFill/>
            </a:ln>
          </p:spPr>
          <p:txBody>
            <a:bodyPr/>
            <a:lstStyle/>
            <a:p>
              <a:endParaRPr lang="en-US"/>
            </a:p>
          </p:txBody>
        </p:sp>
      </p:grpSp>
      <p:sp>
        <p:nvSpPr>
          <p:cNvPr id="2" name="Title 1">
            <a:extLst>
              <a:ext uri="{FF2B5EF4-FFF2-40B4-BE49-F238E27FC236}">
                <a16:creationId xmlns:a16="http://schemas.microsoft.com/office/drawing/2014/main" id="{652CD06E-EB43-4697-A9C1-290232C3BAD6}"/>
              </a:ext>
            </a:extLst>
          </p:cNvPr>
          <p:cNvSpPr>
            <a:spLocks noGrp="1"/>
          </p:cNvSpPr>
          <p:nvPr>
            <p:ph type="ctrTitle"/>
          </p:nvPr>
        </p:nvSpPr>
        <p:spPr>
          <a:xfrm>
            <a:off x="473345" y="0"/>
            <a:ext cx="11604355" cy="1223994"/>
          </a:xfrm>
        </p:spPr>
        <p:txBody>
          <a:bodyPr>
            <a:noAutofit/>
          </a:bodyPr>
          <a:lstStyle/>
          <a:p>
            <a:pPr algn="l"/>
            <a:r>
              <a:rPr lang="en-US" sz="5400" b="1" dirty="0">
                <a:latin typeface="Mystical Woods Smooth Script" panose="02000500000000000000" pitchFamily="2" charset="0"/>
                <a:cs typeface="Cavolini" panose="03000502040302020204" pitchFamily="66" charset="0"/>
              </a:rPr>
              <a:t>Functional Components </a:t>
            </a:r>
            <a:r>
              <a:rPr lang="en-US" sz="2100" b="1" dirty="0">
                <a:latin typeface="Cavolini" panose="03000502040302020204" pitchFamily="66" charset="0"/>
                <a:cs typeface="Cavolini" panose="03000502040302020204" pitchFamily="66" charset="0"/>
              </a:rPr>
              <a:t>continued…</a:t>
            </a:r>
          </a:p>
        </p:txBody>
      </p:sp>
      <p:grpSp>
        <p:nvGrpSpPr>
          <p:cNvPr id="6" name="Group 5">
            <a:extLst>
              <a:ext uri="{FF2B5EF4-FFF2-40B4-BE49-F238E27FC236}">
                <a16:creationId xmlns:a16="http://schemas.microsoft.com/office/drawing/2014/main" id="{752A73B4-49EC-E765-1462-2A106F07C3D4}"/>
              </a:ext>
            </a:extLst>
          </p:cNvPr>
          <p:cNvGrpSpPr/>
          <p:nvPr/>
        </p:nvGrpSpPr>
        <p:grpSpPr>
          <a:xfrm>
            <a:off x="522645" y="1132554"/>
            <a:ext cx="8950321" cy="182880"/>
            <a:chOff x="1089027" y="1251583"/>
            <a:chExt cx="8950321" cy="182880"/>
          </a:xfrm>
        </p:grpSpPr>
        <p:cxnSp>
          <p:nvCxnSpPr>
            <p:cNvPr id="4" name="Straight Connector 3">
              <a:extLst>
                <a:ext uri="{FF2B5EF4-FFF2-40B4-BE49-F238E27FC236}">
                  <a16:creationId xmlns:a16="http://schemas.microsoft.com/office/drawing/2014/main" id="{1111542F-3245-DDEC-4B5A-7412E7DBE5FD}"/>
                </a:ext>
              </a:extLst>
            </p:cNvPr>
            <p:cNvCxnSpPr/>
            <p:nvPr/>
          </p:nvCxnSpPr>
          <p:spPr>
            <a:xfrm>
              <a:off x="1089027" y="1347537"/>
              <a:ext cx="8786493" cy="0"/>
            </a:xfrm>
            <a:prstGeom prst="line">
              <a:avLst/>
            </a:prstGeom>
            <a:ln w="38100">
              <a:solidFill>
                <a:srgbClr val="595959"/>
              </a:solidFill>
            </a:ln>
            <a:effectLst>
              <a:reflection blurRad="6350" stA="50000" endA="275" endPos="40000" dist="101600" dir="5400000" sy="-100000" algn="bl" rotWithShape="0"/>
              <a:softEdge rad="12700"/>
            </a:effectLst>
          </p:spPr>
          <p:style>
            <a:lnRef idx="3">
              <a:schemeClr val="dk1"/>
            </a:lnRef>
            <a:fillRef idx="0">
              <a:schemeClr val="dk1"/>
            </a:fillRef>
            <a:effectRef idx="2">
              <a:schemeClr val="dk1"/>
            </a:effectRef>
            <a:fontRef idx="minor">
              <a:schemeClr val="tx1"/>
            </a:fontRef>
          </p:style>
        </p:cxnSp>
        <p:sp>
          <p:nvSpPr>
            <p:cNvPr id="5" name="Flowchart: Connector 4">
              <a:extLst>
                <a:ext uri="{FF2B5EF4-FFF2-40B4-BE49-F238E27FC236}">
                  <a16:creationId xmlns:a16="http://schemas.microsoft.com/office/drawing/2014/main" id="{B2858492-B751-8ED7-57BE-708D61DDCF50}"/>
                </a:ext>
              </a:extLst>
            </p:cNvPr>
            <p:cNvSpPr/>
            <p:nvPr/>
          </p:nvSpPr>
          <p:spPr>
            <a:xfrm>
              <a:off x="9856468" y="1251583"/>
              <a:ext cx="182880" cy="182880"/>
            </a:xfrm>
            <a:prstGeom prst="flowChartConnector">
              <a:avLst/>
            </a:prstGeom>
            <a:ln>
              <a:noFill/>
            </a:ln>
            <a:effectLst>
              <a:outerShdw blurRad="50800" dist="38100" dir="2700000" algn="tl"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12" name="TextBox 11">
            <a:extLst>
              <a:ext uri="{FF2B5EF4-FFF2-40B4-BE49-F238E27FC236}">
                <a16:creationId xmlns:a16="http://schemas.microsoft.com/office/drawing/2014/main" id="{6BE424DE-6664-4FBC-F726-205FAD8701FA}"/>
              </a:ext>
            </a:extLst>
          </p:cNvPr>
          <p:cNvSpPr txBox="1"/>
          <p:nvPr/>
        </p:nvSpPr>
        <p:spPr>
          <a:xfrm>
            <a:off x="468458" y="1315434"/>
            <a:ext cx="7568097" cy="415498"/>
          </a:xfrm>
          <a:prstGeom prst="rect">
            <a:avLst/>
          </a:prstGeom>
          <a:noFill/>
        </p:spPr>
        <p:txBody>
          <a:bodyPr wrap="none" rtlCol="0">
            <a:spAutoFit/>
          </a:bodyPr>
          <a:lstStyle/>
          <a:p>
            <a:r>
              <a:rPr lang="en-US" sz="2100" b="1" i="0" dirty="0">
                <a:effectLst/>
                <a:latin typeface="Cavolini" panose="03000502040302020204" pitchFamily="66" charset="0"/>
                <a:cs typeface="Cavolini" panose="03000502040302020204" pitchFamily="66" charset="0"/>
              </a:rPr>
              <a:t>Here is a simple example of Functional component:</a:t>
            </a:r>
            <a:endParaRPr lang="en-US" sz="2100" b="1" dirty="0">
              <a:latin typeface="Cavolini" panose="03000502040302020204" pitchFamily="66" charset="0"/>
              <a:cs typeface="Cavolini" panose="03000502040302020204" pitchFamily="66" charset="0"/>
            </a:endParaRPr>
          </a:p>
        </p:txBody>
      </p:sp>
      <p:sp>
        <p:nvSpPr>
          <p:cNvPr id="17" name="TextBox 16">
            <a:extLst>
              <a:ext uri="{FF2B5EF4-FFF2-40B4-BE49-F238E27FC236}">
                <a16:creationId xmlns:a16="http://schemas.microsoft.com/office/drawing/2014/main" id="{FACB0C06-BECB-A291-7F86-703D5FC9425A}"/>
              </a:ext>
            </a:extLst>
          </p:cNvPr>
          <p:cNvSpPr txBox="1"/>
          <p:nvPr/>
        </p:nvSpPr>
        <p:spPr>
          <a:xfrm>
            <a:off x="468458" y="1818352"/>
            <a:ext cx="3685624" cy="2585323"/>
          </a:xfrm>
          <a:prstGeom prst="rect">
            <a:avLst/>
          </a:prstGeom>
          <a:noFill/>
        </p:spPr>
        <p:txBody>
          <a:bodyPr wrap="square" rtlCol="0">
            <a:spAutoFit/>
          </a:bodyPr>
          <a:lstStyle/>
          <a:p>
            <a:r>
              <a:rPr lang="en-US" b="1" dirty="0">
                <a:solidFill>
                  <a:srgbClr val="72F1B8"/>
                </a:solidFill>
                <a:effectLst/>
                <a:latin typeface="Cascadia Code" panose="020B0609020000020004" pitchFamily="49" charset="0"/>
              </a:rPr>
              <a:t>import</a:t>
            </a:r>
            <a:r>
              <a:rPr lang="en-US" b="1" dirty="0">
                <a:solidFill>
                  <a:srgbClr val="BBBBBB"/>
                </a:solidFill>
                <a:effectLst/>
                <a:latin typeface="Cascadia Code" panose="020B0609020000020004" pitchFamily="49" charset="0"/>
              </a:rPr>
              <a:t> </a:t>
            </a:r>
            <a:r>
              <a:rPr lang="en-US" b="1" dirty="0">
                <a:solidFill>
                  <a:srgbClr val="FF7EDB"/>
                </a:solidFill>
                <a:effectLst/>
                <a:latin typeface="Cascadia Code" panose="020B0609020000020004" pitchFamily="49" charset="0"/>
              </a:rPr>
              <a:t>React</a:t>
            </a:r>
            <a:r>
              <a:rPr lang="en-US" b="1" dirty="0">
                <a:solidFill>
                  <a:srgbClr val="BBBBBB"/>
                </a:solidFill>
                <a:effectLst/>
                <a:latin typeface="Cascadia Code" panose="020B0609020000020004" pitchFamily="49" charset="0"/>
              </a:rPr>
              <a:t> </a:t>
            </a:r>
            <a:r>
              <a:rPr lang="en-US" b="1" dirty="0">
                <a:solidFill>
                  <a:srgbClr val="FEDE5D"/>
                </a:solidFill>
                <a:effectLst/>
                <a:latin typeface="Cascadia Code" panose="020B0609020000020004" pitchFamily="49" charset="0"/>
              </a:rPr>
              <a:t>from</a:t>
            </a:r>
            <a:r>
              <a:rPr lang="en-US" b="1" dirty="0">
                <a:solidFill>
                  <a:srgbClr val="BBBBBB"/>
                </a:solidFill>
                <a:effectLst/>
                <a:latin typeface="Cascadia Code" panose="020B0609020000020004" pitchFamily="49" charset="0"/>
              </a:rPr>
              <a:t> </a:t>
            </a:r>
            <a:r>
              <a:rPr lang="en-US" b="1" dirty="0">
                <a:solidFill>
                  <a:srgbClr val="FF8B39"/>
                </a:solidFill>
                <a:effectLst/>
                <a:latin typeface="Cascadia Code" panose="020B0609020000020004" pitchFamily="49" charset="0"/>
              </a:rPr>
              <a:t>'react'</a:t>
            </a:r>
            <a:r>
              <a:rPr lang="en-US" b="1" dirty="0">
                <a:solidFill>
                  <a:srgbClr val="BBBBBB"/>
                </a:solidFill>
                <a:effectLst/>
                <a:latin typeface="Cascadia Code" panose="020B0609020000020004" pitchFamily="49" charset="0"/>
              </a:rPr>
              <a:t>;</a:t>
            </a:r>
          </a:p>
          <a:p>
            <a:br>
              <a:rPr lang="en-US" b="1" dirty="0">
                <a:solidFill>
                  <a:srgbClr val="BBBBBB"/>
                </a:solidFill>
                <a:effectLst/>
                <a:latin typeface="Cascadia Code" panose="020B0609020000020004" pitchFamily="49" charset="0"/>
              </a:rPr>
            </a:br>
            <a:r>
              <a:rPr lang="en-US" b="1" dirty="0">
                <a:solidFill>
                  <a:srgbClr val="FEDE5D"/>
                </a:solidFill>
                <a:effectLst/>
                <a:latin typeface="Cascadia Code" panose="020B0609020000020004" pitchFamily="49" charset="0"/>
              </a:rPr>
              <a:t>const</a:t>
            </a:r>
            <a:r>
              <a:rPr lang="en-US" b="1" dirty="0">
                <a:solidFill>
                  <a:srgbClr val="BBBBBB"/>
                </a:solidFill>
                <a:effectLst/>
                <a:latin typeface="Cascadia Code" panose="020B0609020000020004" pitchFamily="49" charset="0"/>
              </a:rPr>
              <a:t> </a:t>
            </a:r>
            <a:r>
              <a:rPr lang="en-US" b="1" dirty="0">
                <a:solidFill>
                  <a:srgbClr val="36F9F6"/>
                </a:solidFill>
                <a:effectLst/>
                <a:latin typeface="Cascadia Code" panose="020B0609020000020004" pitchFamily="49" charset="0"/>
              </a:rPr>
              <a:t>App</a:t>
            </a:r>
            <a:r>
              <a:rPr lang="en-US" b="1" dirty="0">
                <a:solidFill>
                  <a:srgbClr val="BBBBBB"/>
                </a:solidFill>
                <a:effectLst/>
                <a:latin typeface="Cascadia Code" panose="020B0609020000020004" pitchFamily="49" charset="0"/>
              </a:rPr>
              <a:t> </a:t>
            </a:r>
            <a:r>
              <a:rPr lang="en-US" b="1" dirty="0">
                <a:solidFill>
                  <a:srgbClr val="FFFFFF"/>
                </a:solidFill>
                <a:effectLst/>
                <a:latin typeface="Cascadia Code" panose="020B0609020000020004" pitchFamily="49" charset="0"/>
              </a:rPr>
              <a:t>=</a:t>
            </a:r>
            <a:r>
              <a:rPr lang="en-US" b="1" dirty="0">
                <a:solidFill>
                  <a:srgbClr val="BBBBBB"/>
                </a:solidFill>
                <a:effectLst/>
                <a:latin typeface="Cascadia Code" panose="020B0609020000020004" pitchFamily="49" charset="0"/>
              </a:rPr>
              <a:t> () </a:t>
            </a:r>
            <a:r>
              <a:rPr lang="en-US" b="1" dirty="0">
                <a:solidFill>
                  <a:srgbClr val="FEDE5D"/>
                </a:solidFill>
                <a:effectLst/>
                <a:latin typeface="Cascadia Code" panose="020B0609020000020004" pitchFamily="49" charset="0"/>
              </a:rPr>
              <a:t>=&gt;</a:t>
            </a:r>
            <a:r>
              <a:rPr lang="en-US" b="1" dirty="0">
                <a:solidFill>
                  <a:srgbClr val="BBBBBB"/>
                </a:solidFill>
                <a:effectLst/>
                <a:latin typeface="Cascadia Code" panose="020B0609020000020004" pitchFamily="49" charset="0"/>
              </a:rPr>
              <a:t> {</a:t>
            </a:r>
          </a:p>
          <a:p>
            <a:r>
              <a:rPr lang="en-US" b="1" dirty="0">
                <a:solidFill>
                  <a:srgbClr val="BBBBBB"/>
                </a:solidFill>
                <a:effectLst/>
                <a:latin typeface="Cascadia Code" panose="020B0609020000020004" pitchFamily="49" charset="0"/>
              </a:rPr>
              <a:t>    </a:t>
            </a:r>
            <a:r>
              <a:rPr lang="en-US" b="1" dirty="0">
                <a:solidFill>
                  <a:srgbClr val="FEDE5D"/>
                </a:solidFill>
                <a:effectLst/>
                <a:latin typeface="Cascadia Code" panose="020B0609020000020004" pitchFamily="49" charset="0"/>
              </a:rPr>
              <a:t>return</a:t>
            </a:r>
            <a:r>
              <a:rPr lang="en-US" b="1" dirty="0">
                <a:solidFill>
                  <a:srgbClr val="BBBBBB"/>
                </a:solidFill>
                <a:effectLst/>
                <a:latin typeface="Cascadia Code" panose="020B0609020000020004" pitchFamily="49" charset="0"/>
              </a:rPr>
              <a:t>(</a:t>
            </a:r>
          </a:p>
          <a:p>
            <a:r>
              <a:rPr lang="en-US" b="1" dirty="0">
                <a:solidFill>
                  <a:srgbClr val="BBBBBB"/>
                </a:solidFill>
                <a:effectLst/>
                <a:latin typeface="Cascadia Code" panose="020B0609020000020004" pitchFamily="49" charset="0"/>
              </a:rPr>
              <a:t>     </a:t>
            </a:r>
            <a:r>
              <a:rPr lang="en-US" b="1" i="1" dirty="0">
                <a:solidFill>
                  <a:srgbClr val="848BBD"/>
                </a:solidFill>
                <a:effectLst/>
                <a:latin typeface="Cascadia Code" panose="020B0609020000020004" pitchFamily="49" charset="0"/>
              </a:rPr>
              <a:t>/* &lt;div&gt;JSX&lt;/div&gt; */</a:t>
            </a:r>
            <a:endParaRPr lang="en-US" b="1" dirty="0">
              <a:solidFill>
                <a:srgbClr val="BBBBBB"/>
              </a:solidFill>
              <a:effectLst/>
              <a:latin typeface="Cascadia Code" panose="020B0609020000020004" pitchFamily="49" charset="0"/>
            </a:endParaRPr>
          </a:p>
          <a:p>
            <a:r>
              <a:rPr lang="en-US" b="1" dirty="0">
                <a:solidFill>
                  <a:srgbClr val="BBBBBB"/>
                </a:solidFill>
                <a:effectLst/>
                <a:latin typeface="Cascadia Code" panose="020B0609020000020004" pitchFamily="49" charset="0"/>
              </a:rPr>
              <a:t>    )</a:t>
            </a:r>
          </a:p>
          <a:p>
            <a:r>
              <a:rPr lang="en-US" b="1" dirty="0">
                <a:solidFill>
                  <a:srgbClr val="BBBBBB"/>
                </a:solidFill>
                <a:effectLst/>
                <a:latin typeface="Cascadia Code" panose="020B0609020000020004" pitchFamily="49" charset="0"/>
              </a:rPr>
              <a:t>}</a:t>
            </a:r>
          </a:p>
          <a:p>
            <a:r>
              <a:rPr lang="en-US" b="1" dirty="0">
                <a:solidFill>
                  <a:srgbClr val="72F1B8"/>
                </a:solidFill>
                <a:effectLst/>
                <a:latin typeface="Cascadia Code" panose="020B0609020000020004" pitchFamily="49" charset="0"/>
              </a:rPr>
              <a:t>export</a:t>
            </a:r>
            <a:r>
              <a:rPr lang="en-US" b="1" dirty="0">
                <a:solidFill>
                  <a:srgbClr val="BBBBBB"/>
                </a:solidFill>
                <a:effectLst/>
                <a:latin typeface="Cascadia Code" panose="020B0609020000020004" pitchFamily="49" charset="0"/>
              </a:rPr>
              <a:t> </a:t>
            </a:r>
            <a:r>
              <a:rPr lang="en-US" b="1" dirty="0">
                <a:solidFill>
                  <a:srgbClr val="FEDE5D"/>
                </a:solidFill>
                <a:effectLst/>
                <a:latin typeface="Cascadia Code" panose="020B0609020000020004" pitchFamily="49" charset="0"/>
              </a:rPr>
              <a:t>default</a:t>
            </a:r>
            <a:r>
              <a:rPr lang="en-US" b="1" dirty="0">
                <a:solidFill>
                  <a:srgbClr val="BBBBBB"/>
                </a:solidFill>
                <a:effectLst/>
                <a:latin typeface="Cascadia Code" panose="020B0609020000020004" pitchFamily="49" charset="0"/>
              </a:rPr>
              <a:t> </a:t>
            </a:r>
            <a:r>
              <a:rPr lang="en-US" b="1" dirty="0">
                <a:solidFill>
                  <a:srgbClr val="36F9F6"/>
                </a:solidFill>
                <a:effectLst/>
                <a:latin typeface="Cascadia Code" panose="020B0609020000020004" pitchFamily="49" charset="0"/>
              </a:rPr>
              <a:t>App</a:t>
            </a:r>
            <a:r>
              <a:rPr lang="en-US" b="1" dirty="0">
                <a:solidFill>
                  <a:srgbClr val="BBBBBB"/>
                </a:solidFill>
                <a:effectLst/>
                <a:latin typeface="Cascadia Code" panose="020B0609020000020004" pitchFamily="49" charset="0"/>
              </a:rPr>
              <a:t>;</a:t>
            </a:r>
          </a:p>
          <a:p>
            <a:endParaRPr lang="en-US" b="1" dirty="0"/>
          </a:p>
        </p:txBody>
      </p:sp>
    </p:spTree>
    <p:extLst>
      <p:ext uri="{BB962C8B-B14F-4D97-AF65-F5344CB8AC3E}">
        <p14:creationId xmlns:p14="http://schemas.microsoft.com/office/powerpoint/2010/main" val="2732172104"/>
      </p:ext>
    </p:extLst>
  </p:cSld>
  <p:clrMapOvr>
    <a:overrideClrMapping bg1="dk1" tx1="lt1" bg2="dk2" tx2="lt2" accent1="accent1" accent2="accent2" accent3="accent3" accent4="accent4" accent5="accent5" accent6="accent6" hlink="hlink" folHlink="folHlink"/>
  </p:clrMapOvr>
  <mc:AlternateContent xmlns:mc="http://schemas.openxmlformats.org/markup-compatibility/2006" xmlns:p159="http://schemas.microsoft.com/office/powerpoint/2015/09/main">
    <mc:Choice Requires="p159">
      <p:transition>
        <p159:morph option="byObject"/>
      </p:transition>
    </mc:Choice>
    <mc:Fallback xmlns="">
      <p:transition>
        <p:fade/>
      </p:transition>
    </mc:Fallback>
  </mc:AlternateContent>
</p:sld>
</file>

<file path=ppt/slides/slide20.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sp useBgFill="1">
        <p:nvSpPr>
          <p:cNvPr id="21" name="Rectangle 20">
            <a:extLst>
              <a:ext uri="{FF2B5EF4-FFF2-40B4-BE49-F238E27FC236}">
                <a16:creationId xmlns:a16="http://schemas.microsoft.com/office/drawing/2014/main" id="{E5A92FE9-DB05-4D0D-AF5A-BE8664B9FFB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grpSp>
        <p:nvGrpSpPr>
          <p:cNvPr id="23" name="Group 22">
            <a:extLst>
              <a:ext uri="{FF2B5EF4-FFF2-40B4-BE49-F238E27FC236}">
                <a16:creationId xmlns:a16="http://schemas.microsoft.com/office/drawing/2014/main" id="{53D9B26A-5143-49A7-BA98-D871D5BD719A}"/>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flipH="1">
            <a:off x="6526211" y="1"/>
            <a:ext cx="5014912" cy="6857999"/>
            <a:chOff x="2928938" y="-4763"/>
            <a:chExt cx="5014912" cy="6862763"/>
          </a:xfrm>
        </p:grpSpPr>
        <p:sp>
          <p:nvSpPr>
            <p:cNvPr id="24" name="Freeform 6">
              <a:extLst>
                <a:ext uri="{FF2B5EF4-FFF2-40B4-BE49-F238E27FC236}">
                  <a16:creationId xmlns:a16="http://schemas.microsoft.com/office/drawing/2014/main" id="{68B85E55-A2A1-4682-B891-F201358A92D5}"/>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3367088" y="-4763"/>
              <a:ext cx="1063625" cy="2782888"/>
            </a:xfrm>
            <a:custGeom>
              <a:avLst/>
              <a:gdLst/>
              <a:ahLst/>
              <a:cxnLst/>
              <a:rect l="0" t="0" r="r" b="b"/>
              <a:pathLst>
                <a:path w="670" h="1753">
                  <a:moveTo>
                    <a:pt x="0" y="1696"/>
                  </a:moveTo>
                  <a:lnTo>
                    <a:pt x="225" y="1753"/>
                  </a:lnTo>
                  <a:lnTo>
                    <a:pt x="670" y="0"/>
                  </a:lnTo>
                  <a:lnTo>
                    <a:pt x="430" y="0"/>
                  </a:lnTo>
                  <a:lnTo>
                    <a:pt x="0" y="1696"/>
                  </a:lnTo>
                  <a:close/>
                </a:path>
              </a:pathLst>
            </a:custGeom>
            <a:solidFill>
              <a:schemeClr val="accent1"/>
            </a:solidFill>
            <a:ln>
              <a:noFill/>
            </a:ln>
          </p:spPr>
          <p:txBody>
            <a:bodyPr/>
            <a:lstStyle/>
            <a:p>
              <a:endParaRPr lang="en-US"/>
            </a:p>
          </p:txBody>
        </p:sp>
        <p:sp>
          <p:nvSpPr>
            <p:cNvPr id="25" name="Freeform 7">
              <a:extLst>
                <a:ext uri="{FF2B5EF4-FFF2-40B4-BE49-F238E27FC236}">
                  <a16:creationId xmlns:a16="http://schemas.microsoft.com/office/drawing/2014/main" id="{45EF6EDB-9B5D-49E9-96FA-1AE08BF95E57}"/>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2928938" y="-4763"/>
              <a:ext cx="1035050" cy="2673350"/>
            </a:xfrm>
            <a:custGeom>
              <a:avLst/>
              <a:gdLst/>
              <a:ahLst/>
              <a:cxnLst/>
              <a:rect l="0" t="0" r="r" b="b"/>
              <a:pathLst>
                <a:path w="652" h="1684">
                  <a:moveTo>
                    <a:pt x="225" y="1684"/>
                  </a:moveTo>
                  <a:lnTo>
                    <a:pt x="652" y="0"/>
                  </a:lnTo>
                  <a:lnTo>
                    <a:pt x="411" y="0"/>
                  </a:lnTo>
                  <a:lnTo>
                    <a:pt x="0" y="1627"/>
                  </a:lnTo>
                  <a:lnTo>
                    <a:pt x="219" y="1681"/>
                  </a:lnTo>
                  <a:lnTo>
                    <a:pt x="225" y="1684"/>
                  </a:lnTo>
                  <a:close/>
                </a:path>
              </a:pathLst>
            </a:custGeom>
            <a:solidFill>
              <a:srgbClr val="595959"/>
            </a:solidFill>
            <a:ln>
              <a:noFill/>
            </a:ln>
          </p:spPr>
          <p:txBody>
            <a:bodyPr/>
            <a:lstStyle/>
            <a:p>
              <a:endParaRPr lang="en-US"/>
            </a:p>
          </p:txBody>
        </p:sp>
        <p:sp>
          <p:nvSpPr>
            <p:cNvPr id="26" name="Freeform 12">
              <a:extLst>
                <a:ext uri="{FF2B5EF4-FFF2-40B4-BE49-F238E27FC236}">
                  <a16:creationId xmlns:a16="http://schemas.microsoft.com/office/drawing/2014/main" id="{38338226-D6E2-4EEE-B271-DB4BD096DBA1}"/>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2928938" y="2582862"/>
              <a:ext cx="2693987" cy="4275138"/>
            </a:xfrm>
            <a:custGeom>
              <a:avLst/>
              <a:gdLst/>
              <a:ahLst/>
              <a:cxnLst/>
              <a:rect l="0" t="0" r="r" b="b"/>
              <a:pathLst>
                <a:path w="1697" h="2693">
                  <a:moveTo>
                    <a:pt x="0" y="0"/>
                  </a:moveTo>
                  <a:lnTo>
                    <a:pt x="1622" y="2693"/>
                  </a:lnTo>
                  <a:lnTo>
                    <a:pt x="1697" y="2693"/>
                  </a:lnTo>
                  <a:lnTo>
                    <a:pt x="0" y="0"/>
                  </a:lnTo>
                  <a:close/>
                </a:path>
              </a:pathLst>
            </a:custGeom>
            <a:solidFill>
              <a:srgbClr val="262626"/>
            </a:solidFill>
            <a:ln>
              <a:noFill/>
            </a:ln>
          </p:spPr>
          <p:txBody>
            <a:bodyPr/>
            <a:lstStyle/>
            <a:p>
              <a:endParaRPr lang="en-US"/>
            </a:p>
          </p:txBody>
        </p:sp>
        <p:sp>
          <p:nvSpPr>
            <p:cNvPr id="27" name="Freeform 13">
              <a:extLst>
                <a:ext uri="{FF2B5EF4-FFF2-40B4-BE49-F238E27FC236}">
                  <a16:creationId xmlns:a16="http://schemas.microsoft.com/office/drawing/2014/main" id="{4878FB48-17B3-4A11-8025-DE0945CD4E71}"/>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3371850" y="2692400"/>
              <a:ext cx="3332162" cy="4165600"/>
            </a:xfrm>
            <a:custGeom>
              <a:avLst/>
              <a:gdLst/>
              <a:ahLst/>
              <a:cxnLst/>
              <a:rect l="0" t="0" r="r" b="b"/>
              <a:pathLst>
                <a:path w="2099" h="2624">
                  <a:moveTo>
                    <a:pt x="2099" y="2624"/>
                  </a:moveTo>
                  <a:lnTo>
                    <a:pt x="0" y="0"/>
                  </a:lnTo>
                  <a:lnTo>
                    <a:pt x="2021" y="2624"/>
                  </a:lnTo>
                  <a:lnTo>
                    <a:pt x="2099" y="2624"/>
                  </a:lnTo>
                  <a:close/>
                </a:path>
              </a:pathLst>
            </a:custGeom>
            <a:solidFill>
              <a:schemeClr val="accent1">
                <a:lumMod val="50000"/>
              </a:schemeClr>
            </a:solidFill>
            <a:ln>
              <a:noFill/>
            </a:ln>
          </p:spPr>
          <p:txBody>
            <a:bodyPr/>
            <a:lstStyle/>
            <a:p>
              <a:endParaRPr lang="en-US"/>
            </a:p>
          </p:txBody>
        </p:sp>
        <p:sp>
          <p:nvSpPr>
            <p:cNvPr id="28" name="Freeform 14">
              <a:extLst>
                <a:ext uri="{FF2B5EF4-FFF2-40B4-BE49-F238E27FC236}">
                  <a16:creationId xmlns:a16="http://schemas.microsoft.com/office/drawing/2014/main" id="{4150A21C-DD6D-4D3C-9E95-7A3CA263BEB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3367088" y="2687637"/>
              <a:ext cx="4576762" cy="4170363"/>
            </a:xfrm>
            <a:custGeom>
              <a:avLst/>
              <a:gdLst/>
              <a:ahLst/>
              <a:cxnLst/>
              <a:rect l="0" t="0" r="r" b="b"/>
              <a:pathLst>
                <a:path w="2883" h="2627">
                  <a:moveTo>
                    <a:pt x="0" y="0"/>
                  </a:moveTo>
                  <a:lnTo>
                    <a:pt x="3" y="3"/>
                  </a:lnTo>
                  <a:lnTo>
                    <a:pt x="2102" y="2627"/>
                  </a:lnTo>
                  <a:lnTo>
                    <a:pt x="2883" y="2627"/>
                  </a:lnTo>
                  <a:lnTo>
                    <a:pt x="225" y="57"/>
                  </a:lnTo>
                  <a:lnTo>
                    <a:pt x="0" y="0"/>
                  </a:lnTo>
                  <a:close/>
                </a:path>
              </a:pathLst>
            </a:custGeom>
            <a:solidFill>
              <a:schemeClr val="accent1">
                <a:lumMod val="75000"/>
              </a:schemeClr>
            </a:solidFill>
            <a:ln>
              <a:noFill/>
            </a:ln>
          </p:spPr>
          <p:txBody>
            <a:bodyPr/>
            <a:lstStyle/>
            <a:p>
              <a:endParaRPr lang="en-US"/>
            </a:p>
          </p:txBody>
        </p:sp>
        <p:sp>
          <p:nvSpPr>
            <p:cNvPr id="29" name="Freeform 15">
              <a:extLst>
                <a:ext uri="{FF2B5EF4-FFF2-40B4-BE49-F238E27FC236}">
                  <a16:creationId xmlns:a16="http://schemas.microsoft.com/office/drawing/2014/main" id="{7505BF04-104D-4180-A284-42FCD6B04DD6}"/>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2928938" y="2578100"/>
              <a:ext cx="3584575" cy="4279900"/>
            </a:xfrm>
            <a:custGeom>
              <a:avLst/>
              <a:gdLst/>
              <a:ahLst/>
              <a:cxnLst/>
              <a:rect l="0" t="0" r="r" b="b"/>
              <a:pathLst>
                <a:path w="2258" h="2696">
                  <a:moveTo>
                    <a:pt x="2258" y="2696"/>
                  </a:moveTo>
                  <a:lnTo>
                    <a:pt x="264" y="111"/>
                  </a:lnTo>
                  <a:lnTo>
                    <a:pt x="228" y="60"/>
                  </a:lnTo>
                  <a:lnTo>
                    <a:pt x="225" y="57"/>
                  </a:lnTo>
                  <a:lnTo>
                    <a:pt x="0" y="0"/>
                  </a:lnTo>
                  <a:lnTo>
                    <a:pt x="0" y="3"/>
                  </a:lnTo>
                  <a:lnTo>
                    <a:pt x="1697" y="2696"/>
                  </a:lnTo>
                  <a:lnTo>
                    <a:pt x="2258" y="2696"/>
                  </a:lnTo>
                  <a:close/>
                </a:path>
              </a:pathLst>
            </a:custGeom>
            <a:solidFill>
              <a:srgbClr val="404040"/>
            </a:solidFill>
            <a:ln>
              <a:noFill/>
            </a:ln>
          </p:spPr>
          <p:txBody>
            <a:bodyPr/>
            <a:lstStyle/>
            <a:p>
              <a:endParaRPr lang="en-US"/>
            </a:p>
          </p:txBody>
        </p:sp>
      </p:grpSp>
      <p:sp>
        <p:nvSpPr>
          <p:cNvPr id="2" name="Title 1">
            <a:extLst>
              <a:ext uri="{FF2B5EF4-FFF2-40B4-BE49-F238E27FC236}">
                <a16:creationId xmlns:a16="http://schemas.microsoft.com/office/drawing/2014/main" id="{652CD06E-EB43-4697-A9C1-290232C3BAD6}"/>
              </a:ext>
            </a:extLst>
          </p:cNvPr>
          <p:cNvSpPr>
            <a:spLocks noGrp="1"/>
          </p:cNvSpPr>
          <p:nvPr>
            <p:ph type="ctrTitle"/>
          </p:nvPr>
        </p:nvSpPr>
        <p:spPr>
          <a:xfrm>
            <a:off x="473345" y="0"/>
            <a:ext cx="11604355" cy="1223994"/>
          </a:xfrm>
        </p:spPr>
        <p:txBody>
          <a:bodyPr>
            <a:noAutofit/>
          </a:bodyPr>
          <a:lstStyle/>
          <a:p>
            <a:pPr algn="l"/>
            <a:r>
              <a:rPr lang="en-US" sz="5400" b="1" dirty="0">
                <a:latin typeface="Mystical Woods Smooth Script" panose="02000500000000000000" pitchFamily="2" charset="0"/>
                <a:cs typeface="Cavolini" panose="03000502040302020204" pitchFamily="66" charset="0"/>
              </a:rPr>
              <a:t>Functional Components </a:t>
            </a:r>
            <a:r>
              <a:rPr lang="en-US" sz="2100" b="1" dirty="0">
                <a:latin typeface="Cavolini" panose="03000502040302020204" pitchFamily="66" charset="0"/>
                <a:cs typeface="Cavolini" panose="03000502040302020204" pitchFamily="66" charset="0"/>
              </a:rPr>
              <a:t>continued…</a:t>
            </a:r>
          </a:p>
        </p:txBody>
      </p:sp>
      <p:grpSp>
        <p:nvGrpSpPr>
          <p:cNvPr id="6" name="Group 5">
            <a:extLst>
              <a:ext uri="{FF2B5EF4-FFF2-40B4-BE49-F238E27FC236}">
                <a16:creationId xmlns:a16="http://schemas.microsoft.com/office/drawing/2014/main" id="{752A73B4-49EC-E765-1462-2A106F07C3D4}"/>
              </a:ext>
            </a:extLst>
          </p:cNvPr>
          <p:cNvGrpSpPr/>
          <p:nvPr/>
        </p:nvGrpSpPr>
        <p:grpSpPr>
          <a:xfrm>
            <a:off x="522645" y="1132554"/>
            <a:ext cx="8950321" cy="182880"/>
            <a:chOff x="1089027" y="1251583"/>
            <a:chExt cx="8950321" cy="182880"/>
          </a:xfrm>
        </p:grpSpPr>
        <p:cxnSp>
          <p:nvCxnSpPr>
            <p:cNvPr id="4" name="Straight Connector 3">
              <a:extLst>
                <a:ext uri="{FF2B5EF4-FFF2-40B4-BE49-F238E27FC236}">
                  <a16:creationId xmlns:a16="http://schemas.microsoft.com/office/drawing/2014/main" id="{1111542F-3245-DDEC-4B5A-7412E7DBE5FD}"/>
                </a:ext>
              </a:extLst>
            </p:cNvPr>
            <p:cNvCxnSpPr/>
            <p:nvPr/>
          </p:nvCxnSpPr>
          <p:spPr>
            <a:xfrm>
              <a:off x="1089027" y="1347537"/>
              <a:ext cx="8786493" cy="0"/>
            </a:xfrm>
            <a:prstGeom prst="line">
              <a:avLst/>
            </a:prstGeom>
            <a:ln w="38100">
              <a:solidFill>
                <a:srgbClr val="595959"/>
              </a:solidFill>
            </a:ln>
            <a:effectLst>
              <a:reflection blurRad="6350" stA="50000" endA="275" endPos="40000" dist="101600" dir="5400000" sy="-100000" algn="bl" rotWithShape="0"/>
              <a:softEdge rad="12700"/>
            </a:effectLst>
          </p:spPr>
          <p:style>
            <a:lnRef idx="3">
              <a:schemeClr val="dk1"/>
            </a:lnRef>
            <a:fillRef idx="0">
              <a:schemeClr val="dk1"/>
            </a:fillRef>
            <a:effectRef idx="2">
              <a:schemeClr val="dk1"/>
            </a:effectRef>
            <a:fontRef idx="minor">
              <a:schemeClr val="tx1"/>
            </a:fontRef>
          </p:style>
        </p:cxnSp>
        <p:sp>
          <p:nvSpPr>
            <p:cNvPr id="5" name="Flowchart: Connector 4">
              <a:extLst>
                <a:ext uri="{FF2B5EF4-FFF2-40B4-BE49-F238E27FC236}">
                  <a16:creationId xmlns:a16="http://schemas.microsoft.com/office/drawing/2014/main" id="{B2858492-B751-8ED7-57BE-708D61DDCF50}"/>
                </a:ext>
              </a:extLst>
            </p:cNvPr>
            <p:cNvSpPr/>
            <p:nvPr/>
          </p:nvSpPr>
          <p:spPr>
            <a:xfrm>
              <a:off x="9856468" y="1251583"/>
              <a:ext cx="182880" cy="182880"/>
            </a:xfrm>
            <a:prstGeom prst="flowChartConnector">
              <a:avLst/>
            </a:prstGeom>
            <a:ln>
              <a:noFill/>
            </a:ln>
            <a:effectLst>
              <a:outerShdw blurRad="50800" dist="38100" dir="2700000" algn="tl"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12" name="TextBox 11">
            <a:extLst>
              <a:ext uri="{FF2B5EF4-FFF2-40B4-BE49-F238E27FC236}">
                <a16:creationId xmlns:a16="http://schemas.microsoft.com/office/drawing/2014/main" id="{6BE424DE-6664-4FBC-F726-205FAD8701FA}"/>
              </a:ext>
            </a:extLst>
          </p:cNvPr>
          <p:cNvSpPr txBox="1"/>
          <p:nvPr/>
        </p:nvSpPr>
        <p:spPr>
          <a:xfrm>
            <a:off x="468458" y="1315434"/>
            <a:ext cx="7568097" cy="415498"/>
          </a:xfrm>
          <a:prstGeom prst="rect">
            <a:avLst/>
          </a:prstGeom>
          <a:noFill/>
        </p:spPr>
        <p:txBody>
          <a:bodyPr wrap="none" rtlCol="0">
            <a:spAutoFit/>
          </a:bodyPr>
          <a:lstStyle/>
          <a:p>
            <a:r>
              <a:rPr lang="en-US" sz="2100" b="1" i="0" dirty="0">
                <a:effectLst/>
                <a:latin typeface="Cavolini" panose="03000502040302020204" pitchFamily="66" charset="0"/>
                <a:cs typeface="Cavolini" panose="03000502040302020204" pitchFamily="66" charset="0"/>
              </a:rPr>
              <a:t>Here is a simple example of Functional component:</a:t>
            </a:r>
            <a:endParaRPr lang="en-US" sz="2100" b="1" dirty="0">
              <a:latin typeface="Cavolini" panose="03000502040302020204" pitchFamily="66" charset="0"/>
              <a:cs typeface="Cavolini" panose="03000502040302020204" pitchFamily="66" charset="0"/>
            </a:endParaRPr>
          </a:p>
        </p:txBody>
      </p:sp>
      <p:sp>
        <p:nvSpPr>
          <p:cNvPr id="17" name="TextBox 16">
            <a:extLst>
              <a:ext uri="{FF2B5EF4-FFF2-40B4-BE49-F238E27FC236}">
                <a16:creationId xmlns:a16="http://schemas.microsoft.com/office/drawing/2014/main" id="{FACB0C06-BECB-A291-7F86-703D5FC9425A}"/>
              </a:ext>
            </a:extLst>
          </p:cNvPr>
          <p:cNvSpPr txBox="1"/>
          <p:nvPr/>
        </p:nvSpPr>
        <p:spPr>
          <a:xfrm>
            <a:off x="468458" y="1817857"/>
            <a:ext cx="4493538" cy="3139321"/>
          </a:xfrm>
          <a:prstGeom prst="rect">
            <a:avLst/>
          </a:prstGeom>
          <a:noFill/>
        </p:spPr>
        <p:txBody>
          <a:bodyPr wrap="none" rtlCol="0">
            <a:spAutoFit/>
          </a:bodyPr>
          <a:lstStyle/>
          <a:p>
            <a:r>
              <a:rPr lang="en-US" b="1" dirty="0">
                <a:solidFill>
                  <a:srgbClr val="72F1B8"/>
                </a:solidFill>
                <a:effectLst/>
                <a:latin typeface="Cascadia Code" panose="020B0609020000020004" pitchFamily="49" charset="0"/>
              </a:rPr>
              <a:t>import</a:t>
            </a:r>
            <a:r>
              <a:rPr lang="en-US" b="1" dirty="0">
                <a:solidFill>
                  <a:srgbClr val="BBBBBB"/>
                </a:solidFill>
                <a:effectLst/>
                <a:latin typeface="Cascadia Code" panose="020B0609020000020004" pitchFamily="49" charset="0"/>
              </a:rPr>
              <a:t> </a:t>
            </a:r>
            <a:r>
              <a:rPr lang="en-US" b="1" dirty="0">
                <a:solidFill>
                  <a:srgbClr val="FF7EDB"/>
                </a:solidFill>
                <a:effectLst/>
                <a:latin typeface="Cascadia Code" panose="020B0609020000020004" pitchFamily="49" charset="0"/>
              </a:rPr>
              <a:t>React</a:t>
            </a:r>
            <a:r>
              <a:rPr lang="en-US" b="1" dirty="0">
                <a:solidFill>
                  <a:srgbClr val="BBBBBB"/>
                </a:solidFill>
                <a:effectLst/>
                <a:latin typeface="Cascadia Code" panose="020B0609020000020004" pitchFamily="49" charset="0"/>
              </a:rPr>
              <a:t> </a:t>
            </a:r>
            <a:r>
              <a:rPr lang="en-US" b="1" dirty="0">
                <a:solidFill>
                  <a:srgbClr val="FEDE5D"/>
                </a:solidFill>
                <a:effectLst/>
                <a:latin typeface="Cascadia Code" panose="020B0609020000020004" pitchFamily="49" charset="0"/>
              </a:rPr>
              <a:t>from</a:t>
            </a:r>
            <a:r>
              <a:rPr lang="en-US" b="1" dirty="0">
                <a:solidFill>
                  <a:srgbClr val="BBBBBB"/>
                </a:solidFill>
                <a:effectLst/>
                <a:latin typeface="Cascadia Code" panose="020B0609020000020004" pitchFamily="49" charset="0"/>
              </a:rPr>
              <a:t> </a:t>
            </a:r>
            <a:r>
              <a:rPr lang="en-US" b="1" dirty="0">
                <a:solidFill>
                  <a:srgbClr val="FF8B39"/>
                </a:solidFill>
                <a:effectLst/>
                <a:latin typeface="Cascadia Code" panose="020B0609020000020004" pitchFamily="49" charset="0"/>
              </a:rPr>
              <a:t>"react"</a:t>
            </a:r>
            <a:r>
              <a:rPr lang="en-US" b="1" dirty="0">
                <a:solidFill>
                  <a:srgbClr val="BBBBBB"/>
                </a:solidFill>
                <a:effectLst/>
                <a:latin typeface="Cascadia Code" panose="020B0609020000020004" pitchFamily="49" charset="0"/>
              </a:rPr>
              <a:t>;</a:t>
            </a:r>
          </a:p>
          <a:p>
            <a:br>
              <a:rPr lang="en-US" b="1" dirty="0">
                <a:solidFill>
                  <a:srgbClr val="BBBBBB"/>
                </a:solidFill>
                <a:effectLst/>
                <a:latin typeface="Cascadia Code" panose="020B0609020000020004" pitchFamily="49" charset="0"/>
              </a:rPr>
            </a:br>
            <a:r>
              <a:rPr lang="en-US" b="1" dirty="0">
                <a:solidFill>
                  <a:srgbClr val="FEDE5D"/>
                </a:solidFill>
                <a:effectLst/>
                <a:latin typeface="Cascadia Code" panose="020B0609020000020004" pitchFamily="49" charset="0"/>
              </a:rPr>
              <a:t>const</a:t>
            </a:r>
            <a:r>
              <a:rPr lang="en-US" b="1" dirty="0">
                <a:solidFill>
                  <a:srgbClr val="BBBBBB"/>
                </a:solidFill>
                <a:effectLst/>
                <a:latin typeface="Cascadia Code" panose="020B0609020000020004" pitchFamily="49" charset="0"/>
              </a:rPr>
              <a:t> </a:t>
            </a:r>
            <a:r>
              <a:rPr lang="en-US" b="1" dirty="0">
                <a:solidFill>
                  <a:srgbClr val="36F9F6"/>
                </a:solidFill>
                <a:effectLst/>
                <a:latin typeface="Cascadia Code" panose="020B0609020000020004" pitchFamily="49" charset="0"/>
              </a:rPr>
              <a:t>Welcome</a:t>
            </a:r>
            <a:r>
              <a:rPr lang="en-US" b="1" dirty="0">
                <a:solidFill>
                  <a:srgbClr val="BBBBBB"/>
                </a:solidFill>
                <a:effectLst/>
                <a:latin typeface="Cascadia Code" panose="020B0609020000020004" pitchFamily="49" charset="0"/>
              </a:rPr>
              <a:t> </a:t>
            </a:r>
            <a:r>
              <a:rPr lang="en-US" b="1" dirty="0">
                <a:solidFill>
                  <a:srgbClr val="FFFFFF"/>
                </a:solidFill>
                <a:effectLst/>
                <a:latin typeface="Cascadia Code" panose="020B0609020000020004" pitchFamily="49" charset="0"/>
              </a:rPr>
              <a:t>=</a:t>
            </a:r>
            <a:r>
              <a:rPr lang="en-US" b="1" dirty="0">
                <a:solidFill>
                  <a:srgbClr val="BBBBBB"/>
                </a:solidFill>
                <a:effectLst/>
                <a:latin typeface="Cascadia Code" panose="020B0609020000020004" pitchFamily="49" charset="0"/>
              </a:rPr>
              <a:t> (</a:t>
            </a:r>
            <a:r>
              <a:rPr lang="en-US" b="1" i="1" dirty="0">
                <a:solidFill>
                  <a:srgbClr val="FF7EDB"/>
                </a:solidFill>
                <a:effectLst/>
                <a:latin typeface="Cascadia Code" panose="020B0609020000020004" pitchFamily="49" charset="0"/>
              </a:rPr>
              <a:t>props</a:t>
            </a:r>
            <a:r>
              <a:rPr lang="en-US" b="1" dirty="0">
                <a:solidFill>
                  <a:srgbClr val="BBBBBB"/>
                </a:solidFill>
                <a:effectLst/>
                <a:latin typeface="Cascadia Code" panose="020B0609020000020004" pitchFamily="49" charset="0"/>
              </a:rPr>
              <a:t>) </a:t>
            </a:r>
            <a:r>
              <a:rPr lang="en-US" b="1" dirty="0">
                <a:solidFill>
                  <a:srgbClr val="FEDE5D"/>
                </a:solidFill>
                <a:effectLst/>
                <a:latin typeface="Cascadia Code" panose="020B0609020000020004" pitchFamily="49" charset="0"/>
              </a:rPr>
              <a:t>=&gt;</a:t>
            </a:r>
            <a:r>
              <a:rPr lang="en-US" b="1" dirty="0">
                <a:solidFill>
                  <a:srgbClr val="BBBBBB"/>
                </a:solidFill>
                <a:effectLst/>
                <a:latin typeface="Cascadia Code" panose="020B0609020000020004" pitchFamily="49" charset="0"/>
              </a:rPr>
              <a:t> (</a:t>
            </a:r>
          </a:p>
          <a:p>
            <a:r>
              <a:rPr lang="en-US" b="1" dirty="0">
                <a:solidFill>
                  <a:srgbClr val="BBBBBB"/>
                </a:solidFill>
                <a:effectLst/>
                <a:latin typeface="Cascadia Code" panose="020B0609020000020004" pitchFamily="49" charset="0"/>
              </a:rPr>
              <a:t>  </a:t>
            </a:r>
            <a:r>
              <a:rPr lang="en-US" b="1" dirty="0">
                <a:solidFill>
                  <a:srgbClr val="36F9F6"/>
                </a:solidFill>
                <a:effectLst/>
                <a:latin typeface="Cascadia Code" panose="020B0609020000020004" pitchFamily="49" charset="0"/>
              </a:rPr>
              <a:t>&lt;</a:t>
            </a:r>
            <a:r>
              <a:rPr lang="en-US" b="1" dirty="0">
                <a:solidFill>
                  <a:srgbClr val="72F1B8"/>
                </a:solidFill>
                <a:effectLst/>
                <a:latin typeface="Cascadia Code" panose="020B0609020000020004" pitchFamily="49" charset="0"/>
              </a:rPr>
              <a:t>div</a:t>
            </a:r>
            <a:r>
              <a:rPr lang="en-US" b="1" dirty="0">
                <a:solidFill>
                  <a:srgbClr val="36F9F6"/>
                </a:solidFill>
                <a:effectLst/>
                <a:latin typeface="Cascadia Code" panose="020B0609020000020004" pitchFamily="49" charset="0"/>
              </a:rPr>
              <a:t>&gt;</a:t>
            </a:r>
            <a:endParaRPr lang="en-US" b="1" dirty="0">
              <a:solidFill>
                <a:srgbClr val="BBBBBB"/>
              </a:solidFill>
              <a:effectLst/>
              <a:latin typeface="Cascadia Code" panose="020B0609020000020004" pitchFamily="49" charset="0"/>
            </a:endParaRPr>
          </a:p>
          <a:p>
            <a:r>
              <a:rPr lang="en-US" b="1" dirty="0">
                <a:solidFill>
                  <a:srgbClr val="BBBBBB"/>
                </a:solidFill>
                <a:effectLst/>
                <a:latin typeface="Cascadia Code" panose="020B0609020000020004" pitchFamily="49" charset="0"/>
              </a:rPr>
              <a:t>    </a:t>
            </a:r>
            <a:r>
              <a:rPr lang="en-US" b="1" dirty="0">
                <a:solidFill>
                  <a:srgbClr val="36F9F6"/>
                </a:solidFill>
                <a:effectLst/>
                <a:latin typeface="Cascadia Code" panose="020B0609020000020004" pitchFamily="49" charset="0"/>
              </a:rPr>
              <a:t>&lt;</a:t>
            </a:r>
            <a:r>
              <a:rPr lang="en-US" b="1" dirty="0">
                <a:solidFill>
                  <a:srgbClr val="72F1B8"/>
                </a:solidFill>
                <a:effectLst/>
                <a:latin typeface="Cascadia Code" panose="020B0609020000020004" pitchFamily="49" charset="0"/>
              </a:rPr>
              <a:t>h1</a:t>
            </a:r>
            <a:r>
              <a:rPr lang="en-US" b="1" dirty="0">
                <a:solidFill>
                  <a:srgbClr val="36F9F6"/>
                </a:solidFill>
                <a:effectLst/>
                <a:latin typeface="Cascadia Code" panose="020B0609020000020004" pitchFamily="49" charset="0"/>
              </a:rPr>
              <a:t>&gt;</a:t>
            </a:r>
            <a:r>
              <a:rPr lang="en-US" b="1" dirty="0">
                <a:solidFill>
                  <a:srgbClr val="BBBBBB"/>
                </a:solidFill>
                <a:effectLst/>
                <a:latin typeface="Cascadia Code" panose="020B0609020000020004" pitchFamily="49" charset="0"/>
              </a:rPr>
              <a:t>Hello, </a:t>
            </a:r>
            <a:r>
              <a:rPr lang="en-US" b="1" dirty="0">
                <a:solidFill>
                  <a:srgbClr val="FEDE5D"/>
                </a:solidFill>
                <a:effectLst/>
                <a:latin typeface="Cascadia Code" panose="020B0609020000020004" pitchFamily="49" charset="0"/>
              </a:rPr>
              <a:t>{</a:t>
            </a:r>
            <a:r>
              <a:rPr lang="en-US" b="1" i="1" dirty="0">
                <a:solidFill>
                  <a:srgbClr val="FF7EDB"/>
                </a:solidFill>
                <a:effectLst/>
                <a:latin typeface="Cascadia Code" panose="020B0609020000020004" pitchFamily="49" charset="0"/>
              </a:rPr>
              <a:t>props</a:t>
            </a:r>
            <a:r>
              <a:rPr lang="en-US" b="1" dirty="0">
                <a:solidFill>
                  <a:srgbClr val="BBBBBB"/>
                </a:solidFill>
                <a:effectLst/>
                <a:latin typeface="Cascadia Code" panose="020B0609020000020004" pitchFamily="49" charset="0"/>
              </a:rPr>
              <a:t>.</a:t>
            </a:r>
            <a:r>
              <a:rPr lang="en-US" b="1" dirty="0">
                <a:solidFill>
                  <a:srgbClr val="2EE2FA"/>
                </a:solidFill>
                <a:effectLst/>
                <a:latin typeface="Cascadia Code" panose="020B0609020000020004" pitchFamily="49" charset="0"/>
              </a:rPr>
              <a:t>name</a:t>
            </a:r>
            <a:r>
              <a:rPr lang="en-US" b="1" dirty="0">
                <a:solidFill>
                  <a:srgbClr val="FEDE5D"/>
                </a:solidFill>
                <a:effectLst/>
                <a:latin typeface="Cascadia Code" panose="020B0609020000020004" pitchFamily="49" charset="0"/>
              </a:rPr>
              <a:t>}</a:t>
            </a:r>
            <a:r>
              <a:rPr lang="en-US" b="1" dirty="0">
                <a:solidFill>
                  <a:srgbClr val="36F9F6"/>
                </a:solidFill>
                <a:effectLst/>
                <a:latin typeface="Cascadia Code" panose="020B0609020000020004" pitchFamily="49" charset="0"/>
              </a:rPr>
              <a:t>&lt;/</a:t>
            </a:r>
            <a:r>
              <a:rPr lang="en-US" b="1" dirty="0">
                <a:solidFill>
                  <a:srgbClr val="72F1B8"/>
                </a:solidFill>
                <a:effectLst/>
                <a:latin typeface="Cascadia Code" panose="020B0609020000020004" pitchFamily="49" charset="0"/>
              </a:rPr>
              <a:t>h1</a:t>
            </a:r>
            <a:r>
              <a:rPr lang="en-US" b="1" dirty="0">
                <a:solidFill>
                  <a:srgbClr val="36F9F6"/>
                </a:solidFill>
                <a:effectLst/>
                <a:latin typeface="Cascadia Code" panose="020B0609020000020004" pitchFamily="49" charset="0"/>
              </a:rPr>
              <a:t>&gt;</a:t>
            </a:r>
            <a:endParaRPr lang="en-US" b="1" dirty="0">
              <a:solidFill>
                <a:srgbClr val="BBBBBB"/>
              </a:solidFill>
              <a:effectLst/>
              <a:latin typeface="Cascadia Code" panose="020B0609020000020004" pitchFamily="49" charset="0"/>
            </a:endParaRPr>
          </a:p>
          <a:p>
            <a:r>
              <a:rPr lang="en-US" b="1" dirty="0">
                <a:solidFill>
                  <a:srgbClr val="BBBBBB"/>
                </a:solidFill>
                <a:effectLst/>
                <a:latin typeface="Cascadia Code" panose="020B0609020000020004" pitchFamily="49" charset="0"/>
              </a:rPr>
              <a:t>  </a:t>
            </a:r>
            <a:r>
              <a:rPr lang="en-US" b="1" dirty="0">
                <a:solidFill>
                  <a:srgbClr val="36F9F6"/>
                </a:solidFill>
                <a:effectLst/>
                <a:latin typeface="Cascadia Code" panose="020B0609020000020004" pitchFamily="49" charset="0"/>
              </a:rPr>
              <a:t>&lt;/</a:t>
            </a:r>
            <a:r>
              <a:rPr lang="en-US" b="1" dirty="0">
                <a:solidFill>
                  <a:srgbClr val="72F1B8"/>
                </a:solidFill>
                <a:effectLst/>
                <a:latin typeface="Cascadia Code" panose="020B0609020000020004" pitchFamily="49" charset="0"/>
              </a:rPr>
              <a:t>div</a:t>
            </a:r>
            <a:r>
              <a:rPr lang="en-US" b="1" dirty="0">
                <a:solidFill>
                  <a:srgbClr val="36F9F6"/>
                </a:solidFill>
                <a:effectLst/>
                <a:latin typeface="Cascadia Code" panose="020B0609020000020004" pitchFamily="49" charset="0"/>
              </a:rPr>
              <a:t>&gt;</a:t>
            </a:r>
            <a:endParaRPr lang="en-US" b="1" dirty="0">
              <a:solidFill>
                <a:srgbClr val="BBBBBB"/>
              </a:solidFill>
              <a:effectLst/>
              <a:latin typeface="Cascadia Code" panose="020B0609020000020004" pitchFamily="49" charset="0"/>
            </a:endParaRPr>
          </a:p>
          <a:p>
            <a:r>
              <a:rPr lang="en-US" b="1" dirty="0">
                <a:solidFill>
                  <a:srgbClr val="BBBBBB"/>
                </a:solidFill>
                <a:effectLst/>
                <a:latin typeface="Cascadia Code" panose="020B0609020000020004" pitchFamily="49" charset="0"/>
              </a:rPr>
              <a:t>);</a:t>
            </a:r>
          </a:p>
          <a:p>
            <a:br>
              <a:rPr lang="en-US" b="1" dirty="0">
                <a:solidFill>
                  <a:srgbClr val="BBBBBB"/>
                </a:solidFill>
                <a:effectLst/>
                <a:latin typeface="Cascadia Code" panose="020B0609020000020004" pitchFamily="49" charset="0"/>
              </a:rPr>
            </a:br>
            <a:r>
              <a:rPr lang="en-US" b="1" dirty="0">
                <a:solidFill>
                  <a:srgbClr val="72F1B8"/>
                </a:solidFill>
                <a:effectLst/>
                <a:latin typeface="Cascadia Code" panose="020B0609020000020004" pitchFamily="49" charset="0"/>
              </a:rPr>
              <a:t>export</a:t>
            </a:r>
            <a:r>
              <a:rPr lang="en-US" b="1" dirty="0">
                <a:solidFill>
                  <a:srgbClr val="BBBBBB"/>
                </a:solidFill>
                <a:effectLst/>
                <a:latin typeface="Cascadia Code" panose="020B0609020000020004" pitchFamily="49" charset="0"/>
              </a:rPr>
              <a:t> </a:t>
            </a:r>
            <a:r>
              <a:rPr lang="en-US" b="1" dirty="0">
                <a:solidFill>
                  <a:srgbClr val="FEDE5D"/>
                </a:solidFill>
                <a:effectLst/>
                <a:latin typeface="Cascadia Code" panose="020B0609020000020004" pitchFamily="49" charset="0"/>
              </a:rPr>
              <a:t>default</a:t>
            </a:r>
            <a:r>
              <a:rPr lang="en-US" b="1" dirty="0">
                <a:solidFill>
                  <a:srgbClr val="BBBBBB"/>
                </a:solidFill>
                <a:effectLst/>
                <a:latin typeface="Cascadia Code" panose="020B0609020000020004" pitchFamily="49" charset="0"/>
              </a:rPr>
              <a:t> </a:t>
            </a:r>
            <a:r>
              <a:rPr lang="en-US" b="1" dirty="0">
                <a:solidFill>
                  <a:srgbClr val="36F9F6"/>
                </a:solidFill>
                <a:effectLst/>
                <a:latin typeface="Cascadia Code" panose="020B0609020000020004" pitchFamily="49" charset="0"/>
              </a:rPr>
              <a:t>User</a:t>
            </a:r>
            <a:r>
              <a:rPr lang="en-US" b="1" dirty="0">
                <a:solidFill>
                  <a:srgbClr val="BBBBBB"/>
                </a:solidFill>
                <a:effectLst/>
                <a:latin typeface="Cascadia Code" panose="020B0609020000020004" pitchFamily="49" charset="0"/>
              </a:rPr>
              <a:t>;</a:t>
            </a:r>
          </a:p>
          <a:p>
            <a:br>
              <a:rPr lang="en-US" b="1" dirty="0">
                <a:solidFill>
                  <a:srgbClr val="BBBBBB"/>
                </a:solidFill>
                <a:effectLst/>
                <a:latin typeface="Cascadia Code" panose="020B0609020000020004" pitchFamily="49" charset="0"/>
              </a:rPr>
            </a:br>
            <a:endParaRPr lang="en-US" b="1" dirty="0">
              <a:solidFill>
                <a:srgbClr val="BBBBBB"/>
              </a:solidFill>
              <a:effectLst/>
              <a:latin typeface="Cascadia Code" panose="020B0609020000020004" pitchFamily="49" charset="0"/>
            </a:endParaRPr>
          </a:p>
        </p:txBody>
      </p:sp>
    </p:spTree>
    <p:extLst>
      <p:ext uri="{BB962C8B-B14F-4D97-AF65-F5344CB8AC3E}">
        <p14:creationId xmlns:p14="http://schemas.microsoft.com/office/powerpoint/2010/main" val="644165493"/>
      </p:ext>
    </p:extLst>
  </p:cSld>
  <p:clrMapOvr>
    <a:overrideClrMapping bg1="dk1" tx1="lt1" bg2="dk2" tx2="lt2" accent1="accent1" accent2="accent2" accent3="accent3" accent4="accent4" accent5="accent5" accent6="accent6" hlink="hlink" folHlink="folHlink"/>
  </p:clrMapOvr>
  <mc:AlternateContent xmlns:mc="http://schemas.openxmlformats.org/markup-compatibility/2006" xmlns:p159="http://schemas.microsoft.com/office/powerpoint/2015/09/main">
    <mc:Choice Requires="p159">
      <p:transition>
        <p159:morph option="byObject"/>
      </p:transition>
    </mc:Choice>
    <mc:Fallback xmlns="">
      <p:transition>
        <p:fade/>
      </p:transition>
    </mc:Fallback>
  </mc:AlternateContent>
</p:sld>
</file>

<file path=ppt/slides/slide21.xml><?xml version="1.0" encoding="utf-8"?>
<p:sld xmlns:a="http://schemas.openxmlformats.org/drawingml/2006/main" xmlns:r="http://schemas.openxmlformats.org/officeDocument/2006/relationships" xmlns:p="http://schemas.openxmlformats.org/presentationml/2006/main" show="0">
  <p:cSld>
    <p:bg>
      <p:bgPr>
        <a:solidFill>
          <a:schemeClr val="bg2"/>
        </a:solidFill>
        <a:effectLst/>
      </p:bgPr>
    </p:bg>
    <p:spTree>
      <p:nvGrpSpPr>
        <p:cNvPr id="1" name=""/>
        <p:cNvGrpSpPr/>
        <p:nvPr/>
      </p:nvGrpSpPr>
      <p:grpSpPr>
        <a:xfrm>
          <a:off x="0" y="0"/>
          <a:ext cx="0" cy="0"/>
          <a:chOff x="0" y="0"/>
          <a:chExt cx="0" cy="0"/>
        </a:xfrm>
      </p:grpSpPr>
      <p:sp useBgFill="1">
        <p:nvSpPr>
          <p:cNvPr id="21" name="Rectangle 20">
            <a:extLst>
              <a:ext uri="{FF2B5EF4-FFF2-40B4-BE49-F238E27FC236}">
                <a16:creationId xmlns:a16="http://schemas.microsoft.com/office/drawing/2014/main" id="{E5A92FE9-DB05-4D0D-AF5A-BE8664B9FFB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grpSp>
        <p:nvGrpSpPr>
          <p:cNvPr id="23" name="Group 22">
            <a:extLst>
              <a:ext uri="{FF2B5EF4-FFF2-40B4-BE49-F238E27FC236}">
                <a16:creationId xmlns:a16="http://schemas.microsoft.com/office/drawing/2014/main" id="{53D9B26A-5143-49A7-BA98-D871D5BD719A}"/>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flipH="1">
            <a:off x="6526211" y="1"/>
            <a:ext cx="5014912" cy="6857999"/>
            <a:chOff x="2928938" y="-4763"/>
            <a:chExt cx="5014912" cy="6862763"/>
          </a:xfrm>
        </p:grpSpPr>
        <p:sp>
          <p:nvSpPr>
            <p:cNvPr id="24" name="Freeform 6">
              <a:extLst>
                <a:ext uri="{FF2B5EF4-FFF2-40B4-BE49-F238E27FC236}">
                  <a16:creationId xmlns:a16="http://schemas.microsoft.com/office/drawing/2014/main" id="{68B85E55-A2A1-4682-B891-F201358A92D5}"/>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3367088" y="-4763"/>
              <a:ext cx="1063625" cy="2782888"/>
            </a:xfrm>
            <a:custGeom>
              <a:avLst/>
              <a:gdLst/>
              <a:ahLst/>
              <a:cxnLst/>
              <a:rect l="0" t="0" r="r" b="b"/>
              <a:pathLst>
                <a:path w="670" h="1753">
                  <a:moveTo>
                    <a:pt x="0" y="1696"/>
                  </a:moveTo>
                  <a:lnTo>
                    <a:pt x="225" y="1753"/>
                  </a:lnTo>
                  <a:lnTo>
                    <a:pt x="670" y="0"/>
                  </a:lnTo>
                  <a:lnTo>
                    <a:pt x="430" y="0"/>
                  </a:lnTo>
                  <a:lnTo>
                    <a:pt x="0" y="1696"/>
                  </a:lnTo>
                  <a:close/>
                </a:path>
              </a:pathLst>
            </a:custGeom>
            <a:solidFill>
              <a:schemeClr val="accent1"/>
            </a:solidFill>
            <a:ln>
              <a:noFill/>
            </a:ln>
          </p:spPr>
          <p:txBody>
            <a:bodyPr/>
            <a:lstStyle/>
            <a:p>
              <a:endParaRPr lang="en-US"/>
            </a:p>
          </p:txBody>
        </p:sp>
        <p:sp>
          <p:nvSpPr>
            <p:cNvPr id="25" name="Freeform 7">
              <a:extLst>
                <a:ext uri="{FF2B5EF4-FFF2-40B4-BE49-F238E27FC236}">
                  <a16:creationId xmlns:a16="http://schemas.microsoft.com/office/drawing/2014/main" id="{45EF6EDB-9B5D-49E9-96FA-1AE08BF95E57}"/>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2928938" y="-4763"/>
              <a:ext cx="1035050" cy="2673350"/>
            </a:xfrm>
            <a:custGeom>
              <a:avLst/>
              <a:gdLst/>
              <a:ahLst/>
              <a:cxnLst/>
              <a:rect l="0" t="0" r="r" b="b"/>
              <a:pathLst>
                <a:path w="652" h="1684">
                  <a:moveTo>
                    <a:pt x="225" y="1684"/>
                  </a:moveTo>
                  <a:lnTo>
                    <a:pt x="652" y="0"/>
                  </a:lnTo>
                  <a:lnTo>
                    <a:pt x="411" y="0"/>
                  </a:lnTo>
                  <a:lnTo>
                    <a:pt x="0" y="1627"/>
                  </a:lnTo>
                  <a:lnTo>
                    <a:pt x="219" y="1681"/>
                  </a:lnTo>
                  <a:lnTo>
                    <a:pt x="225" y="1684"/>
                  </a:lnTo>
                  <a:close/>
                </a:path>
              </a:pathLst>
            </a:custGeom>
            <a:solidFill>
              <a:srgbClr val="595959"/>
            </a:solidFill>
            <a:ln>
              <a:noFill/>
            </a:ln>
          </p:spPr>
          <p:txBody>
            <a:bodyPr/>
            <a:lstStyle/>
            <a:p>
              <a:endParaRPr lang="en-US"/>
            </a:p>
          </p:txBody>
        </p:sp>
        <p:sp>
          <p:nvSpPr>
            <p:cNvPr id="26" name="Freeform 12">
              <a:extLst>
                <a:ext uri="{FF2B5EF4-FFF2-40B4-BE49-F238E27FC236}">
                  <a16:creationId xmlns:a16="http://schemas.microsoft.com/office/drawing/2014/main" id="{38338226-D6E2-4EEE-B271-DB4BD096DBA1}"/>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2928938" y="2582862"/>
              <a:ext cx="2693987" cy="4275138"/>
            </a:xfrm>
            <a:custGeom>
              <a:avLst/>
              <a:gdLst/>
              <a:ahLst/>
              <a:cxnLst/>
              <a:rect l="0" t="0" r="r" b="b"/>
              <a:pathLst>
                <a:path w="1697" h="2693">
                  <a:moveTo>
                    <a:pt x="0" y="0"/>
                  </a:moveTo>
                  <a:lnTo>
                    <a:pt x="1622" y="2693"/>
                  </a:lnTo>
                  <a:lnTo>
                    <a:pt x="1697" y="2693"/>
                  </a:lnTo>
                  <a:lnTo>
                    <a:pt x="0" y="0"/>
                  </a:lnTo>
                  <a:close/>
                </a:path>
              </a:pathLst>
            </a:custGeom>
            <a:solidFill>
              <a:srgbClr val="262626"/>
            </a:solidFill>
            <a:ln>
              <a:noFill/>
            </a:ln>
          </p:spPr>
          <p:txBody>
            <a:bodyPr/>
            <a:lstStyle/>
            <a:p>
              <a:endParaRPr lang="en-US"/>
            </a:p>
          </p:txBody>
        </p:sp>
        <p:sp>
          <p:nvSpPr>
            <p:cNvPr id="27" name="Freeform 13">
              <a:extLst>
                <a:ext uri="{FF2B5EF4-FFF2-40B4-BE49-F238E27FC236}">
                  <a16:creationId xmlns:a16="http://schemas.microsoft.com/office/drawing/2014/main" id="{4878FB48-17B3-4A11-8025-DE0945CD4E71}"/>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3371850" y="2692400"/>
              <a:ext cx="3332162" cy="4165600"/>
            </a:xfrm>
            <a:custGeom>
              <a:avLst/>
              <a:gdLst/>
              <a:ahLst/>
              <a:cxnLst/>
              <a:rect l="0" t="0" r="r" b="b"/>
              <a:pathLst>
                <a:path w="2099" h="2624">
                  <a:moveTo>
                    <a:pt x="2099" y="2624"/>
                  </a:moveTo>
                  <a:lnTo>
                    <a:pt x="0" y="0"/>
                  </a:lnTo>
                  <a:lnTo>
                    <a:pt x="2021" y="2624"/>
                  </a:lnTo>
                  <a:lnTo>
                    <a:pt x="2099" y="2624"/>
                  </a:lnTo>
                  <a:close/>
                </a:path>
              </a:pathLst>
            </a:custGeom>
            <a:solidFill>
              <a:schemeClr val="accent1">
                <a:lumMod val="50000"/>
              </a:schemeClr>
            </a:solidFill>
            <a:ln>
              <a:noFill/>
            </a:ln>
          </p:spPr>
          <p:txBody>
            <a:bodyPr/>
            <a:lstStyle/>
            <a:p>
              <a:endParaRPr lang="en-US"/>
            </a:p>
          </p:txBody>
        </p:sp>
        <p:sp>
          <p:nvSpPr>
            <p:cNvPr id="28" name="Freeform 14">
              <a:extLst>
                <a:ext uri="{FF2B5EF4-FFF2-40B4-BE49-F238E27FC236}">
                  <a16:creationId xmlns:a16="http://schemas.microsoft.com/office/drawing/2014/main" id="{4150A21C-DD6D-4D3C-9E95-7A3CA263BEB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3367088" y="2687637"/>
              <a:ext cx="4576762" cy="4170363"/>
            </a:xfrm>
            <a:custGeom>
              <a:avLst/>
              <a:gdLst/>
              <a:ahLst/>
              <a:cxnLst/>
              <a:rect l="0" t="0" r="r" b="b"/>
              <a:pathLst>
                <a:path w="2883" h="2627">
                  <a:moveTo>
                    <a:pt x="0" y="0"/>
                  </a:moveTo>
                  <a:lnTo>
                    <a:pt x="3" y="3"/>
                  </a:lnTo>
                  <a:lnTo>
                    <a:pt x="2102" y="2627"/>
                  </a:lnTo>
                  <a:lnTo>
                    <a:pt x="2883" y="2627"/>
                  </a:lnTo>
                  <a:lnTo>
                    <a:pt x="225" y="57"/>
                  </a:lnTo>
                  <a:lnTo>
                    <a:pt x="0" y="0"/>
                  </a:lnTo>
                  <a:close/>
                </a:path>
              </a:pathLst>
            </a:custGeom>
            <a:solidFill>
              <a:schemeClr val="accent1">
                <a:lumMod val="75000"/>
              </a:schemeClr>
            </a:solidFill>
            <a:ln>
              <a:noFill/>
            </a:ln>
          </p:spPr>
          <p:txBody>
            <a:bodyPr/>
            <a:lstStyle/>
            <a:p>
              <a:endParaRPr lang="en-US"/>
            </a:p>
          </p:txBody>
        </p:sp>
        <p:sp>
          <p:nvSpPr>
            <p:cNvPr id="29" name="Freeform 15">
              <a:extLst>
                <a:ext uri="{FF2B5EF4-FFF2-40B4-BE49-F238E27FC236}">
                  <a16:creationId xmlns:a16="http://schemas.microsoft.com/office/drawing/2014/main" id="{7505BF04-104D-4180-A284-42FCD6B04DD6}"/>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2928938" y="2578100"/>
              <a:ext cx="3584575" cy="4279900"/>
            </a:xfrm>
            <a:custGeom>
              <a:avLst/>
              <a:gdLst/>
              <a:ahLst/>
              <a:cxnLst/>
              <a:rect l="0" t="0" r="r" b="b"/>
              <a:pathLst>
                <a:path w="2258" h="2696">
                  <a:moveTo>
                    <a:pt x="2258" y="2696"/>
                  </a:moveTo>
                  <a:lnTo>
                    <a:pt x="264" y="111"/>
                  </a:lnTo>
                  <a:lnTo>
                    <a:pt x="228" y="60"/>
                  </a:lnTo>
                  <a:lnTo>
                    <a:pt x="225" y="57"/>
                  </a:lnTo>
                  <a:lnTo>
                    <a:pt x="0" y="0"/>
                  </a:lnTo>
                  <a:lnTo>
                    <a:pt x="0" y="3"/>
                  </a:lnTo>
                  <a:lnTo>
                    <a:pt x="1697" y="2696"/>
                  </a:lnTo>
                  <a:lnTo>
                    <a:pt x="2258" y="2696"/>
                  </a:lnTo>
                  <a:close/>
                </a:path>
              </a:pathLst>
            </a:custGeom>
            <a:solidFill>
              <a:srgbClr val="404040"/>
            </a:solidFill>
            <a:ln>
              <a:noFill/>
            </a:ln>
          </p:spPr>
          <p:txBody>
            <a:bodyPr/>
            <a:lstStyle/>
            <a:p>
              <a:endParaRPr lang="en-US"/>
            </a:p>
          </p:txBody>
        </p:sp>
      </p:grpSp>
      <p:sp>
        <p:nvSpPr>
          <p:cNvPr id="2" name="Title 1">
            <a:extLst>
              <a:ext uri="{FF2B5EF4-FFF2-40B4-BE49-F238E27FC236}">
                <a16:creationId xmlns:a16="http://schemas.microsoft.com/office/drawing/2014/main" id="{652CD06E-EB43-4697-A9C1-290232C3BAD6}"/>
              </a:ext>
            </a:extLst>
          </p:cNvPr>
          <p:cNvSpPr>
            <a:spLocks noGrp="1"/>
          </p:cNvSpPr>
          <p:nvPr>
            <p:ph type="ctrTitle"/>
          </p:nvPr>
        </p:nvSpPr>
        <p:spPr>
          <a:xfrm>
            <a:off x="473345" y="0"/>
            <a:ext cx="11604355" cy="1223994"/>
          </a:xfrm>
        </p:spPr>
        <p:txBody>
          <a:bodyPr>
            <a:noAutofit/>
          </a:bodyPr>
          <a:lstStyle/>
          <a:p>
            <a:pPr algn="l"/>
            <a:r>
              <a:rPr lang="en-US" sz="5400" b="1" dirty="0">
                <a:latin typeface="Mystical Woods Smooth Script" panose="02000500000000000000" pitchFamily="2" charset="0"/>
                <a:cs typeface="Cavolini" panose="03000502040302020204" pitchFamily="66" charset="0"/>
              </a:rPr>
              <a:t>Class Components</a:t>
            </a:r>
          </a:p>
        </p:txBody>
      </p:sp>
      <p:grpSp>
        <p:nvGrpSpPr>
          <p:cNvPr id="6" name="Group 5">
            <a:extLst>
              <a:ext uri="{FF2B5EF4-FFF2-40B4-BE49-F238E27FC236}">
                <a16:creationId xmlns:a16="http://schemas.microsoft.com/office/drawing/2014/main" id="{752A73B4-49EC-E765-1462-2A106F07C3D4}"/>
              </a:ext>
            </a:extLst>
          </p:cNvPr>
          <p:cNvGrpSpPr/>
          <p:nvPr/>
        </p:nvGrpSpPr>
        <p:grpSpPr>
          <a:xfrm>
            <a:off x="522645" y="1132554"/>
            <a:ext cx="8950321" cy="182880"/>
            <a:chOff x="1089027" y="1251583"/>
            <a:chExt cx="8950321" cy="182880"/>
          </a:xfrm>
        </p:grpSpPr>
        <p:cxnSp>
          <p:nvCxnSpPr>
            <p:cNvPr id="4" name="Straight Connector 3">
              <a:extLst>
                <a:ext uri="{FF2B5EF4-FFF2-40B4-BE49-F238E27FC236}">
                  <a16:creationId xmlns:a16="http://schemas.microsoft.com/office/drawing/2014/main" id="{1111542F-3245-DDEC-4B5A-7412E7DBE5FD}"/>
                </a:ext>
              </a:extLst>
            </p:cNvPr>
            <p:cNvCxnSpPr/>
            <p:nvPr/>
          </p:nvCxnSpPr>
          <p:spPr>
            <a:xfrm>
              <a:off x="1089027" y="1347537"/>
              <a:ext cx="8786493" cy="0"/>
            </a:xfrm>
            <a:prstGeom prst="line">
              <a:avLst/>
            </a:prstGeom>
            <a:ln w="38100">
              <a:solidFill>
                <a:srgbClr val="595959"/>
              </a:solidFill>
            </a:ln>
            <a:effectLst>
              <a:reflection blurRad="6350" stA="50000" endA="275" endPos="40000" dist="101600" dir="5400000" sy="-100000" algn="bl" rotWithShape="0"/>
              <a:softEdge rad="12700"/>
            </a:effectLst>
          </p:spPr>
          <p:style>
            <a:lnRef idx="3">
              <a:schemeClr val="dk1"/>
            </a:lnRef>
            <a:fillRef idx="0">
              <a:schemeClr val="dk1"/>
            </a:fillRef>
            <a:effectRef idx="2">
              <a:schemeClr val="dk1"/>
            </a:effectRef>
            <a:fontRef idx="minor">
              <a:schemeClr val="tx1"/>
            </a:fontRef>
          </p:style>
        </p:cxnSp>
        <p:sp>
          <p:nvSpPr>
            <p:cNvPr id="5" name="Flowchart: Connector 4">
              <a:extLst>
                <a:ext uri="{FF2B5EF4-FFF2-40B4-BE49-F238E27FC236}">
                  <a16:creationId xmlns:a16="http://schemas.microsoft.com/office/drawing/2014/main" id="{B2858492-B751-8ED7-57BE-708D61DDCF50}"/>
                </a:ext>
              </a:extLst>
            </p:cNvPr>
            <p:cNvSpPr/>
            <p:nvPr/>
          </p:nvSpPr>
          <p:spPr>
            <a:xfrm>
              <a:off x="9856468" y="1251583"/>
              <a:ext cx="182880" cy="182880"/>
            </a:xfrm>
            <a:prstGeom prst="flowChartConnector">
              <a:avLst/>
            </a:prstGeom>
            <a:ln>
              <a:noFill/>
            </a:ln>
            <a:effectLst>
              <a:outerShdw blurRad="50800" dist="38100" dir="2700000" algn="tl"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graphicFrame>
        <p:nvGraphicFramePr>
          <p:cNvPr id="7" name="Table 7">
            <a:extLst>
              <a:ext uri="{FF2B5EF4-FFF2-40B4-BE49-F238E27FC236}">
                <a16:creationId xmlns:a16="http://schemas.microsoft.com/office/drawing/2014/main" id="{72F3F8EF-729E-B04A-D5A6-CBDA516D4695}"/>
              </a:ext>
            </a:extLst>
          </p:cNvPr>
          <p:cNvGraphicFramePr>
            <a:graphicFrameLocks noGrp="1"/>
          </p:cNvGraphicFramePr>
          <p:nvPr>
            <p:extLst>
              <p:ext uri="{D42A27DB-BD31-4B8C-83A1-F6EECF244321}">
                <p14:modId xmlns:p14="http://schemas.microsoft.com/office/powerpoint/2010/main" val="2012037095"/>
              </p:ext>
            </p:extLst>
          </p:nvPr>
        </p:nvGraphicFramePr>
        <p:xfrm>
          <a:off x="293823" y="1965960"/>
          <a:ext cx="9378493" cy="2194560"/>
        </p:xfrm>
        <a:graphic>
          <a:graphicData uri="http://schemas.openxmlformats.org/drawingml/2006/table">
            <a:tbl>
              <a:tblPr firstRow="1" bandRow="1">
                <a:tableStyleId>{5C22544A-7EE6-4342-B048-85BDC9FD1C3A}</a:tableStyleId>
              </a:tblPr>
              <a:tblGrid>
                <a:gridCol w="582146">
                  <a:extLst>
                    <a:ext uri="{9D8B030D-6E8A-4147-A177-3AD203B41FA5}">
                      <a16:colId xmlns:a16="http://schemas.microsoft.com/office/drawing/2014/main" val="2473130284"/>
                    </a:ext>
                  </a:extLst>
                </a:gridCol>
                <a:gridCol w="8796347">
                  <a:extLst>
                    <a:ext uri="{9D8B030D-6E8A-4147-A177-3AD203B41FA5}">
                      <a16:colId xmlns:a16="http://schemas.microsoft.com/office/drawing/2014/main" val="3159472711"/>
                    </a:ext>
                  </a:extLst>
                </a:gridCol>
              </a:tblGrid>
              <a:tr h="731520">
                <a:tc>
                  <a:txBody>
                    <a:bodyPr/>
                    <a:lstStyle/>
                    <a:p>
                      <a:pPr algn="l"/>
                      <a:r>
                        <a:rPr lang="en-US" sz="2100" b="1" dirty="0">
                          <a:solidFill>
                            <a:srgbClr val="30ACEC"/>
                          </a:solidFill>
                          <a:latin typeface="Mystical Woods Smooth Script" panose="02000500000000000000" pitchFamily="2" charset="0"/>
                          <a:cs typeface="Cavolini" panose="03000502040302020204" pitchFamily="66" charset="0"/>
                        </a:rPr>
                        <a:t>&lt;/&gt;</a:t>
                      </a: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38100" cmpd="sng">
                      <a:noFill/>
                    </a:lnB>
                    <a:lnTlToBr w="12700" cmpd="sng">
                      <a:noFill/>
                      <a:prstDash val="solid"/>
                    </a:lnTlToBr>
                    <a:lnBlToTr w="12700" cmpd="sng">
                      <a:noFill/>
                      <a:prstDash val="solid"/>
                    </a:lnBlToTr>
                    <a:noFill/>
                  </a:tcPr>
                </a:tc>
                <a:tc>
                  <a:txBody>
                    <a:bodyPr/>
                    <a:lstStyle/>
                    <a:p>
                      <a:r>
                        <a:rPr lang="en-US" sz="2100" b="1" i="0" kern="1200" dirty="0">
                          <a:solidFill>
                            <a:schemeClr val="tx1"/>
                          </a:solidFill>
                          <a:effectLst/>
                          <a:latin typeface="Cavolini" panose="03000502040302020204" pitchFamily="66" charset="0"/>
                          <a:ea typeface="+mn-ea"/>
                          <a:cs typeface="Cavolini" panose="03000502040302020204" pitchFamily="66" charset="0"/>
                        </a:rPr>
                        <a:t>Class components make use of ES6 class and extend the </a:t>
                      </a:r>
                      <a:r>
                        <a:rPr lang="en-US" sz="2100" b="1" i="1" kern="1200" dirty="0">
                          <a:solidFill>
                            <a:schemeClr val="tx1"/>
                          </a:solidFill>
                          <a:effectLst/>
                          <a:latin typeface="Cavolini" panose="03000502040302020204" pitchFamily="66" charset="0"/>
                          <a:ea typeface="+mn-ea"/>
                          <a:cs typeface="Cavolini" panose="03000502040302020204" pitchFamily="66" charset="0"/>
                        </a:rPr>
                        <a:t>Component</a:t>
                      </a:r>
                      <a:r>
                        <a:rPr lang="en-US" sz="2100" b="1" i="0" kern="1200" dirty="0">
                          <a:solidFill>
                            <a:schemeClr val="tx1"/>
                          </a:solidFill>
                          <a:effectLst/>
                          <a:latin typeface="Cavolini" panose="03000502040302020204" pitchFamily="66" charset="0"/>
                          <a:ea typeface="+mn-ea"/>
                          <a:cs typeface="Cavolini" panose="03000502040302020204" pitchFamily="66" charset="0"/>
                        </a:rPr>
                        <a:t> class in React.</a:t>
                      </a:r>
                    </a:p>
                  </a:txBody>
                  <a:tcPr anchor="ctr">
                    <a:lnL w="12700" cap="flat" cmpd="sng" algn="ctr">
                      <a:noFill/>
                      <a:prstDash val="solid"/>
                      <a:round/>
                      <a:headEnd type="none" w="med" len="med"/>
                      <a:tailEnd type="none" w="med" len="med"/>
                    </a:lnL>
                    <a:lnR w="12700" cmpd="sng">
                      <a:noFill/>
                    </a:lnR>
                    <a:lnT w="12700" cmpd="sng">
                      <a:noFill/>
                    </a:lnT>
                    <a:lnB w="38100" cmpd="sng">
                      <a:noFill/>
                    </a:lnB>
                    <a:lnTlToBr w="12700" cmpd="sng">
                      <a:noFill/>
                      <a:prstDash val="solid"/>
                    </a:lnTlToBr>
                    <a:lnBlToTr w="12700" cmpd="sng">
                      <a:noFill/>
                      <a:prstDash val="solid"/>
                    </a:lnBlToTr>
                    <a:noFill/>
                  </a:tcPr>
                </a:tc>
                <a:extLst>
                  <a:ext uri="{0D108BD9-81ED-4DB2-BD59-A6C34878D82A}">
                    <a16:rowId xmlns:a16="http://schemas.microsoft.com/office/drawing/2014/main" val="2044279959"/>
                  </a:ext>
                </a:extLst>
              </a:tr>
              <a:tr h="731520">
                <a:tc>
                  <a:txBody>
                    <a:bodyPr/>
                    <a:lstStyle/>
                    <a:p>
                      <a:pPr algn="l"/>
                      <a:r>
                        <a:rPr lang="en-US" sz="2100" b="1" dirty="0">
                          <a:solidFill>
                            <a:srgbClr val="30ACEC"/>
                          </a:solidFill>
                          <a:latin typeface="Mystical Woods Smooth Script" panose="02000500000000000000" pitchFamily="2" charset="0"/>
                          <a:cs typeface="Cavolini" panose="03000502040302020204" pitchFamily="66" charset="0"/>
                        </a:rPr>
                        <a:t>&lt;/&gt;</a:t>
                      </a: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mpd="sng">
                      <a:noFill/>
                    </a:lnT>
                    <a:lnB w="38100" cmpd="sng">
                      <a:noFill/>
                    </a:lnB>
                    <a:lnTlToBr w="12700" cmpd="sng">
                      <a:noFill/>
                      <a:prstDash val="solid"/>
                    </a:lnTlToBr>
                    <a:lnBlToTr w="12700" cmpd="sng">
                      <a:noFill/>
                      <a:prstDash val="solid"/>
                    </a:lnBlToTr>
                    <a:noFill/>
                  </a:tcPr>
                </a:tc>
                <a:tc>
                  <a:txBody>
                    <a:bodyPr/>
                    <a:lstStyle/>
                    <a:p>
                      <a:pPr algn="l"/>
                      <a:r>
                        <a:rPr lang="en-US" sz="2100" b="1" i="0" kern="1200" dirty="0">
                          <a:solidFill>
                            <a:schemeClr val="tx1"/>
                          </a:solidFill>
                          <a:effectLst/>
                          <a:latin typeface="Cavolini" panose="03000502040302020204" pitchFamily="66" charset="0"/>
                          <a:ea typeface="+mn-ea"/>
                          <a:cs typeface="Cavolini" panose="03000502040302020204" pitchFamily="66" charset="0"/>
                        </a:rPr>
                        <a:t>Sometimes called “smart” or “stateful” components as they tend to implement logic and state.</a:t>
                      </a:r>
                    </a:p>
                  </a:txBody>
                  <a:tcPr anchor="ctr">
                    <a:lnL w="12700" cap="flat" cmpd="sng" algn="ctr">
                      <a:noFill/>
                      <a:prstDash val="solid"/>
                      <a:round/>
                      <a:headEnd type="none" w="med" len="med"/>
                      <a:tailEnd type="none" w="med" len="med"/>
                    </a:lnL>
                    <a:lnR w="12700" cmpd="sng">
                      <a:noFill/>
                    </a:lnR>
                    <a:lnT w="12700" cmpd="sng">
                      <a:noFill/>
                    </a:lnT>
                    <a:lnB w="38100" cmpd="sng">
                      <a:noFill/>
                    </a:lnB>
                    <a:lnTlToBr w="12700" cmpd="sng">
                      <a:noFill/>
                      <a:prstDash val="solid"/>
                    </a:lnTlToBr>
                    <a:lnBlToTr w="12700" cmpd="sng">
                      <a:noFill/>
                      <a:prstDash val="solid"/>
                    </a:lnBlToTr>
                    <a:noFill/>
                  </a:tcPr>
                </a:tc>
                <a:extLst>
                  <a:ext uri="{0D108BD9-81ED-4DB2-BD59-A6C34878D82A}">
                    <a16:rowId xmlns:a16="http://schemas.microsoft.com/office/drawing/2014/main" val="2747036755"/>
                  </a:ext>
                </a:extLst>
              </a:tr>
              <a:tr h="731520">
                <a:tc>
                  <a:txBody>
                    <a:bodyPr/>
                    <a:lstStyle/>
                    <a:p>
                      <a:pPr algn="l"/>
                      <a:r>
                        <a:rPr lang="en-US" sz="2100" b="1" dirty="0">
                          <a:solidFill>
                            <a:srgbClr val="30ACEC"/>
                          </a:solidFill>
                          <a:latin typeface="Mystical Woods Smooth Script" panose="02000500000000000000" pitchFamily="2" charset="0"/>
                          <a:cs typeface="Cavolini" panose="03000502040302020204" pitchFamily="66" charset="0"/>
                        </a:rPr>
                        <a:t>&lt;/&gt;</a:t>
                      </a: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mpd="sng">
                      <a:noFill/>
                    </a:lnT>
                    <a:lnB w="38100" cmpd="sng">
                      <a:noFill/>
                    </a:lnB>
                    <a:lnTlToBr w="12700" cmpd="sng">
                      <a:noFill/>
                      <a:prstDash val="solid"/>
                    </a:lnTlToBr>
                    <a:lnBlToTr w="12700" cmpd="sng">
                      <a:noFill/>
                      <a:prstDash val="solid"/>
                    </a:lnBlToTr>
                    <a:noFill/>
                  </a:tcPr>
                </a:tc>
                <a:tc>
                  <a:txBody>
                    <a:bodyPr/>
                    <a:lstStyle/>
                    <a:p>
                      <a:r>
                        <a:rPr lang="en-US" sz="2100" b="1" i="0" kern="1200" dirty="0">
                          <a:solidFill>
                            <a:schemeClr val="tx1"/>
                          </a:solidFill>
                          <a:effectLst/>
                          <a:latin typeface="Cavolini" panose="03000502040302020204" pitchFamily="66" charset="0"/>
                          <a:ea typeface="+mn-ea"/>
                          <a:cs typeface="Cavolini" panose="03000502040302020204" pitchFamily="66" charset="0"/>
                        </a:rPr>
                        <a:t>You pass </a:t>
                      </a:r>
                      <a:r>
                        <a:rPr lang="en-US" sz="2100" b="1" i="1" kern="1200" dirty="0">
                          <a:solidFill>
                            <a:schemeClr val="tx1"/>
                          </a:solidFill>
                          <a:effectLst/>
                          <a:latin typeface="Cavolini" panose="03000502040302020204" pitchFamily="66" charset="0"/>
                          <a:ea typeface="+mn-ea"/>
                          <a:cs typeface="Cavolini" panose="03000502040302020204" pitchFamily="66" charset="0"/>
                        </a:rPr>
                        <a:t>props</a:t>
                      </a:r>
                      <a:r>
                        <a:rPr lang="en-US" sz="2100" b="1" i="0" kern="1200" dirty="0">
                          <a:solidFill>
                            <a:schemeClr val="tx1"/>
                          </a:solidFill>
                          <a:effectLst/>
                          <a:latin typeface="Cavolini" panose="03000502040302020204" pitchFamily="66" charset="0"/>
                          <a:ea typeface="+mn-ea"/>
                          <a:cs typeface="Cavolini" panose="03000502040302020204" pitchFamily="66" charset="0"/>
                        </a:rPr>
                        <a:t> down to class components and access them with </a:t>
                      </a:r>
                      <a:r>
                        <a:rPr lang="en-US" sz="2100" b="1" i="1" kern="1200" dirty="0" err="1">
                          <a:solidFill>
                            <a:schemeClr val="tx1"/>
                          </a:solidFill>
                          <a:effectLst/>
                          <a:latin typeface="Cavolini" panose="03000502040302020204" pitchFamily="66" charset="0"/>
                          <a:ea typeface="+mn-ea"/>
                          <a:cs typeface="Cavolini" panose="03000502040302020204" pitchFamily="66" charset="0"/>
                        </a:rPr>
                        <a:t>this.props</a:t>
                      </a:r>
                      <a:r>
                        <a:rPr lang="en-US" sz="2100" b="1" i="1" kern="1200" dirty="0">
                          <a:solidFill>
                            <a:schemeClr val="tx1"/>
                          </a:solidFill>
                          <a:effectLst/>
                          <a:latin typeface="Cavolini" panose="03000502040302020204" pitchFamily="66" charset="0"/>
                          <a:ea typeface="+mn-ea"/>
                          <a:cs typeface="Cavolini" panose="03000502040302020204" pitchFamily="66" charset="0"/>
                        </a:rPr>
                        <a:t>.</a:t>
                      </a:r>
                      <a:endParaRPr lang="en-US" sz="2100" b="1" i="0" kern="1200" dirty="0">
                        <a:solidFill>
                          <a:schemeClr val="tx1"/>
                        </a:solidFill>
                        <a:effectLst/>
                        <a:latin typeface="Cavolini" panose="03000502040302020204" pitchFamily="66" charset="0"/>
                        <a:ea typeface="+mn-ea"/>
                        <a:cs typeface="Cavolini" panose="03000502040302020204" pitchFamily="66" charset="0"/>
                      </a:endParaRPr>
                    </a:p>
                  </a:txBody>
                  <a:tcPr anchor="ctr">
                    <a:lnL w="12700" cap="flat" cmpd="sng" algn="ctr">
                      <a:noFill/>
                      <a:prstDash val="solid"/>
                      <a:round/>
                      <a:headEnd type="none" w="med" len="med"/>
                      <a:tailEnd type="none" w="med" len="med"/>
                    </a:lnL>
                    <a:lnR w="12700" cmpd="sng">
                      <a:noFill/>
                    </a:lnR>
                    <a:lnT w="12700" cmpd="sng">
                      <a:noFill/>
                    </a:lnT>
                    <a:lnB w="38100" cmpd="sng">
                      <a:noFill/>
                    </a:lnB>
                    <a:lnTlToBr w="12700" cmpd="sng">
                      <a:noFill/>
                      <a:prstDash val="solid"/>
                    </a:lnTlToBr>
                    <a:lnBlToTr w="12700" cmpd="sng">
                      <a:noFill/>
                      <a:prstDash val="solid"/>
                    </a:lnBlToTr>
                    <a:noFill/>
                  </a:tcPr>
                </a:tc>
                <a:extLst>
                  <a:ext uri="{0D108BD9-81ED-4DB2-BD59-A6C34878D82A}">
                    <a16:rowId xmlns:a16="http://schemas.microsoft.com/office/drawing/2014/main" val="808283890"/>
                  </a:ext>
                </a:extLst>
              </a:tr>
            </a:tbl>
          </a:graphicData>
        </a:graphic>
      </p:graphicFrame>
    </p:spTree>
    <p:extLst>
      <p:ext uri="{BB962C8B-B14F-4D97-AF65-F5344CB8AC3E}">
        <p14:creationId xmlns:p14="http://schemas.microsoft.com/office/powerpoint/2010/main" val="2638589672"/>
      </p:ext>
    </p:extLst>
  </p:cSld>
  <p:clrMapOvr>
    <a:overrideClrMapping bg1="dk1" tx1="lt1" bg2="dk2" tx2="lt2" accent1="accent1" accent2="accent2" accent3="accent3" accent4="accent4" accent5="accent5" accent6="accent6" hlink="hlink" folHlink="folHlink"/>
  </p:clrMapOvr>
  <mc:AlternateContent xmlns:mc="http://schemas.openxmlformats.org/markup-compatibility/2006" xmlns:p159="http://schemas.microsoft.com/office/powerpoint/2015/09/main">
    <mc:Choice Requires="p159">
      <p:transition>
        <p159:morph option="byObject"/>
      </p:transition>
    </mc:Choice>
    <mc:Fallback xmlns="">
      <p:transition>
        <p:fade/>
      </p:transition>
    </mc:Fallback>
  </mc:AlternateContent>
</p:sld>
</file>

<file path=ppt/slides/slide22.xml><?xml version="1.0" encoding="utf-8"?>
<p:sld xmlns:a="http://schemas.openxmlformats.org/drawingml/2006/main" xmlns:r="http://schemas.openxmlformats.org/officeDocument/2006/relationships" xmlns:p="http://schemas.openxmlformats.org/presentationml/2006/main" show="0">
  <p:cSld>
    <p:bg>
      <p:bgPr>
        <a:solidFill>
          <a:schemeClr val="bg2"/>
        </a:solidFill>
        <a:effectLst/>
      </p:bgPr>
    </p:bg>
    <p:spTree>
      <p:nvGrpSpPr>
        <p:cNvPr id="1" name=""/>
        <p:cNvGrpSpPr/>
        <p:nvPr/>
      </p:nvGrpSpPr>
      <p:grpSpPr>
        <a:xfrm>
          <a:off x="0" y="0"/>
          <a:ext cx="0" cy="0"/>
          <a:chOff x="0" y="0"/>
          <a:chExt cx="0" cy="0"/>
        </a:xfrm>
      </p:grpSpPr>
      <p:sp useBgFill="1">
        <p:nvSpPr>
          <p:cNvPr id="21" name="Rectangle 20">
            <a:extLst>
              <a:ext uri="{FF2B5EF4-FFF2-40B4-BE49-F238E27FC236}">
                <a16:creationId xmlns:a16="http://schemas.microsoft.com/office/drawing/2014/main" id="{E5A92FE9-DB05-4D0D-AF5A-BE8664B9FFB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grpSp>
        <p:nvGrpSpPr>
          <p:cNvPr id="23" name="Group 22">
            <a:extLst>
              <a:ext uri="{FF2B5EF4-FFF2-40B4-BE49-F238E27FC236}">
                <a16:creationId xmlns:a16="http://schemas.microsoft.com/office/drawing/2014/main" id="{53D9B26A-5143-49A7-BA98-D871D5BD719A}"/>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flipH="1">
            <a:off x="6526211" y="1"/>
            <a:ext cx="5014912" cy="6857999"/>
            <a:chOff x="2928938" y="-4763"/>
            <a:chExt cx="5014912" cy="6862763"/>
          </a:xfrm>
        </p:grpSpPr>
        <p:sp>
          <p:nvSpPr>
            <p:cNvPr id="24" name="Freeform 6">
              <a:extLst>
                <a:ext uri="{FF2B5EF4-FFF2-40B4-BE49-F238E27FC236}">
                  <a16:creationId xmlns:a16="http://schemas.microsoft.com/office/drawing/2014/main" id="{68B85E55-A2A1-4682-B891-F201358A92D5}"/>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3367088" y="-4763"/>
              <a:ext cx="1063625" cy="2782888"/>
            </a:xfrm>
            <a:custGeom>
              <a:avLst/>
              <a:gdLst/>
              <a:ahLst/>
              <a:cxnLst/>
              <a:rect l="0" t="0" r="r" b="b"/>
              <a:pathLst>
                <a:path w="670" h="1753">
                  <a:moveTo>
                    <a:pt x="0" y="1696"/>
                  </a:moveTo>
                  <a:lnTo>
                    <a:pt x="225" y="1753"/>
                  </a:lnTo>
                  <a:lnTo>
                    <a:pt x="670" y="0"/>
                  </a:lnTo>
                  <a:lnTo>
                    <a:pt x="430" y="0"/>
                  </a:lnTo>
                  <a:lnTo>
                    <a:pt x="0" y="1696"/>
                  </a:lnTo>
                  <a:close/>
                </a:path>
              </a:pathLst>
            </a:custGeom>
            <a:solidFill>
              <a:schemeClr val="accent1"/>
            </a:solidFill>
            <a:ln>
              <a:noFill/>
            </a:ln>
          </p:spPr>
          <p:txBody>
            <a:bodyPr/>
            <a:lstStyle/>
            <a:p>
              <a:endParaRPr lang="en-US"/>
            </a:p>
          </p:txBody>
        </p:sp>
        <p:sp>
          <p:nvSpPr>
            <p:cNvPr id="25" name="Freeform 7">
              <a:extLst>
                <a:ext uri="{FF2B5EF4-FFF2-40B4-BE49-F238E27FC236}">
                  <a16:creationId xmlns:a16="http://schemas.microsoft.com/office/drawing/2014/main" id="{45EF6EDB-9B5D-49E9-96FA-1AE08BF95E57}"/>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2928938" y="-4763"/>
              <a:ext cx="1035050" cy="2673350"/>
            </a:xfrm>
            <a:custGeom>
              <a:avLst/>
              <a:gdLst/>
              <a:ahLst/>
              <a:cxnLst/>
              <a:rect l="0" t="0" r="r" b="b"/>
              <a:pathLst>
                <a:path w="652" h="1684">
                  <a:moveTo>
                    <a:pt x="225" y="1684"/>
                  </a:moveTo>
                  <a:lnTo>
                    <a:pt x="652" y="0"/>
                  </a:lnTo>
                  <a:lnTo>
                    <a:pt x="411" y="0"/>
                  </a:lnTo>
                  <a:lnTo>
                    <a:pt x="0" y="1627"/>
                  </a:lnTo>
                  <a:lnTo>
                    <a:pt x="219" y="1681"/>
                  </a:lnTo>
                  <a:lnTo>
                    <a:pt x="225" y="1684"/>
                  </a:lnTo>
                  <a:close/>
                </a:path>
              </a:pathLst>
            </a:custGeom>
            <a:solidFill>
              <a:srgbClr val="595959"/>
            </a:solidFill>
            <a:ln>
              <a:noFill/>
            </a:ln>
          </p:spPr>
          <p:txBody>
            <a:bodyPr/>
            <a:lstStyle/>
            <a:p>
              <a:endParaRPr lang="en-US"/>
            </a:p>
          </p:txBody>
        </p:sp>
        <p:sp>
          <p:nvSpPr>
            <p:cNvPr id="26" name="Freeform 12">
              <a:extLst>
                <a:ext uri="{FF2B5EF4-FFF2-40B4-BE49-F238E27FC236}">
                  <a16:creationId xmlns:a16="http://schemas.microsoft.com/office/drawing/2014/main" id="{38338226-D6E2-4EEE-B271-DB4BD096DBA1}"/>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2928938" y="2582862"/>
              <a:ext cx="2693987" cy="4275138"/>
            </a:xfrm>
            <a:custGeom>
              <a:avLst/>
              <a:gdLst/>
              <a:ahLst/>
              <a:cxnLst/>
              <a:rect l="0" t="0" r="r" b="b"/>
              <a:pathLst>
                <a:path w="1697" h="2693">
                  <a:moveTo>
                    <a:pt x="0" y="0"/>
                  </a:moveTo>
                  <a:lnTo>
                    <a:pt x="1622" y="2693"/>
                  </a:lnTo>
                  <a:lnTo>
                    <a:pt x="1697" y="2693"/>
                  </a:lnTo>
                  <a:lnTo>
                    <a:pt x="0" y="0"/>
                  </a:lnTo>
                  <a:close/>
                </a:path>
              </a:pathLst>
            </a:custGeom>
            <a:solidFill>
              <a:srgbClr val="262626"/>
            </a:solidFill>
            <a:ln>
              <a:noFill/>
            </a:ln>
          </p:spPr>
          <p:txBody>
            <a:bodyPr/>
            <a:lstStyle/>
            <a:p>
              <a:endParaRPr lang="en-US"/>
            </a:p>
          </p:txBody>
        </p:sp>
        <p:sp>
          <p:nvSpPr>
            <p:cNvPr id="27" name="Freeform 13">
              <a:extLst>
                <a:ext uri="{FF2B5EF4-FFF2-40B4-BE49-F238E27FC236}">
                  <a16:creationId xmlns:a16="http://schemas.microsoft.com/office/drawing/2014/main" id="{4878FB48-17B3-4A11-8025-DE0945CD4E71}"/>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3371850" y="2692400"/>
              <a:ext cx="3332162" cy="4165600"/>
            </a:xfrm>
            <a:custGeom>
              <a:avLst/>
              <a:gdLst/>
              <a:ahLst/>
              <a:cxnLst/>
              <a:rect l="0" t="0" r="r" b="b"/>
              <a:pathLst>
                <a:path w="2099" h="2624">
                  <a:moveTo>
                    <a:pt x="2099" y="2624"/>
                  </a:moveTo>
                  <a:lnTo>
                    <a:pt x="0" y="0"/>
                  </a:lnTo>
                  <a:lnTo>
                    <a:pt x="2021" y="2624"/>
                  </a:lnTo>
                  <a:lnTo>
                    <a:pt x="2099" y="2624"/>
                  </a:lnTo>
                  <a:close/>
                </a:path>
              </a:pathLst>
            </a:custGeom>
            <a:solidFill>
              <a:schemeClr val="accent1">
                <a:lumMod val="50000"/>
              </a:schemeClr>
            </a:solidFill>
            <a:ln>
              <a:noFill/>
            </a:ln>
          </p:spPr>
          <p:txBody>
            <a:bodyPr/>
            <a:lstStyle/>
            <a:p>
              <a:endParaRPr lang="en-US"/>
            </a:p>
          </p:txBody>
        </p:sp>
        <p:sp>
          <p:nvSpPr>
            <p:cNvPr id="28" name="Freeform 14">
              <a:extLst>
                <a:ext uri="{FF2B5EF4-FFF2-40B4-BE49-F238E27FC236}">
                  <a16:creationId xmlns:a16="http://schemas.microsoft.com/office/drawing/2014/main" id="{4150A21C-DD6D-4D3C-9E95-7A3CA263BEB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3367088" y="2687637"/>
              <a:ext cx="4576762" cy="4170363"/>
            </a:xfrm>
            <a:custGeom>
              <a:avLst/>
              <a:gdLst/>
              <a:ahLst/>
              <a:cxnLst/>
              <a:rect l="0" t="0" r="r" b="b"/>
              <a:pathLst>
                <a:path w="2883" h="2627">
                  <a:moveTo>
                    <a:pt x="0" y="0"/>
                  </a:moveTo>
                  <a:lnTo>
                    <a:pt x="3" y="3"/>
                  </a:lnTo>
                  <a:lnTo>
                    <a:pt x="2102" y="2627"/>
                  </a:lnTo>
                  <a:lnTo>
                    <a:pt x="2883" y="2627"/>
                  </a:lnTo>
                  <a:lnTo>
                    <a:pt x="225" y="57"/>
                  </a:lnTo>
                  <a:lnTo>
                    <a:pt x="0" y="0"/>
                  </a:lnTo>
                  <a:close/>
                </a:path>
              </a:pathLst>
            </a:custGeom>
            <a:solidFill>
              <a:schemeClr val="accent1">
                <a:lumMod val="75000"/>
              </a:schemeClr>
            </a:solidFill>
            <a:ln>
              <a:noFill/>
            </a:ln>
          </p:spPr>
          <p:txBody>
            <a:bodyPr/>
            <a:lstStyle/>
            <a:p>
              <a:endParaRPr lang="en-US"/>
            </a:p>
          </p:txBody>
        </p:sp>
        <p:sp>
          <p:nvSpPr>
            <p:cNvPr id="29" name="Freeform 15">
              <a:extLst>
                <a:ext uri="{FF2B5EF4-FFF2-40B4-BE49-F238E27FC236}">
                  <a16:creationId xmlns:a16="http://schemas.microsoft.com/office/drawing/2014/main" id="{7505BF04-104D-4180-A284-42FCD6B04DD6}"/>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2928938" y="2578100"/>
              <a:ext cx="3584575" cy="4279900"/>
            </a:xfrm>
            <a:custGeom>
              <a:avLst/>
              <a:gdLst/>
              <a:ahLst/>
              <a:cxnLst/>
              <a:rect l="0" t="0" r="r" b="b"/>
              <a:pathLst>
                <a:path w="2258" h="2696">
                  <a:moveTo>
                    <a:pt x="2258" y="2696"/>
                  </a:moveTo>
                  <a:lnTo>
                    <a:pt x="264" y="111"/>
                  </a:lnTo>
                  <a:lnTo>
                    <a:pt x="228" y="60"/>
                  </a:lnTo>
                  <a:lnTo>
                    <a:pt x="225" y="57"/>
                  </a:lnTo>
                  <a:lnTo>
                    <a:pt x="0" y="0"/>
                  </a:lnTo>
                  <a:lnTo>
                    <a:pt x="0" y="3"/>
                  </a:lnTo>
                  <a:lnTo>
                    <a:pt x="1697" y="2696"/>
                  </a:lnTo>
                  <a:lnTo>
                    <a:pt x="2258" y="2696"/>
                  </a:lnTo>
                  <a:close/>
                </a:path>
              </a:pathLst>
            </a:custGeom>
            <a:solidFill>
              <a:srgbClr val="404040"/>
            </a:solidFill>
            <a:ln>
              <a:noFill/>
            </a:ln>
          </p:spPr>
          <p:txBody>
            <a:bodyPr/>
            <a:lstStyle/>
            <a:p>
              <a:endParaRPr lang="en-US"/>
            </a:p>
          </p:txBody>
        </p:sp>
      </p:grpSp>
      <p:sp>
        <p:nvSpPr>
          <p:cNvPr id="2" name="Title 1">
            <a:extLst>
              <a:ext uri="{FF2B5EF4-FFF2-40B4-BE49-F238E27FC236}">
                <a16:creationId xmlns:a16="http://schemas.microsoft.com/office/drawing/2014/main" id="{652CD06E-EB43-4697-A9C1-290232C3BAD6}"/>
              </a:ext>
            </a:extLst>
          </p:cNvPr>
          <p:cNvSpPr>
            <a:spLocks noGrp="1"/>
          </p:cNvSpPr>
          <p:nvPr>
            <p:ph type="ctrTitle"/>
          </p:nvPr>
        </p:nvSpPr>
        <p:spPr>
          <a:xfrm>
            <a:off x="473345" y="0"/>
            <a:ext cx="11604355" cy="1223994"/>
          </a:xfrm>
        </p:spPr>
        <p:txBody>
          <a:bodyPr>
            <a:noAutofit/>
          </a:bodyPr>
          <a:lstStyle/>
          <a:p>
            <a:pPr algn="l"/>
            <a:r>
              <a:rPr lang="en-US" sz="5400" b="1" dirty="0">
                <a:latin typeface="Mystical Woods Smooth Script" panose="02000500000000000000" pitchFamily="2" charset="0"/>
                <a:cs typeface="Cavolini" panose="03000502040302020204" pitchFamily="66" charset="0"/>
              </a:rPr>
              <a:t>Class Components </a:t>
            </a:r>
            <a:r>
              <a:rPr lang="en-US" sz="2100" b="1" dirty="0">
                <a:latin typeface="Cavolini" panose="03000502040302020204" pitchFamily="66" charset="0"/>
                <a:cs typeface="Cavolini" panose="03000502040302020204" pitchFamily="66" charset="0"/>
              </a:rPr>
              <a:t>continued…</a:t>
            </a:r>
            <a:endParaRPr lang="en-US" sz="2100" b="1" dirty="0">
              <a:latin typeface="Mystical Woods Smooth Script" panose="02000500000000000000" pitchFamily="2" charset="0"/>
              <a:cs typeface="Cavolini" panose="03000502040302020204" pitchFamily="66" charset="0"/>
            </a:endParaRPr>
          </a:p>
        </p:txBody>
      </p:sp>
      <p:grpSp>
        <p:nvGrpSpPr>
          <p:cNvPr id="6" name="Group 5">
            <a:extLst>
              <a:ext uri="{FF2B5EF4-FFF2-40B4-BE49-F238E27FC236}">
                <a16:creationId xmlns:a16="http://schemas.microsoft.com/office/drawing/2014/main" id="{752A73B4-49EC-E765-1462-2A106F07C3D4}"/>
              </a:ext>
            </a:extLst>
          </p:cNvPr>
          <p:cNvGrpSpPr/>
          <p:nvPr/>
        </p:nvGrpSpPr>
        <p:grpSpPr>
          <a:xfrm>
            <a:off x="522645" y="1132554"/>
            <a:ext cx="8950321" cy="182880"/>
            <a:chOff x="1089027" y="1251583"/>
            <a:chExt cx="8950321" cy="182880"/>
          </a:xfrm>
        </p:grpSpPr>
        <p:cxnSp>
          <p:nvCxnSpPr>
            <p:cNvPr id="4" name="Straight Connector 3">
              <a:extLst>
                <a:ext uri="{FF2B5EF4-FFF2-40B4-BE49-F238E27FC236}">
                  <a16:creationId xmlns:a16="http://schemas.microsoft.com/office/drawing/2014/main" id="{1111542F-3245-DDEC-4B5A-7412E7DBE5FD}"/>
                </a:ext>
              </a:extLst>
            </p:cNvPr>
            <p:cNvCxnSpPr/>
            <p:nvPr/>
          </p:nvCxnSpPr>
          <p:spPr>
            <a:xfrm>
              <a:off x="1089027" y="1347537"/>
              <a:ext cx="8786493" cy="0"/>
            </a:xfrm>
            <a:prstGeom prst="line">
              <a:avLst/>
            </a:prstGeom>
            <a:ln w="38100">
              <a:solidFill>
                <a:srgbClr val="595959"/>
              </a:solidFill>
            </a:ln>
            <a:effectLst>
              <a:reflection blurRad="6350" stA="50000" endA="275" endPos="40000" dist="101600" dir="5400000" sy="-100000" algn="bl" rotWithShape="0"/>
              <a:softEdge rad="12700"/>
            </a:effectLst>
          </p:spPr>
          <p:style>
            <a:lnRef idx="3">
              <a:schemeClr val="dk1"/>
            </a:lnRef>
            <a:fillRef idx="0">
              <a:schemeClr val="dk1"/>
            </a:fillRef>
            <a:effectRef idx="2">
              <a:schemeClr val="dk1"/>
            </a:effectRef>
            <a:fontRef idx="minor">
              <a:schemeClr val="tx1"/>
            </a:fontRef>
          </p:style>
        </p:cxnSp>
        <p:sp>
          <p:nvSpPr>
            <p:cNvPr id="5" name="Flowchart: Connector 4">
              <a:extLst>
                <a:ext uri="{FF2B5EF4-FFF2-40B4-BE49-F238E27FC236}">
                  <a16:creationId xmlns:a16="http://schemas.microsoft.com/office/drawing/2014/main" id="{B2858492-B751-8ED7-57BE-708D61DDCF50}"/>
                </a:ext>
              </a:extLst>
            </p:cNvPr>
            <p:cNvSpPr/>
            <p:nvPr/>
          </p:nvSpPr>
          <p:spPr>
            <a:xfrm>
              <a:off x="9856468" y="1251583"/>
              <a:ext cx="182880" cy="182880"/>
            </a:xfrm>
            <a:prstGeom prst="flowChartConnector">
              <a:avLst/>
            </a:prstGeom>
            <a:ln>
              <a:noFill/>
            </a:ln>
            <a:effectLst>
              <a:outerShdw blurRad="50800" dist="38100" dir="2700000" algn="tl"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12" name="TextBox 11">
            <a:extLst>
              <a:ext uri="{FF2B5EF4-FFF2-40B4-BE49-F238E27FC236}">
                <a16:creationId xmlns:a16="http://schemas.microsoft.com/office/drawing/2014/main" id="{6BE424DE-6664-4FBC-F726-205FAD8701FA}"/>
              </a:ext>
            </a:extLst>
          </p:cNvPr>
          <p:cNvSpPr txBox="1"/>
          <p:nvPr/>
        </p:nvSpPr>
        <p:spPr>
          <a:xfrm>
            <a:off x="468458" y="1315434"/>
            <a:ext cx="6771405" cy="415498"/>
          </a:xfrm>
          <a:prstGeom prst="rect">
            <a:avLst/>
          </a:prstGeom>
          <a:noFill/>
        </p:spPr>
        <p:txBody>
          <a:bodyPr wrap="none" rtlCol="0">
            <a:spAutoFit/>
          </a:bodyPr>
          <a:lstStyle/>
          <a:p>
            <a:r>
              <a:rPr lang="en-US" sz="2100" b="1" i="0" dirty="0">
                <a:effectLst/>
                <a:latin typeface="Cavolini" panose="03000502040302020204" pitchFamily="66" charset="0"/>
                <a:cs typeface="Cavolini" panose="03000502040302020204" pitchFamily="66" charset="0"/>
              </a:rPr>
              <a:t>Here is a simple example of Class component:</a:t>
            </a:r>
            <a:endParaRPr lang="en-US" sz="2100" b="1" dirty="0">
              <a:latin typeface="Cavolini" panose="03000502040302020204" pitchFamily="66" charset="0"/>
              <a:cs typeface="Cavolini" panose="03000502040302020204" pitchFamily="66" charset="0"/>
            </a:endParaRPr>
          </a:p>
        </p:txBody>
      </p:sp>
      <p:sp>
        <p:nvSpPr>
          <p:cNvPr id="15" name="TextBox 14">
            <a:extLst>
              <a:ext uri="{FF2B5EF4-FFF2-40B4-BE49-F238E27FC236}">
                <a16:creationId xmlns:a16="http://schemas.microsoft.com/office/drawing/2014/main" id="{BAE2C988-329D-083E-2A2A-76A4BDC7EF9C}"/>
              </a:ext>
            </a:extLst>
          </p:cNvPr>
          <p:cNvSpPr txBox="1"/>
          <p:nvPr/>
        </p:nvSpPr>
        <p:spPr>
          <a:xfrm>
            <a:off x="468458" y="1749969"/>
            <a:ext cx="11519990" cy="2862322"/>
          </a:xfrm>
          <a:prstGeom prst="rect">
            <a:avLst/>
          </a:prstGeom>
          <a:noFill/>
        </p:spPr>
        <p:txBody>
          <a:bodyPr wrap="square" numCol="1" rtlCol="0">
            <a:spAutoFit/>
          </a:bodyPr>
          <a:lstStyle/>
          <a:p>
            <a:r>
              <a:rPr lang="en-US" b="1" dirty="0">
                <a:solidFill>
                  <a:srgbClr val="72F1B8"/>
                </a:solidFill>
                <a:effectLst/>
                <a:latin typeface="Cascadia Code" panose="020B0609020000020004" pitchFamily="49" charset="0"/>
              </a:rPr>
              <a:t>import</a:t>
            </a:r>
            <a:r>
              <a:rPr lang="en-US" b="1" dirty="0">
                <a:solidFill>
                  <a:srgbClr val="BBBBBB"/>
                </a:solidFill>
                <a:effectLst/>
                <a:latin typeface="Cascadia Code" panose="020B0609020000020004" pitchFamily="49" charset="0"/>
              </a:rPr>
              <a:t> </a:t>
            </a:r>
            <a:r>
              <a:rPr lang="en-US" b="1" dirty="0">
                <a:solidFill>
                  <a:srgbClr val="FF7EDB"/>
                </a:solidFill>
                <a:effectLst/>
                <a:latin typeface="Cascadia Code" panose="020B0609020000020004" pitchFamily="49" charset="0"/>
              </a:rPr>
              <a:t>React</a:t>
            </a:r>
            <a:r>
              <a:rPr lang="en-US" b="1" dirty="0">
                <a:solidFill>
                  <a:srgbClr val="BBBBBB"/>
                </a:solidFill>
                <a:effectLst/>
                <a:latin typeface="Cascadia Code" panose="020B0609020000020004" pitchFamily="49" charset="0"/>
              </a:rPr>
              <a:t>, { </a:t>
            </a:r>
            <a:r>
              <a:rPr lang="en-US" b="1" dirty="0">
                <a:solidFill>
                  <a:srgbClr val="FF7EDB"/>
                </a:solidFill>
                <a:effectLst/>
                <a:latin typeface="Cascadia Code" panose="020B0609020000020004" pitchFamily="49" charset="0"/>
              </a:rPr>
              <a:t>Component </a:t>
            </a:r>
            <a:r>
              <a:rPr lang="en-US" b="1" dirty="0">
                <a:solidFill>
                  <a:srgbClr val="BBBBBB"/>
                </a:solidFill>
                <a:effectLst/>
                <a:latin typeface="Cascadia Code" panose="020B0609020000020004" pitchFamily="49" charset="0"/>
              </a:rPr>
              <a:t>} </a:t>
            </a:r>
            <a:r>
              <a:rPr lang="en-US" b="1" dirty="0">
                <a:solidFill>
                  <a:srgbClr val="FEDE5D"/>
                </a:solidFill>
                <a:effectLst/>
                <a:latin typeface="Cascadia Code" panose="020B0609020000020004" pitchFamily="49" charset="0"/>
              </a:rPr>
              <a:t>from</a:t>
            </a:r>
            <a:r>
              <a:rPr lang="en-US" b="1" dirty="0">
                <a:solidFill>
                  <a:srgbClr val="BBBBBB"/>
                </a:solidFill>
                <a:effectLst/>
                <a:latin typeface="Cascadia Code" panose="020B0609020000020004" pitchFamily="49" charset="0"/>
              </a:rPr>
              <a:t> </a:t>
            </a:r>
            <a:r>
              <a:rPr lang="en-US" b="1" dirty="0">
                <a:solidFill>
                  <a:srgbClr val="FF8B39"/>
                </a:solidFill>
                <a:effectLst/>
                <a:latin typeface="Cascadia Code" panose="020B0609020000020004" pitchFamily="49" charset="0"/>
              </a:rPr>
              <a:t>'react'</a:t>
            </a:r>
            <a:r>
              <a:rPr lang="en-US" b="1" dirty="0">
                <a:solidFill>
                  <a:srgbClr val="BBBBBB"/>
                </a:solidFill>
                <a:effectLst/>
                <a:latin typeface="Cascadia Code" panose="020B0609020000020004" pitchFamily="49" charset="0"/>
              </a:rPr>
              <a:t>;</a:t>
            </a:r>
          </a:p>
          <a:p>
            <a:br>
              <a:rPr lang="en-US" b="1" dirty="0">
                <a:solidFill>
                  <a:srgbClr val="BBBBBB"/>
                </a:solidFill>
                <a:effectLst/>
                <a:latin typeface="Cascadia Code" panose="020B0609020000020004" pitchFamily="49" charset="0"/>
              </a:rPr>
            </a:br>
            <a:r>
              <a:rPr lang="en-US" b="1" dirty="0">
                <a:solidFill>
                  <a:srgbClr val="FEDE5D"/>
                </a:solidFill>
                <a:effectLst/>
                <a:latin typeface="Cascadia Code" panose="020B0609020000020004" pitchFamily="49" charset="0"/>
              </a:rPr>
              <a:t>class</a:t>
            </a:r>
            <a:r>
              <a:rPr lang="en-US" b="1" dirty="0">
                <a:solidFill>
                  <a:srgbClr val="BBBBBB"/>
                </a:solidFill>
                <a:effectLst/>
                <a:latin typeface="Cascadia Code" panose="020B0609020000020004" pitchFamily="49" charset="0"/>
              </a:rPr>
              <a:t> </a:t>
            </a:r>
            <a:r>
              <a:rPr lang="en-US" b="1" dirty="0">
                <a:solidFill>
                  <a:srgbClr val="FE4450"/>
                </a:solidFill>
                <a:effectLst/>
                <a:latin typeface="Cascadia Code" panose="020B0609020000020004" pitchFamily="49" charset="0"/>
              </a:rPr>
              <a:t>App</a:t>
            </a:r>
            <a:r>
              <a:rPr lang="en-US" b="1" dirty="0">
                <a:solidFill>
                  <a:srgbClr val="BBBBBB"/>
                </a:solidFill>
                <a:effectLst/>
                <a:latin typeface="Cascadia Code" panose="020B0609020000020004" pitchFamily="49" charset="0"/>
              </a:rPr>
              <a:t> </a:t>
            </a:r>
            <a:r>
              <a:rPr lang="en-US" b="1" dirty="0">
                <a:solidFill>
                  <a:srgbClr val="FEDE5D"/>
                </a:solidFill>
                <a:effectLst/>
                <a:latin typeface="Cascadia Code" panose="020B0609020000020004" pitchFamily="49" charset="0"/>
              </a:rPr>
              <a:t>extends</a:t>
            </a:r>
            <a:r>
              <a:rPr lang="en-US" b="1" dirty="0">
                <a:solidFill>
                  <a:srgbClr val="BBBBBB"/>
                </a:solidFill>
                <a:effectLst/>
                <a:latin typeface="Cascadia Code" panose="020B0609020000020004" pitchFamily="49" charset="0"/>
              </a:rPr>
              <a:t> </a:t>
            </a:r>
            <a:r>
              <a:rPr lang="en-US" b="1" dirty="0">
                <a:solidFill>
                  <a:srgbClr val="FE4450"/>
                </a:solidFill>
                <a:effectLst/>
                <a:latin typeface="Cascadia Code" panose="020B0609020000020004" pitchFamily="49" charset="0"/>
              </a:rPr>
              <a:t>Component</a:t>
            </a:r>
            <a:r>
              <a:rPr lang="en-US" b="1" dirty="0">
                <a:solidFill>
                  <a:srgbClr val="BBBBBB"/>
                </a:solidFill>
                <a:effectLst/>
                <a:latin typeface="Cascadia Code" panose="020B0609020000020004" pitchFamily="49" charset="0"/>
              </a:rPr>
              <a:t> {</a:t>
            </a:r>
          </a:p>
          <a:p>
            <a:r>
              <a:rPr lang="en-US" b="1" dirty="0">
                <a:solidFill>
                  <a:srgbClr val="BBBBBB"/>
                </a:solidFill>
                <a:effectLst/>
                <a:latin typeface="Cascadia Code" panose="020B0609020000020004" pitchFamily="49" charset="0"/>
              </a:rPr>
              <a:t>   </a:t>
            </a:r>
            <a:r>
              <a:rPr lang="en-US" b="1" dirty="0">
                <a:solidFill>
                  <a:srgbClr val="36F9F6"/>
                </a:solidFill>
                <a:effectLst/>
                <a:latin typeface="Cascadia Code" panose="020B0609020000020004" pitchFamily="49" charset="0"/>
              </a:rPr>
              <a:t>render</a:t>
            </a:r>
            <a:r>
              <a:rPr lang="en-US" b="1" dirty="0">
                <a:solidFill>
                  <a:srgbClr val="BBBBBB"/>
                </a:solidFill>
                <a:effectLst/>
                <a:latin typeface="Cascadia Code" panose="020B0609020000020004" pitchFamily="49" charset="0"/>
              </a:rPr>
              <a:t>() {</a:t>
            </a:r>
          </a:p>
          <a:p>
            <a:r>
              <a:rPr lang="en-US" b="1" dirty="0">
                <a:solidFill>
                  <a:srgbClr val="BBBBBB"/>
                </a:solidFill>
                <a:effectLst/>
                <a:latin typeface="Cascadia Code" panose="020B0609020000020004" pitchFamily="49" charset="0"/>
              </a:rPr>
              <a:t>     </a:t>
            </a:r>
            <a:r>
              <a:rPr lang="en-US" b="1" dirty="0">
                <a:solidFill>
                  <a:srgbClr val="FEDE5D"/>
                </a:solidFill>
                <a:effectLst/>
                <a:latin typeface="Cascadia Code" panose="020B0609020000020004" pitchFamily="49" charset="0"/>
              </a:rPr>
              <a:t>return</a:t>
            </a:r>
            <a:r>
              <a:rPr lang="en-US" b="1" dirty="0">
                <a:solidFill>
                  <a:srgbClr val="BBBBBB"/>
                </a:solidFill>
                <a:effectLst/>
                <a:latin typeface="Cascadia Code" panose="020B0609020000020004" pitchFamily="49" charset="0"/>
              </a:rPr>
              <a:t>(</a:t>
            </a:r>
          </a:p>
          <a:p>
            <a:r>
              <a:rPr lang="en-US" b="1" dirty="0">
                <a:solidFill>
                  <a:srgbClr val="BBBBBB"/>
                </a:solidFill>
                <a:effectLst/>
                <a:latin typeface="Cascadia Code" panose="020B0609020000020004" pitchFamily="49" charset="0"/>
              </a:rPr>
              <a:t>       </a:t>
            </a:r>
            <a:r>
              <a:rPr lang="en-US" b="1" i="1" dirty="0">
                <a:solidFill>
                  <a:srgbClr val="848BBD"/>
                </a:solidFill>
                <a:effectLst/>
                <a:latin typeface="Cascadia Code" panose="020B0609020000020004" pitchFamily="49" charset="0"/>
              </a:rPr>
              <a:t>/* &lt;div&gt;JSX&lt;/div&gt; */</a:t>
            </a:r>
            <a:endParaRPr lang="en-US" b="1" dirty="0">
              <a:solidFill>
                <a:srgbClr val="BBBBBB"/>
              </a:solidFill>
              <a:effectLst/>
              <a:latin typeface="Cascadia Code" panose="020B0609020000020004" pitchFamily="49" charset="0"/>
            </a:endParaRPr>
          </a:p>
          <a:p>
            <a:r>
              <a:rPr lang="en-US" b="1" dirty="0">
                <a:solidFill>
                  <a:srgbClr val="BBBBBB"/>
                </a:solidFill>
                <a:effectLst/>
                <a:latin typeface="Cascadia Code" panose="020B0609020000020004" pitchFamily="49" charset="0"/>
              </a:rPr>
              <a:t>      )</a:t>
            </a:r>
          </a:p>
          <a:p>
            <a:r>
              <a:rPr lang="en-US" b="1" dirty="0">
                <a:solidFill>
                  <a:srgbClr val="BBBBBB"/>
                </a:solidFill>
                <a:effectLst/>
                <a:latin typeface="Cascadia Code" panose="020B0609020000020004" pitchFamily="49" charset="0"/>
              </a:rPr>
              <a:t>   }</a:t>
            </a:r>
          </a:p>
          <a:p>
            <a:r>
              <a:rPr lang="en-US" b="1" dirty="0">
                <a:solidFill>
                  <a:srgbClr val="BBBBBB"/>
                </a:solidFill>
                <a:effectLst/>
                <a:latin typeface="Cascadia Code" panose="020B0609020000020004" pitchFamily="49" charset="0"/>
              </a:rPr>
              <a:t>}</a:t>
            </a:r>
          </a:p>
          <a:p>
            <a:r>
              <a:rPr lang="en-US" b="1" dirty="0">
                <a:solidFill>
                  <a:srgbClr val="72F1B8"/>
                </a:solidFill>
                <a:effectLst/>
                <a:latin typeface="Cascadia Code" panose="020B0609020000020004" pitchFamily="49" charset="0"/>
              </a:rPr>
              <a:t>export</a:t>
            </a:r>
            <a:r>
              <a:rPr lang="en-US" b="1" dirty="0">
                <a:solidFill>
                  <a:srgbClr val="BBBBBB"/>
                </a:solidFill>
                <a:effectLst/>
                <a:latin typeface="Cascadia Code" panose="020B0609020000020004" pitchFamily="49" charset="0"/>
              </a:rPr>
              <a:t> </a:t>
            </a:r>
            <a:r>
              <a:rPr lang="en-US" b="1" dirty="0">
                <a:solidFill>
                  <a:srgbClr val="FEDE5D"/>
                </a:solidFill>
                <a:effectLst/>
                <a:latin typeface="Cascadia Code" panose="020B0609020000020004" pitchFamily="49" charset="0"/>
              </a:rPr>
              <a:t>default</a:t>
            </a:r>
            <a:r>
              <a:rPr lang="en-US" b="1" dirty="0">
                <a:solidFill>
                  <a:srgbClr val="BBBBBB"/>
                </a:solidFill>
                <a:effectLst/>
                <a:latin typeface="Cascadia Code" panose="020B0609020000020004" pitchFamily="49" charset="0"/>
              </a:rPr>
              <a:t> </a:t>
            </a:r>
            <a:r>
              <a:rPr lang="en-US" b="1" dirty="0">
                <a:solidFill>
                  <a:srgbClr val="FE4450"/>
                </a:solidFill>
                <a:effectLst/>
                <a:latin typeface="Cascadia Code" panose="020B0609020000020004" pitchFamily="49" charset="0"/>
              </a:rPr>
              <a:t>App</a:t>
            </a:r>
            <a:r>
              <a:rPr lang="en-US" b="1" dirty="0">
                <a:solidFill>
                  <a:srgbClr val="BBBBBB"/>
                </a:solidFill>
                <a:effectLst/>
                <a:latin typeface="Cascadia Code" panose="020B0609020000020004" pitchFamily="49" charset="0"/>
              </a:rPr>
              <a:t>;</a:t>
            </a:r>
          </a:p>
        </p:txBody>
      </p:sp>
    </p:spTree>
    <p:extLst>
      <p:ext uri="{BB962C8B-B14F-4D97-AF65-F5344CB8AC3E}">
        <p14:creationId xmlns:p14="http://schemas.microsoft.com/office/powerpoint/2010/main" val="1141551741"/>
      </p:ext>
    </p:extLst>
  </p:cSld>
  <p:clrMapOvr>
    <a:overrideClrMapping bg1="dk1" tx1="lt1" bg2="dk2" tx2="lt2" accent1="accent1" accent2="accent2" accent3="accent3" accent4="accent4" accent5="accent5" accent6="accent6" hlink="hlink" folHlink="folHlink"/>
  </p:clrMapOvr>
  <mc:AlternateContent xmlns:mc="http://schemas.openxmlformats.org/markup-compatibility/2006" xmlns:p159="http://schemas.microsoft.com/office/powerpoint/2015/09/main">
    <mc:Choice Requires="p159">
      <p:transition>
        <p159:morph option="byObject"/>
      </p:transition>
    </mc:Choice>
    <mc:Fallback xmlns="">
      <p:transition>
        <p:fade/>
      </p:transition>
    </mc:Fallback>
  </mc:AlternateContent>
</p:sld>
</file>

<file path=ppt/slides/slide23.xml><?xml version="1.0" encoding="utf-8"?>
<p:sld xmlns:a="http://schemas.openxmlformats.org/drawingml/2006/main" xmlns:r="http://schemas.openxmlformats.org/officeDocument/2006/relationships" xmlns:p="http://schemas.openxmlformats.org/presentationml/2006/main" show="0">
  <p:cSld>
    <p:bg>
      <p:bgPr>
        <a:solidFill>
          <a:schemeClr val="bg2"/>
        </a:solidFill>
        <a:effectLst/>
      </p:bgPr>
    </p:bg>
    <p:spTree>
      <p:nvGrpSpPr>
        <p:cNvPr id="1" name=""/>
        <p:cNvGrpSpPr/>
        <p:nvPr/>
      </p:nvGrpSpPr>
      <p:grpSpPr>
        <a:xfrm>
          <a:off x="0" y="0"/>
          <a:ext cx="0" cy="0"/>
          <a:chOff x="0" y="0"/>
          <a:chExt cx="0" cy="0"/>
        </a:xfrm>
      </p:grpSpPr>
      <p:sp useBgFill="1">
        <p:nvSpPr>
          <p:cNvPr id="21" name="Rectangle 20">
            <a:extLst>
              <a:ext uri="{FF2B5EF4-FFF2-40B4-BE49-F238E27FC236}">
                <a16:creationId xmlns:a16="http://schemas.microsoft.com/office/drawing/2014/main" id="{E5A92FE9-DB05-4D0D-AF5A-BE8664B9FFB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grpSp>
        <p:nvGrpSpPr>
          <p:cNvPr id="23" name="Group 22">
            <a:extLst>
              <a:ext uri="{FF2B5EF4-FFF2-40B4-BE49-F238E27FC236}">
                <a16:creationId xmlns:a16="http://schemas.microsoft.com/office/drawing/2014/main" id="{53D9B26A-5143-49A7-BA98-D871D5BD719A}"/>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flipH="1">
            <a:off x="6526211" y="1"/>
            <a:ext cx="5014912" cy="6857999"/>
            <a:chOff x="2928938" y="-4763"/>
            <a:chExt cx="5014912" cy="6862763"/>
          </a:xfrm>
        </p:grpSpPr>
        <p:sp>
          <p:nvSpPr>
            <p:cNvPr id="24" name="Freeform 6">
              <a:extLst>
                <a:ext uri="{FF2B5EF4-FFF2-40B4-BE49-F238E27FC236}">
                  <a16:creationId xmlns:a16="http://schemas.microsoft.com/office/drawing/2014/main" id="{68B85E55-A2A1-4682-B891-F201358A92D5}"/>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3367088" y="-4763"/>
              <a:ext cx="1063625" cy="2782888"/>
            </a:xfrm>
            <a:custGeom>
              <a:avLst/>
              <a:gdLst/>
              <a:ahLst/>
              <a:cxnLst/>
              <a:rect l="0" t="0" r="r" b="b"/>
              <a:pathLst>
                <a:path w="670" h="1753">
                  <a:moveTo>
                    <a:pt x="0" y="1696"/>
                  </a:moveTo>
                  <a:lnTo>
                    <a:pt x="225" y="1753"/>
                  </a:lnTo>
                  <a:lnTo>
                    <a:pt x="670" y="0"/>
                  </a:lnTo>
                  <a:lnTo>
                    <a:pt x="430" y="0"/>
                  </a:lnTo>
                  <a:lnTo>
                    <a:pt x="0" y="1696"/>
                  </a:lnTo>
                  <a:close/>
                </a:path>
              </a:pathLst>
            </a:custGeom>
            <a:solidFill>
              <a:schemeClr val="accent1"/>
            </a:solidFill>
            <a:ln>
              <a:noFill/>
            </a:ln>
          </p:spPr>
          <p:txBody>
            <a:bodyPr/>
            <a:lstStyle/>
            <a:p>
              <a:endParaRPr lang="en-US"/>
            </a:p>
          </p:txBody>
        </p:sp>
        <p:sp>
          <p:nvSpPr>
            <p:cNvPr id="25" name="Freeform 7">
              <a:extLst>
                <a:ext uri="{FF2B5EF4-FFF2-40B4-BE49-F238E27FC236}">
                  <a16:creationId xmlns:a16="http://schemas.microsoft.com/office/drawing/2014/main" id="{45EF6EDB-9B5D-49E9-96FA-1AE08BF95E57}"/>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2928938" y="-4763"/>
              <a:ext cx="1035050" cy="2673350"/>
            </a:xfrm>
            <a:custGeom>
              <a:avLst/>
              <a:gdLst/>
              <a:ahLst/>
              <a:cxnLst/>
              <a:rect l="0" t="0" r="r" b="b"/>
              <a:pathLst>
                <a:path w="652" h="1684">
                  <a:moveTo>
                    <a:pt x="225" y="1684"/>
                  </a:moveTo>
                  <a:lnTo>
                    <a:pt x="652" y="0"/>
                  </a:lnTo>
                  <a:lnTo>
                    <a:pt x="411" y="0"/>
                  </a:lnTo>
                  <a:lnTo>
                    <a:pt x="0" y="1627"/>
                  </a:lnTo>
                  <a:lnTo>
                    <a:pt x="219" y="1681"/>
                  </a:lnTo>
                  <a:lnTo>
                    <a:pt x="225" y="1684"/>
                  </a:lnTo>
                  <a:close/>
                </a:path>
              </a:pathLst>
            </a:custGeom>
            <a:solidFill>
              <a:srgbClr val="595959"/>
            </a:solidFill>
            <a:ln>
              <a:noFill/>
            </a:ln>
          </p:spPr>
          <p:txBody>
            <a:bodyPr/>
            <a:lstStyle/>
            <a:p>
              <a:endParaRPr lang="en-US"/>
            </a:p>
          </p:txBody>
        </p:sp>
        <p:sp>
          <p:nvSpPr>
            <p:cNvPr id="26" name="Freeform 12">
              <a:extLst>
                <a:ext uri="{FF2B5EF4-FFF2-40B4-BE49-F238E27FC236}">
                  <a16:creationId xmlns:a16="http://schemas.microsoft.com/office/drawing/2014/main" id="{38338226-D6E2-4EEE-B271-DB4BD096DBA1}"/>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2928938" y="2582862"/>
              <a:ext cx="2693987" cy="4275138"/>
            </a:xfrm>
            <a:custGeom>
              <a:avLst/>
              <a:gdLst/>
              <a:ahLst/>
              <a:cxnLst/>
              <a:rect l="0" t="0" r="r" b="b"/>
              <a:pathLst>
                <a:path w="1697" h="2693">
                  <a:moveTo>
                    <a:pt x="0" y="0"/>
                  </a:moveTo>
                  <a:lnTo>
                    <a:pt x="1622" y="2693"/>
                  </a:lnTo>
                  <a:lnTo>
                    <a:pt x="1697" y="2693"/>
                  </a:lnTo>
                  <a:lnTo>
                    <a:pt x="0" y="0"/>
                  </a:lnTo>
                  <a:close/>
                </a:path>
              </a:pathLst>
            </a:custGeom>
            <a:solidFill>
              <a:srgbClr val="262626"/>
            </a:solidFill>
            <a:ln>
              <a:noFill/>
            </a:ln>
          </p:spPr>
          <p:txBody>
            <a:bodyPr/>
            <a:lstStyle/>
            <a:p>
              <a:endParaRPr lang="en-US"/>
            </a:p>
          </p:txBody>
        </p:sp>
        <p:sp>
          <p:nvSpPr>
            <p:cNvPr id="27" name="Freeform 13">
              <a:extLst>
                <a:ext uri="{FF2B5EF4-FFF2-40B4-BE49-F238E27FC236}">
                  <a16:creationId xmlns:a16="http://schemas.microsoft.com/office/drawing/2014/main" id="{4878FB48-17B3-4A11-8025-DE0945CD4E71}"/>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3371850" y="2692400"/>
              <a:ext cx="3332162" cy="4165600"/>
            </a:xfrm>
            <a:custGeom>
              <a:avLst/>
              <a:gdLst/>
              <a:ahLst/>
              <a:cxnLst/>
              <a:rect l="0" t="0" r="r" b="b"/>
              <a:pathLst>
                <a:path w="2099" h="2624">
                  <a:moveTo>
                    <a:pt x="2099" y="2624"/>
                  </a:moveTo>
                  <a:lnTo>
                    <a:pt x="0" y="0"/>
                  </a:lnTo>
                  <a:lnTo>
                    <a:pt x="2021" y="2624"/>
                  </a:lnTo>
                  <a:lnTo>
                    <a:pt x="2099" y="2624"/>
                  </a:lnTo>
                  <a:close/>
                </a:path>
              </a:pathLst>
            </a:custGeom>
            <a:solidFill>
              <a:schemeClr val="accent1">
                <a:lumMod val="50000"/>
              </a:schemeClr>
            </a:solidFill>
            <a:ln>
              <a:noFill/>
            </a:ln>
          </p:spPr>
          <p:txBody>
            <a:bodyPr/>
            <a:lstStyle/>
            <a:p>
              <a:endParaRPr lang="en-US"/>
            </a:p>
          </p:txBody>
        </p:sp>
        <p:sp>
          <p:nvSpPr>
            <p:cNvPr id="28" name="Freeform 14">
              <a:extLst>
                <a:ext uri="{FF2B5EF4-FFF2-40B4-BE49-F238E27FC236}">
                  <a16:creationId xmlns:a16="http://schemas.microsoft.com/office/drawing/2014/main" id="{4150A21C-DD6D-4D3C-9E95-7A3CA263BEB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3367088" y="2687637"/>
              <a:ext cx="4576762" cy="4170363"/>
            </a:xfrm>
            <a:custGeom>
              <a:avLst/>
              <a:gdLst/>
              <a:ahLst/>
              <a:cxnLst/>
              <a:rect l="0" t="0" r="r" b="b"/>
              <a:pathLst>
                <a:path w="2883" h="2627">
                  <a:moveTo>
                    <a:pt x="0" y="0"/>
                  </a:moveTo>
                  <a:lnTo>
                    <a:pt x="3" y="3"/>
                  </a:lnTo>
                  <a:lnTo>
                    <a:pt x="2102" y="2627"/>
                  </a:lnTo>
                  <a:lnTo>
                    <a:pt x="2883" y="2627"/>
                  </a:lnTo>
                  <a:lnTo>
                    <a:pt x="225" y="57"/>
                  </a:lnTo>
                  <a:lnTo>
                    <a:pt x="0" y="0"/>
                  </a:lnTo>
                  <a:close/>
                </a:path>
              </a:pathLst>
            </a:custGeom>
            <a:solidFill>
              <a:schemeClr val="accent1">
                <a:lumMod val="75000"/>
              </a:schemeClr>
            </a:solidFill>
            <a:ln>
              <a:noFill/>
            </a:ln>
          </p:spPr>
          <p:txBody>
            <a:bodyPr/>
            <a:lstStyle/>
            <a:p>
              <a:endParaRPr lang="en-US"/>
            </a:p>
          </p:txBody>
        </p:sp>
        <p:sp>
          <p:nvSpPr>
            <p:cNvPr id="29" name="Freeform 15">
              <a:extLst>
                <a:ext uri="{FF2B5EF4-FFF2-40B4-BE49-F238E27FC236}">
                  <a16:creationId xmlns:a16="http://schemas.microsoft.com/office/drawing/2014/main" id="{7505BF04-104D-4180-A284-42FCD6B04DD6}"/>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2928938" y="2578100"/>
              <a:ext cx="3584575" cy="4279900"/>
            </a:xfrm>
            <a:custGeom>
              <a:avLst/>
              <a:gdLst/>
              <a:ahLst/>
              <a:cxnLst/>
              <a:rect l="0" t="0" r="r" b="b"/>
              <a:pathLst>
                <a:path w="2258" h="2696">
                  <a:moveTo>
                    <a:pt x="2258" y="2696"/>
                  </a:moveTo>
                  <a:lnTo>
                    <a:pt x="264" y="111"/>
                  </a:lnTo>
                  <a:lnTo>
                    <a:pt x="228" y="60"/>
                  </a:lnTo>
                  <a:lnTo>
                    <a:pt x="225" y="57"/>
                  </a:lnTo>
                  <a:lnTo>
                    <a:pt x="0" y="0"/>
                  </a:lnTo>
                  <a:lnTo>
                    <a:pt x="0" y="3"/>
                  </a:lnTo>
                  <a:lnTo>
                    <a:pt x="1697" y="2696"/>
                  </a:lnTo>
                  <a:lnTo>
                    <a:pt x="2258" y="2696"/>
                  </a:lnTo>
                  <a:close/>
                </a:path>
              </a:pathLst>
            </a:custGeom>
            <a:solidFill>
              <a:srgbClr val="404040"/>
            </a:solidFill>
            <a:ln>
              <a:noFill/>
            </a:ln>
          </p:spPr>
          <p:txBody>
            <a:bodyPr/>
            <a:lstStyle/>
            <a:p>
              <a:endParaRPr lang="en-US"/>
            </a:p>
          </p:txBody>
        </p:sp>
      </p:grpSp>
      <p:sp>
        <p:nvSpPr>
          <p:cNvPr id="2" name="Title 1">
            <a:extLst>
              <a:ext uri="{FF2B5EF4-FFF2-40B4-BE49-F238E27FC236}">
                <a16:creationId xmlns:a16="http://schemas.microsoft.com/office/drawing/2014/main" id="{652CD06E-EB43-4697-A9C1-290232C3BAD6}"/>
              </a:ext>
            </a:extLst>
          </p:cNvPr>
          <p:cNvSpPr>
            <a:spLocks noGrp="1"/>
          </p:cNvSpPr>
          <p:nvPr>
            <p:ph type="ctrTitle"/>
          </p:nvPr>
        </p:nvSpPr>
        <p:spPr>
          <a:xfrm>
            <a:off x="473345" y="0"/>
            <a:ext cx="11604355" cy="1223994"/>
          </a:xfrm>
        </p:spPr>
        <p:txBody>
          <a:bodyPr>
            <a:noAutofit/>
          </a:bodyPr>
          <a:lstStyle/>
          <a:p>
            <a:pPr algn="l"/>
            <a:r>
              <a:rPr lang="en-US" sz="5400" b="1" dirty="0">
                <a:latin typeface="Mystical Woods Smooth Script" panose="02000500000000000000" pitchFamily="2" charset="0"/>
                <a:cs typeface="Cavolini" panose="03000502040302020204" pitchFamily="66" charset="0"/>
              </a:rPr>
              <a:t>Class Components </a:t>
            </a:r>
            <a:r>
              <a:rPr lang="en-US" sz="2100" b="1" dirty="0">
                <a:latin typeface="Cavolini" panose="03000502040302020204" pitchFamily="66" charset="0"/>
                <a:cs typeface="Cavolini" panose="03000502040302020204" pitchFamily="66" charset="0"/>
              </a:rPr>
              <a:t>continued…</a:t>
            </a:r>
            <a:endParaRPr lang="en-US" sz="2100" b="1" dirty="0">
              <a:latin typeface="Mystical Woods Smooth Script" panose="02000500000000000000" pitchFamily="2" charset="0"/>
              <a:cs typeface="Cavolini" panose="03000502040302020204" pitchFamily="66" charset="0"/>
            </a:endParaRPr>
          </a:p>
        </p:txBody>
      </p:sp>
      <p:grpSp>
        <p:nvGrpSpPr>
          <p:cNvPr id="6" name="Group 5">
            <a:extLst>
              <a:ext uri="{FF2B5EF4-FFF2-40B4-BE49-F238E27FC236}">
                <a16:creationId xmlns:a16="http://schemas.microsoft.com/office/drawing/2014/main" id="{752A73B4-49EC-E765-1462-2A106F07C3D4}"/>
              </a:ext>
            </a:extLst>
          </p:cNvPr>
          <p:cNvGrpSpPr/>
          <p:nvPr/>
        </p:nvGrpSpPr>
        <p:grpSpPr>
          <a:xfrm>
            <a:off x="522645" y="1132554"/>
            <a:ext cx="8950321" cy="182880"/>
            <a:chOff x="1089027" y="1251583"/>
            <a:chExt cx="8950321" cy="182880"/>
          </a:xfrm>
        </p:grpSpPr>
        <p:cxnSp>
          <p:nvCxnSpPr>
            <p:cNvPr id="4" name="Straight Connector 3">
              <a:extLst>
                <a:ext uri="{FF2B5EF4-FFF2-40B4-BE49-F238E27FC236}">
                  <a16:creationId xmlns:a16="http://schemas.microsoft.com/office/drawing/2014/main" id="{1111542F-3245-DDEC-4B5A-7412E7DBE5FD}"/>
                </a:ext>
              </a:extLst>
            </p:cNvPr>
            <p:cNvCxnSpPr/>
            <p:nvPr/>
          </p:nvCxnSpPr>
          <p:spPr>
            <a:xfrm>
              <a:off x="1089027" y="1347537"/>
              <a:ext cx="8786493" cy="0"/>
            </a:xfrm>
            <a:prstGeom prst="line">
              <a:avLst/>
            </a:prstGeom>
            <a:ln w="38100">
              <a:solidFill>
                <a:srgbClr val="595959"/>
              </a:solidFill>
            </a:ln>
            <a:effectLst>
              <a:reflection blurRad="6350" stA="50000" endA="275" endPos="40000" dist="101600" dir="5400000" sy="-100000" algn="bl" rotWithShape="0"/>
              <a:softEdge rad="12700"/>
            </a:effectLst>
          </p:spPr>
          <p:style>
            <a:lnRef idx="3">
              <a:schemeClr val="dk1"/>
            </a:lnRef>
            <a:fillRef idx="0">
              <a:schemeClr val="dk1"/>
            </a:fillRef>
            <a:effectRef idx="2">
              <a:schemeClr val="dk1"/>
            </a:effectRef>
            <a:fontRef idx="minor">
              <a:schemeClr val="tx1"/>
            </a:fontRef>
          </p:style>
        </p:cxnSp>
        <p:sp>
          <p:nvSpPr>
            <p:cNvPr id="5" name="Flowchart: Connector 4">
              <a:extLst>
                <a:ext uri="{FF2B5EF4-FFF2-40B4-BE49-F238E27FC236}">
                  <a16:creationId xmlns:a16="http://schemas.microsoft.com/office/drawing/2014/main" id="{B2858492-B751-8ED7-57BE-708D61DDCF50}"/>
                </a:ext>
              </a:extLst>
            </p:cNvPr>
            <p:cNvSpPr/>
            <p:nvPr/>
          </p:nvSpPr>
          <p:spPr>
            <a:xfrm>
              <a:off x="9856468" y="1251583"/>
              <a:ext cx="182880" cy="182880"/>
            </a:xfrm>
            <a:prstGeom prst="flowChartConnector">
              <a:avLst/>
            </a:prstGeom>
            <a:ln>
              <a:noFill/>
            </a:ln>
            <a:effectLst>
              <a:outerShdw blurRad="50800" dist="38100" dir="2700000" algn="tl"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12" name="TextBox 11">
            <a:extLst>
              <a:ext uri="{FF2B5EF4-FFF2-40B4-BE49-F238E27FC236}">
                <a16:creationId xmlns:a16="http://schemas.microsoft.com/office/drawing/2014/main" id="{6BE424DE-6664-4FBC-F726-205FAD8701FA}"/>
              </a:ext>
            </a:extLst>
          </p:cNvPr>
          <p:cNvSpPr txBox="1"/>
          <p:nvPr/>
        </p:nvSpPr>
        <p:spPr>
          <a:xfrm>
            <a:off x="468458" y="1315434"/>
            <a:ext cx="6771405" cy="415498"/>
          </a:xfrm>
          <a:prstGeom prst="rect">
            <a:avLst/>
          </a:prstGeom>
          <a:noFill/>
        </p:spPr>
        <p:txBody>
          <a:bodyPr wrap="none" rtlCol="0">
            <a:spAutoFit/>
          </a:bodyPr>
          <a:lstStyle/>
          <a:p>
            <a:r>
              <a:rPr lang="en-US" sz="2100" b="1" i="0" dirty="0">
                <a:effectLst/>
                <a:latin typeface="Cavolini" panose="03000502040302020204" pitchFamily="66" charset="0"/>
                <a:cs typeface="Cavolini" panose="03000502040302020204" pitchFamily="66" charset="0"/>
              </a:rPr>
              <a:t>Here is a simple example of Class component:</a:t>
            </a:r>
            <a:endParaRPr lang="en-US" sz="2100" b="1" dirty="0">
              <a:latin typeface="Cavolini" panose="03000502040302020204" pitchFamily="66" charset="0"/>
              <a:cs typeface="Cavolini" panose="03000502040302020204" pitchFamily="66" charset="0"/>
            </a:endParaRPr>
          </a:p>
        </p:txBody>
      </p:sp>
      <p:sp>
        <p:nvSpPr>
          <p:cNvPr id="15" name="TextBox 14">
            <a:extLst>
              <a:ext uri="{FF2B5EF4-FFF2-40B4-BE49-F238E27FC236}">
                <a16:creationId xmlns:a16="http://schemas.microsoft.com/office/drawing/2014/main" id="{BAE2C988-329D-083E-2A2A-76A4BDC7EF9C}"/>
              </a:ext>
            </a:extLst>
          </p:cNvPr>
          <p:cNvSpPr txBox="1"/>
          <p:nvPr/>
        </p:nvSpPr>
        <p:spPr>
          <a:xfrm>
            <a:off x="468458" y="1749969"/>
            <a:ext cx="11519990" cy="5078313"/>
          </a:xfrm>
          <a:prstGeom prst="rect">
            <a:avLst/>
          </a:prstGeom>
          <a:noFill/>
        </p:spPr>
        <p:txBody>
          <a:bodyPr wrap="square" numCol="1" rtlCol="0">
            <a:spAutoFit/>
          </a:bodyPr>
          <a:lstStyle/>
          <a:p>
            <a:r>
              <a:rPr lang="en-US" b="1" dirty="0">
                <a:solidFill>
                  <a:srgbClr val="72F1B8"/>
                </a:solidFill>
                <a:effectLst/>
                <a:latin typeface="Cascadia Code" panose="020B0609020000020004" pitchFamily="49" charset="0"/>
              </a:rPr>
              <a:t>import</a:t>
            </a:r>
            <a:r>
              <a:rPr lang="en-US" b="1" dirty="0">
                <a:solidFill>
                  <a:srgbClr val="BBBBBB"/>
                </a:solidFill>
                <a:effectLst/>
                <a:latin typeface="Cascadia Code" panose="020B0609020000020004" pitchFamily="49" charset="0"/>
              </a:rPr>
              <a:t> </a:t>
            </a:r>
            <a:r>
              <a:rPr lang="en-US" b="1" dirty="0">
                <a:solidFill>
                  <a:srgbClr val="FF7EDB"/>
                </a:solidFill>
                <a:effectLst/>
                <a:latin typeface="Cascadia Code" panose="020B0609020000020004" pitchFamily="49" charset="0"/>
              </a:rPr>
              <a:t>React</a:t>
            </a:r>
            <a:r>
              <a:rPr lang="en-US" b="1" dirty="0">
                <a:solidFill>
                  <a:srgbClr val="BBBBBB"/>
                </a:solidFill>
                <a:effectLst/>
                <a:latin typeface="Cascadia Code" panose="020B0609020000020004" pitchFamily="49" charset="0"/>
              </a:rPr>
              <a:t>, { </a:t>
            </a:r>
            <a:r>
              <a:rPr lang="en-US" b="1" dirty="0">
                <a:solidFill>
                  <a:srgbClr val="FF7EDB"/>
                </a:solidFill>
                <a:effectLst/>
                <a:latin typeface="Cascadia Code" panose="020B0609020000020004" pitchFamily="49" charset="0"/>
              </a:rPr>
              <a:t>Component</a:t>
            </a:r>
            <a:r>
              <a:rPr lang="en-US" b="1" dirty="0">
                <a:solidFill>
                  <a:srgbClr val="BBBBBB"/>
                </a:solidFill>
                <a:effectLst/>
                <a:latin typeface="Cascadia Code" panose="020B0609020000020004" pitchFamily="49" charset="0"/>
              </a:rPr>
              <a:t> } </a:t>
            </a:r>
            <a:r>
              <a:rPr lang="en-US" b="1" dirty="0">
                <a:solidFill>
                  <a:srgbClr val="FEDE5D"/>
                </a:solidFill>
                <a:effectLst/>
                <a:latin typeface="Cascadia Code" panose="020B0609020000020004" pitchFamily="49" charset="0"/>
              </a:rPr>
              <a:t>from</a:t>
            </a:r>
            <a:r>
              <a:rPr lang="en-US" b="1" dirty="0">
                <a:solidFill>
                  <a:srgbClr val="BBBBBB"/>
                </a:solidFill>
                <a:effectLst/>
                <a:latin typeface="Cascadia Code" panose="020B0609020000020004" pitchFamily="49" charset="0"/>
              </a:rPr>
              <a:t> </a:t>
            </a:r>
            <a:r>
              <a:rPr lang="en-US" b="1" dirty="0">
                <a:solidFill>
                  <a:srgbClr val="FF8B39"/>
                </a:solidFill>
                <a:effectLst/>
                <a:latin typeface="Cascadia Code" panose="020B0609020000020004" pitchFamily="49" charset="0"/>
              </a:rPr>
              <a:t>"react"</a:t>
            </a:r>
            <a:r>
              <a:rPr lang="en-US" b="1" dirty="0">
                <a:solidFill>
                  <a:srgbClr val="BBBBBB"/>
                </a:solidFill>
                <a:effectLst/>
                <a:latin typeface="Cascadia Code" panose="020B0609020000020004" pitchFamily="49" charset="0"/>
              </a:rPr>
              <a:t>;</a:t>
            </a:r>
          </a:p>
          <a:p>
            <a:br>
              <a:rPr lang="en-US" b="1" dirty="0">
                <a:solidFill>
                  <a:srgbClr val="BBBBBB"/>
                </a:solidFill>
                <a:effectLst/>
                <a:latin typeface="Cascadia Code" panose="020B0609020000020004" pitchFamily="49" charset="0"/>
              </a:rPr>
            </a:br>
            <a:r>
              <a:rPr lang="en-US" b="1" dirty="0">
                <a:solidFill>
                  <a:srgbClr val="72F1B8"/>
                </a:solidFill>
                <a:effectLst/>
                <a:latin typeface="Cascadia Code" panose="020B0609020000020004" pitchFamily="49" charset="0"/>
              </a:rPr>
              <a:t>export</a:t>
            </a:r>
            <a:r>
              <a:rPr lang="en-US" b="1" dirty="0">
                <a:solidFill>
                  <a:srgbClr val="BBBBBB"/>
                </a:solidFill>
                <a:effectLst/>
                <a:latin typeface="Cascadia Code" panose="020B0609020000020004" pitchFamily="49" charset="0"/>
              </a:rPr>
              <a:t> </a:t>
            </a:r>
            <a:r>
              <a:rPr lang="en-US" b="1" dirty="0">
                <a:solidFill>
                  <a:srgbClr val="FEDE5D"/>
                </a:solidFill>
                <a:effectLst/>
                <a:latin typeface="Cascadia Code" panose="020B0609020000020004" pitchFamily="49" charset="0"/>
              </a:rPr>
              <a:t>default</a:t>
            </a:r>
            <a:r>
              <a:rPr lang="en-US" b="1" dirty="0">
                <a:solidFill>
                  <a:srgbClr val="BBBBBB"/>
                </a:solidFill>
                <a:effectLst/>
                <a:latin typeface="Cascadia Code" panose="020B0609020000020004" pitchFamily="49" charset="0"/>
              </a:rPr>
              <a:t> </a:t>
            </a:r>
            <a:r>
              <a:rPr lang="en-US" b="1" dirty="0">
                <a:solidFill>
                  <a:srgbClr val="FEDE5D"/>
                </a:solidFill>
                <a:effectLst/>
                <a:latin typeface="Cascadia Code" panose="020B0609020000020004" pitchFamily="49" charset="0"/>
              </a:rPr>
              <a:t>class</a:t>
            </a:r>
            <a:r>
              <a:rPr lang="en-US" b="1" dirty="0">
                <a:solidFill>
                  <a:srgbClr val="BBBBBB"/>
                </a:solidFill>
                <a:effectLst/>
                <a:latin typeface="Cascadia Code" panose="020B0609020000020004" pitchFamily="49" charset="0"/>
              </a:rPr>
              <a:t> </a:t>
            </a:r>
            <a:r>
              <a:rPr lang="en-US" b="1" dirty="0">
                <a:solidFill>
                  <a:srgbClr val="FE4450"/>
                </a:solidFill>
                <a:effectLst/>
                <a:latin typeface="Cascadia Code" panose="020B0609020000020004" pitchFamily="49" charset="0"/>
              </a:rPr>
              <a:t>Welcome</a:t>
            </a:r>
            <a:r>
              <a:rPr lang="en-US" b="1" dirty="0">
                <a:solidFill>
                  <a:srgbClr val="BBBBBB"/>
                </a:solidFill>
                <a:effectLst/>
                <a:latin typeface="Cascadia Code" panose="020B0609020000020004" pitchFamily="49" charset="0"/>
              </a:rPr>
              <a:t> </a:t>
            </a:r>
            <a:r>
              <a:rPr lang="en-US" b="1" dirty="0">
                <a:solidFill>
                  <a:srgbClr val="FEDE5D"/>
                </a:solidFill>
                <a:effectLst/>
                <a:latin typeface="Cascadia Code" panose="020B0609020000020004" pitchFamily="49" charset="0"/>
              </a:rPr>
              <a:t>extends</a:t>
            </a:r>
            <a:r>
              <a:rPr lang="en-US" b="1" dirty="0">
                <a:solidFill>
                  <a:srgbClr val="BBBBBB"/>
                </a:solidFill>
                <a:effectLst/>
                <a:latin typeface="Cascadia Code" panose="020B0609020000020004" pitchFamily="49" charset="0"/>
              </a:rPr>
              <a:t> </a:t>
            </a:r>
            <a:r>
              <a:rPr lang="en-US" b="1" dirty="0">
                <a:solidFill>
                  <a:srgbClr val="FE4450"/>
                </a:solidFill>
                <a:effectLst/>
                <a:latin typeface="Cascadia Code" panose="020B0609020000020004" pitchFamily="49" charset="0"/>
              </a:rPr>
              <a:t>Component</a:t>
            </a:r>
            <a:r>
              <a:rPr lang="en-US" b="1" dirty="0">
                <a:solidFill>
                  <a:srgbClr val="BBBBBB"/>
                </a:solidFill>
                <a:effectLst/>
                <a:latin typeface="Cascadia Code" panose="020B0609020000020004" pitchFamily="49" charset="0"/>
              </a:rPr>
              <a:t> {</a:t>
            </a:r>
          </a:p>
          <a:p>
            <a:r>
              <a:rPr lang="en-US" b="1" dirty="0">
                <a:solidFill>
                  <a:srgbClr val="BBBBBB"/>
                </a:solidFill>
                <a:effectLst/>
                <a:latin typeface="Cascadia Code" panose="020B0609020000020004" pitchFamily="49" charset="0"/>
              </a:rPr>
              <a:t>  </a:t>
            </a:r>
            <a:r>
              <a:rPr lang="en-US" b="1" dirty="0">
                <a:solidFill>
                  <a:srgbClr val="FEDE5D"/>
                </a:solidFill>
                <a:effectLst/>
                <a:latin typeface="Cascadia Code" panose="020B0609020000020004" pitchFamily="49" charset="0"/>
              </a:rPr>
              <a:t>constructor</a:t>
            </a:r>
            <a:r>
              <a:rPr lang="en-US" b="1" dirty="0">
                <a:solidFill>
                  <a:srgbClr val="BBBBBB"/>
                </a:solidFill>
                <a:effectLst/>
                <a:latin typeface="Cascadia Code" panose="020B0609020000020004" pitchFamily="49" charset="0"/>
              </a:rPr>
              <a:t>(</a:t>
            </a:r>
            <a:r>
              <a:rPr lang="en-US" b="1" i="1" dirty="0">
                <a:solidFill>
                  <a:srgbClr val="FF7EDB"/>
                </a:solidFill>
                <a:effectLst/>
                <a:latin typeface="Cascadia Code" panose="020B0609020000020004" pitchFamily="49" charset="0"/>
              </a:rPr>
              <a:t>props</a:t>
            </a:r>
            <a:r>
              <a:rPr lang="en-US" b="1" dirty="0">
                <a:solidFill>
                  <a:srgbClr val="BBBBBB"/>
                </a:solidFill>
                <a:effectLst/>
                <a:latin typeface="Cascadia Code" panose="020B0609020000020004" pitchFamily="49" charset="0"/>
              </a:rPr>
              <a:t>) {</a:t>
            </a:r>
          </a:p>
          <a:p>
            <a:r>
              <a:rPr lang="en-US" b="1" dirty="0">
                <a:solidFill>
                  <a:srgbClr val="BBBBBB"/>
                </a:solidFill>
                <a:effectLst/>
                <a:latin typeface="Cascadia Code" panose="020B0609020000020004" pitchFamily="49" charset="0"/>
              </a:rPr>
              <a:t>    </a:t>
            </a:r>
            <a:r>
              <a:rPr lang="en-US" b="1" dirty="0">
                <a:solidFill>
                  <a:srgbClr val="FE4450"/>
                </a:solidFill>
                <a:effectLst/>
                <a:latin typeface="Cascadia Code" panose="020B0609020000020004" pitchFamily="49" charset="0"/>
              </a:rPr>
              <a:t>super</a:t>
            </a:r>
            <a:r>
              <a:rPr lang="en-US" b="1" dirty="0">
                <a:solidFill>
                  <a:srgbClr val="BBBBBB"/>
                </a:solidFill>
                <a:effectLst/>
                <a:latin typeface="Cascadia Code" panose="020B0609020000020004" pitchFamily="49" charset="0"/>
              </a:rPr>
              <a:t>(</a:t>
            </a:r>
            <a:r>
              <a:rPr lang="en-US" b="1" i="1" dirty="0">
                <a:solidFill>
                  <a:srgbClr val="FF7EDB"/>
                </a:solidFill>
                <a:effectLst/>
                <a:latin typeface="Cascadia Code" panose="020B0609020000020004" pitchFamily="49" charset="0"/>
              </a:rPr>
              <a:t>props</a:t>
            </a:r>
            <a:r>
              <a:rPr lang="en-US" b="1" dirty="0">
                <a:solidFill>
                  <a:srgbClr val="BBBBBB"/>
                </a:solidFill>
                <a:effectLst/>
                <a:latin typeface="Cascadia Code" panose="020B0609020000020004" pitchFamily="49" charset="0"/>
              </a:rPr>
              <a:t>);</a:t>
            </a:r>
          </a:p>
          <a:p>
            <a:r>
              <a:rPr lang="en-US" b="1" dirty="0">
                <a:solidFill>
                  <a:srgbClr val="BBBBBB"/>
                </a:solidFill>
                <a:effectLst/>
                <a:latin typeface="Cascadia Code" panose="020B0609020000020004" pitchFamily="49" charset="0"/>
              </a:rPr>
              <a:t>    </a:t>
            </a:r>
            <a:r>
              <a:rPr lang="en-US" b="1" dirty="0" err="1">
                <a:solidFill>
                  <a:srgbClr val="FE4450"/>
                </a:solidFill>
                <a:effectLst/>
                <a:latin typeface="Cascadia Code" panose="020B0609020000020004" pitchFamily="49" charset="0"/>
              </a:rPr>
              <a:t>this</a:t>
            </a:r>
            <a:r>
              <a:rPr lang="en-US" b="1" dirty="0" err="1">
                <a:solidFill>
                  <a:srgbClr val="BBBBBB"/>
                </a:solidFill>
                <a:effectLst/>
                <a:latin typeface="Cascadia Code" panose="020B0609020000020004" pitchFamily="49" charset="0"/>
              </a:rPr>
              <a:t>.</a:t>
            </a:r>
            <a:r>
              <a:rPr lang="en-US" b="1" dirty="0" err="1">
                <a:solidFill>
                  <a:srgbClr val="2EE2FA"/>
                </a:solidFill>
                <a:effectLst/>
                <a:latin typeface="Cascadia Code" panose="020B0609020000020004" pitchFamily="49" charset="0"/>
              </a:rPr>
              <a:t>state</a:t>
            </a:r>
            <a:r>
              <a:rPr lang="en-US" b="1" dirty="0">
                <a:solidFill>
                  <a:srgbClr val="BBBBBB"/>
                </a:solidFill>
                <a:effectLst/>
                <a:latin typeface="Cascadia Code" panose="020B0609020000020004" pitchFamily="49" charset="0"/>
              </a:rPr>
              <a:t> </a:t>
            </a:r>
            <a:r>
              <a:rPr lang="en-US" b="1" dirty="0">
                <a:solidFill>
                  <a:srgbClr val="FFFFFF"/>
                </a:solidFill>
                <a:effectLst/>
                <a:latin typeface="Cascadia Code" panose="020B0609020000020004" pitchFamily="49" charset="0"/>
              </a:rPr>
              <a:t>=</a:t>
            </a:r>
            <a:r>
              <a:rPr lang="en-US" b="1" dirty="0">
                <a:solidFill>
                  <a:srgbClr val="BBBBBB"/>
                </a:solidFill>
                <a:effectLst/>
                <a:latin typeface="Cascadia Code" panose="020B0609020000020004" pitchFamily="49" charset="0"/>
              </a:rPr>
              <a:t> {</a:t>
            </a:r>
          </a:p>
          <a:p>
            <a:r>
              <a:rPr lang="en-US" b="1" dirty="0">
                <a:solidFill>
                  <a:srgbClr val="BBBBBB"/>
                </a:solidFill>
                <a:effectLst/>
                <a:latin typeface="Cascadia Code" panose="020B0609020000020004" pitchFamily="49" charset="0"/>
              </a:rPr>
              <a:t>      </a:t>
            </a:r>
            <a:r>
              <a:rPr lang="en-US" b="1" dirty="0" err="1">
                <a:solidFill>
                  <a:srgbClr val="FF7EDB"/>
                </a:solidFill>
                <a:effectLst/>
                <a:latin typeface="Cascadia Code" panose="020B0609020000020004" pitchFamily="49" charset="0"/>
              </a:rPr>
              <a:t>myState</a:t>
            </a:r>
            <a:r>
              <a:rPr lang="en-US" b="1" dirty="0">
                <a:solidFill>
                  <a:srgbClr val="B6B1B1"/>
                </a:solidFill>
                <a:effectLst/>
                <a:latin typeface="Cascadia Code" panose="020B0609020000020004" pitchFamily="49" charset="0"/>
              </a:rPr>
              <a:t>:</a:t>
            </a:r>
            <a:r>
              <a:rPr lang="en-US" b="1" dirty="0">
                <a:solidFill>
                  <a:srgbClr val="BBBBBB"/>
                </a:solidFill>
                <a:effectLst/>
                <a:latin typeface="Cascadia Code" panose="020B0609020000020004" pitchFamily="49" charset="0"/>
              </a:rPr>
              <a:t> </a:t>
            </a:r>
            <a:r>
              <a:rPr lang="en-US" b="1" dirty="0">
                <a:solidFill>
                  <a:srgbClr val="F97E72"/>
                </a:solidFill>
                <a:effectLst/>
                <a:latin typeface="Cascadia Code" panose="020B0609020000020004" pitchFamily="49" charset="0"/>
              </a:rPr>
              <a:t>true</a:t>
            </a:r>
            <a:r>
              <a:rPr lang="en-US" b="1" dirty="0">
                <a:solidFill>
                  <a:srgbClr val="BBBBBB"/>
                </a:solidFill>
                <a:effectLst/>
                <a:latin typeface="Cascadia Code" panose="020B0609020000020004" pitchFamily="49" charset="0"/>
              </a:rPr>
              <a:t>,</a:t>
            </a:r>
          </a:p>
          <a:p>
            <a:r>
              <a:rPr lang="en-US" b="1" dirty="0">
                <a:solidFill>
                  <a:srgbClr val="BBBBBB"/>
                </a:solidFill>
                <a:effectLst/>
                <a:latin typeface="Cascadia Code" panose="020B0609020000020004" pitchFamily="49" charset="0"/>
              </a:rPr>
              <a:t>    };</a:t>
            </a:r>
          </a:p>
          <a:p>
            <a:r>
              <a:rPr lang="en-US" b="1" dirty="0">
                <a:solidFill>
                  <a:srgbClr val="BBBBBB"/>
                </a:solidFill>
                <a:effectLst/>
                <a:latin typeface="Cascadia Code" panose="020B0609020000020004" pitchFamily="49" charset="0"/>
              </a:rPr>
              <a:t>  }</a:t>
            </a:r>
          </a:p>
          <a:p>
            <a:endParaRPr lang="en-US" b="1" dirty="0">
              <a:solidFill>
                <a:srgbClr val="36F9F6"/>
              </a:solidFill>
              <a:latin typeface="Cascadia Code" panose="020B0609020000020004" pitchFamily="49" charset="0"/>
            </a:endParaRPr>
          </a:p>
          <a:p>
            <a:r>
              <a:rPr lang="en-US" b="1" dirty="0">
                <a:solidFill>
                  <a:srgbClr val="36F9F6"/>
                </a:solidFill>
                <a:effectLst/>
                <a:latin typeface="Cascadia Code" panose="020B0609020000020004" pitchFamily="49" charset="0"/>
              </a:rPr>
              <a:t>render</a:t>
            </a:r>
            <a:r>
              <a:rPr lang="en-US" b="1" dirty="0">
                <a:solidFill>
                  <a:srgbClr val="BBBBBB"/>
                </a:solidFill>
                <a:effectLst/>
                <a:latin typeface="Cascadia Code" panose="020B0609020000020004" pitchFamily="49" charset="0"/>
              </a:rPr>
              <a:t>() {</a:t>
            </a:r>
          </a:p>
          <a:p>
            <a:r>
              <a:rPr lang="en-US" b="1" dirty="0">
                <a:solidFill>
                  <a:srgbClr val="BBBBBB"/>
                </a:solidFill>
                <a:effectLst/>
                <a:latin typeface="Cascadia Code" panose="020B0609020000020004" pitchFamily="49" charset="0"/>
              </a:rPr>
              <a:t>    </a:t>
            </a:r>
            <a:r>
              <a:rPr lang="en-US" b="1" dirty="0">
                <a:solidFill>
                  <a:srgbClr val="FEDE5D"/>
                </a:solidFill>
                <a:effectLst/>
                <a:latin typeface="Cascadia Code" panose="020B0609020000020004" pitchFamily="49" charset="0"/>
              </a:rPr>
              <a:t>return</a:t>
            </a:r>
            <a:r>
              <a:rPr lang="en-US" b="1" dirty="0">
                <a:solidFill>
                  <a:srgbClr val="BBBBBB"/>
                </a:solidFill>
                <a:effectLst/>
                <a:latin typeface="Cascadia Code" panose="020B0609020000020004" pitchFamily="49" charset="0"/>
              </a:rPr>
              <a:t> (</a:t>
            </a:r>
          </a:p>
          <a:p>
            <a:r>
              <a:rPr lang="en-US" b="1" dirty="0">
                <a:solidFill>
                  <a:srgbClr val="BBBBBB"/>
                </a:solidFill>
                <a:effectLst/>
                <a:latin typeface="Cascadia Code" panose="020B0609020000020004" pitchFamily="49" charset="0"/>
              </a:rPr>
              <a:t>      </a:t>
            </a:r>
            <a:r>
              <a:rPr lang="en-US" b="1" dirty="0">
                <a:solidFill>
                  <a:srgbClr val="36F9F6"/>
                </a:solidFill>
                <a:effectLst/>
                <a:latin typeface="Cascadia Code" panose="020B0609020000020004" pitchFamily="49" charset="0"/>
              </a:rPr>
              <a:t>&lt;</a:t>
            </a:r>
            <a:r>
              <a:rPr lang="en-US" b="1" dirty="0">
                <a:solidFill>
                  <a:srgbClr val="72F1B8"/>
                </a:solidFill>
                <a:effectLst/>
                <a:latin typeface="Cascadia Code" panose="020B0609020000020004" pitchFamily="49" charset="0"/>
              </a:rPr>
              <a:t>div</a:t>
            </a:r>
            <a:r>
              <a:rPr lang="en-US" b="1" dirty="0">
                <a:solidFill>
                  <a:srgbClr val="36F9F6"/>
                </a:solidFill>
                <a:effectLst/>
                <a:latin typeface="Cascadia Code" panose="020B0609020000020004" pitchFamily="49" charset="0"/>
              </a:rPr>
              <a:t>&gt;</a:t>
            </a:r>
            <a:endParaRPr lang="en-US" b="1" dirty="0">
              <a:solidFill>
                <a:srgbClr val="BBBBBB"/>
              </a:solidFill>
              <a:effectLst/>
              <a:latin typeface="Cascadia Code" panose="020B0609020000020004" pitchFamily="49" charset="0"/>
            </a:endParaRPr>
          </a:p>
          <a:p>
            <a:r>
              <a:rPr lang="en-US" b="1" dirty="0">
                <a:solidFill>
                  <a:srgbClr val="BBBBBB"/>
                </a:solidFill>
                <a:effectLst/>
                <a:latin typeface="Cascadia Code" panose="020B0609020000020004" pitchFamily="49" charset="0"/>
              </a:rPr>
              <a:t>        </a:t>
            </a:r>
            <a:r>
              <a:rPr lang="en-US" b="1" dirty="0">
                <a:solidFill>
                  <a:srgbClr val="36F9F6"/>
                </a:solidFill>
                <a:effectLst/>
                <a:latin typeface="Cascadia Code" panose="020B0609020000020004" pitchFamily="49" charset="0"/>
              </a:rPr>
              <a:t>&lt;</a:t>
            </a:r>
            <a:r>
              <a:rPr lang="en-US" b="1" dirty="0">
                <a:solidFill>
                  <a:srgbClr val="72F1B8"/>
                </a:solidFill>
                <a:effectLst/>
                <a:latin typeface="Cascadia Code" panose="020B0609020000020004" pitchFamily="49" charset="0"/>
              </a:rPr>
              <a:t>h1</a:t>
            </a:r>
            <a:r>
              <a:rPr lang="en-US" b="1" dirty="0">
                <a:solidFill>
                  <a:srgbClr val="36F9F6"/>
                </a:solidFill>
                <a:effectLst/>
                <a:latin typeface="Cascadia Code" panose="020B0609020000020004" pitchFamily="49" charset="0"/>
              </a:rPr>
              <a:t>&gt;</a:t>
            </a:r>
            <a:r>
              <a:rPr lang="en-US" b="1" dirty="0">
                <a:solidFill>
                  <a:srgbClr val="BBBBBB"/>
                </a:solidFill>
                <a:effectLst/>
                <a:latin typeface="Cascadia Code" panose="020B0609020000020004" pitchFamily="49" charset="0"/>
              </a:rPr>
              <a:t>Hello </a:t>
            </a:r>
            <a:r>
              <a:rPr lang="en-US" b="1" dirty="0">
                <a:solidFill>
                  <a:srgbClr val="FEDE5D"/>
                </a:solidFill>
                <a:effectLst/>
                <a:latin typeface="Cascadia Code" panose="020B0609020000020004" pitchFamily="49" charset="0"/>
              </a:rPr>
              <a:t>{</a:t>
            </a:r>
            <a:r>
              <a:rPr lang="en-US" b="1" dirty="0">
                <a:solidFill>
                  <a:srgbClr val="FE4450"/>
                </a:solidFill>
                <a:effectLst/>
                <a:latin typeface="Cascadia Code" panose="020B0609020000020004" pitchFamily="49" charset="0"/>
              </a:rPr>
              <a:t>this</a:t>
            </a:r>
            <a:r>
              <a:rPr lang="en-US" b="1" dirty="0">
                <a:solidFill>
                  <a:srgbClr val="BBBBBB"/>
                </a:solidFill>
                <a:effectLst/>
                <a:latin typeface="Cascadia Code" panose="020B0609020000020004" pitchFamily="49" charset="0"/>
              </a:rPr>
              <a:t>.</a:t>
            </a:r>
            <a:r>
              <a:rPr lang="en-US" b="1" dirty="0">
                <a:solidFill>
                  <a:srgbClr val="FF7EDB"/>
                </a:solidFill>
                <a:effectLst/>
                <a:latin typeface="Cascadia Code" panose="020B0609020000020004" pitchFamily="49" charset="0"/>
              </a:rPr>
              <a:t>props</a:t>
            </a:r>
            <a:r>
              <a:rPr lang="en-US" b="1" dirty="0">
                <a:solidFill>
                  <a:srgbClr val="BBBBBB"/>
                </a:solidFill>
                <a:effectLst/>
                <a:latin typeface="Cascadia Code" panose="020B0609020000020004" pitchFamily="49" charset="0"/>
              </a:rPr>
              <a:t>.</a:t>
            </a:r>
            <a:r>
              <a:rPr lang="en-US" b="1" dirty="0">
                <a:solidFill>
                  <a:srgbClr val="2EE2FA"/>
                </a:solidFill>
                <a:effectLst/>
                <a:latin typeface="Cascadia Code" panose="020B0609020000020004" pitchFamily="49" charset="0"/>
              </a:rPr>
              <a:t>name</a:t>
            </a:r>
            <a:r>
              <a:rPr lang="en-US" b="1" dirty="0">
                <a:solidFill>
                  <a:srgbClr val="FEDE5D"/>
                </a:solidFill>
                <a:effectLst/>
                <a:latin typeface="Cascadia Code" panose="020B0609020000020004" pitchFamily="49" charset="0"/>
              </a:rPr>
              <a:t>}</a:t>
            </a:r>
            <a:r>
              <a:rPr lang="en-US" b="1" dirty="0">
                <a:solidFill>
                  <a:srgbClr val="36F9F6"/>
                </a:solidFill>
                <a:effectLst/>
                <a:latin typeface="Cascadia Code" panose="020B0609020000020004" pitchFamily="49" charset="0"/>
              </a:rPr>
              <a:t>&lt;/</a:t>
            </a:r>
            <a:r>
              <a:rPr lang="en-US" b="1" dirty="0">
                <a:solidFill>
                  <a:srgbClr val="72F1B8"/>
                </a:solidFill>
                <a:effectLst/>
                <a:latin typeface="Cascadia Code" panose="020B0609020000020004" pitchFamily="49" charset="0"/>
              </a:rPr>
              <a:t>h1</a:t>
            </a:r>
            <a:r>
              <a:rPr lang="en-US" b="1" dirty="0">
                <a:solidFill>
                  <a:srgbClr val="36F9F6"/>
                </a:solidFill>
                <a:effectLst/>
                <a:latin typeface="Cascadia Code" panose="020B0609020000020004" pitchFamily="49" charset="0"/>
              </a:rPr>
              <a:t>&gt;</a:t>
            </a:r>
            <a:endParaRPr lang="en-US" b="1" dirty="0">
              <a:solidFill>
                <a:srgbClr val="BBBBBB"/>
              </a:solidFill>
              <a:effectLst/>
              <a:latin typeface="Cascadia Code" panose="020B0609020000020004" pitchFamily="49" charset="0"/>
            </a:endParaRPr>
          </a:p>
          <a:p>
            <a:r>
              <a:rPr lang="en-US" b="1" dirty="0">
                <a:solidFill>
                  <a:srgbClr val="BBBBBB"/>
                </a:solidFill>
                <a:effectLst/>
                <a:latin typeface="Cascadia Code" panose="020B0609020000020004" pitchFamily="49" charset="0"/>
              </a:rPr>
              <a:t>      </a:t>
            </a:r>
            <a:r>
              <a:rPr lang="en-US" b="1" dirty="0">
                <a:solidFill>
                  <a:srgbClr val="36F9F6"/>
                </a:solidFill>
                <a:effectLst/>
                <a:latin typeface="Cascadia Code" panose="020B0609020000020004" pitchFamily="49" charset="0"/>
              </a:rPr>
              <a:t>&lt;/</a:t>
            </a:r>
            <a:r>
              <a:rPr lang="en-US" b="1" dirty="0">
                <a:solidFill>
                  <a:srgbClr val="72F1B8"/>
                </a:solidFill>
                <a:effectLst/>
                <a:latin typeface="Cascadia Code" panose="020B0609020000020004" pitchFamily="49" charset="0"/>
              </a:rPr>
              <a:t>div</a:t>
            </a:r>
            <a:r>
              <a:rPr lang="en-US" b="1" dirty="0">
                <a:solidFill>
                  <a:srgbClr val="36F9F6"/>
                </a:solidFill>
                <a:effectLst/>
                <a:latin typeface="Cascadia Code" panose="020B0609020000020004" pitchFamily="49" charset="0"/>
              </a:rPr>
              <a:t>&gt;</a:t>
            </a:r>
            <a:endParaRPr lang="en-US" b="1" dirty="0">
              <a:solidFill>
                <a:srgbClr val="BBBBBB"/>
              </a:solidFill>
              <a:effectLst/>
              <a:latin typeface="Cascadia Code" panose="020B0609020000020004" pitchFamily="49" charset="0"/>
            </a:endParaRPr>
          </a:p>
          <a:p>
            <a:r>
              <a:rPr lang="en-US" b="1" dirty="0">
                <a:solidFill>
                  <a:srgbClr val="BBBBBB"/>
                </a:solidFill>
                <a:effectLst/>
                <a:latin typeface="Cascadia Code" panose="020B0609020000020004" pitchFamily="49" charset="0"/>
              </a:rPr>
              <a:t>    );</a:t>
            </a:r>
          </a:p>
          <a:p>
            <a:r>
              <a:rPr lang="en-US" b="1" dirty="0">
                <a:solidFill>
                  <a:srgbClr val="BBBBBB"/>
                </a:solidFill>
                <a:effectLst/>
                <a:latin typeface="Cascadia Code" panose="020B0609020000020004" pitchFamily="49" charset="0"/>
              </a:rPr>
              <a:t>  }</a:t>
            </a:r>
          </a:p>
          <a:p>
            <a:r>
              <a:rPr lang="en-US" b="1" dirty="0">
                <a:solidFill>
                  <a:srgbClr val="BBBBBB"/>
                </a:solidFill>
                <a:effectLst/>
                <a:latin typeface="Cascadia Code" panose="020B0609020000020004" pitchFamily="49" charset="0"/>
              </a:rPr>
              <a:t>}</a:t>
            </a:r>
          </a:p>
        </p:txBody>
      </p:sp>
    </p:spTree>
    <p:extLst>
      <p:ext uri="{BB962C8B-B14F-4D97-AF65-F5344CB8AC3E}">
        <p14:creationId xmlns:p14="http://schemas.microsoft.com/office/powerpoint/2010/main" val="1079853100"/>
      </p:ext>
    </p:extLst>
  </p:cSld>
  <p:clrMapOvr>
    <a:overrideClrMapping bg1="dk1" tx1="lt1" bg2="dk2" tx2="lt2" accent1="accent1" accent2="accent2" accent3="accent3" accent4="accent4" accent5="accent5" accent6="accent6" hlink="hlink" folHlink="folHlink"/>
  </p:clrMapOvr>
  <mc:AlternateContent xmlns:mc="http://schemas.openxmlformats.org/markup-compatibility/2006" xmlns:p159="http://schemas.microsoft.com/office/powerpoint/2015/09/main">
    <mc:Choice Requires="p159">
      <p:transition>
        <p159:morph option="byObject"/>
      </p:transition>
    </mc:Choice>
    <mc:Fallback xmlns="">
      <p:transition>
        <p:fade/>
      </p:transition>
    </mc:Fallback>
  </mc:AlternateContent>
</p:sld>
</file>

<file path=ppt/slides/slide24.xml><?xml version="1.0" encoding="utf-8"?>
<p:sld xmlns:a="http://schemas.openxmlformats.org/drawingml/2006/main" xmlns:r="http://schemas.openxmlformats.org/officeDocument/2006/relationships" xmlns:p="http://schemas.openxmlformats.org/presentationml/2006/main" show="0">
  <p:cSld>
    <p:bg>
      <p:bgPr>
        <a:solidFill>
          <a:schemeClr val="bg2"/>
        </a:solidFill>
        <a:effectLst/>
      </p:bgPr>
    </p:bg>
    <p:spTree>
      <p:nvGrpSpPr>
        <p:cNvPr id="1" name=""/>
        <p:cNvGrpSpPr/>
        <p:nvPr/>
      </p:nvGrpSpPr>
      <p:grpSpPr>
        <a:xfrm>
          <a:off x="0" y="0"/>
          <a:ext cx="0" cy="0"/>
          <a:chOff x="0" y="0"/>
          <a:chExt cx="0" cy="0"/>
        </a:xfrm>
      </p:grpSpPr>
      <p:sp useBgFill="1">
        <p:nvSpPr>
          <p:cNvPr id="21" name="Rectangle 20">
            <a:extLst>
              <a:ext uri="{FF2B5EF4-FFF2-40B4-BE49-F238E27FC236}">
                <a16:creationId xmlns:a16="http://schemas.microsoft.com/office/drawing/2014/main" id="{E5A92FE9-DB05-4D0D-AF5A-BE8664B9FFB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grpSp>
        <p:nvGrpSpPr>
          <p:cNvPr id="23" name="Group 22">
            <a:extLst>
              <a:ext uri="{FF2B5EF4-FFF2-40B4-BE49-F238E27FC236}">
                <a16:creationId xmlns:a16="http://schemas.microsoft.com/office/drawing/2014/main" id="{53D9B26A-5143-49A7-BA98-D871D5BD719A}"/>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flipH="1">
            <a:off x="6526211" y="1"/>
            <a:ext cx="5014912" cy="6857999"/>
            <a:chOff x="2928938" y="-4763"/>
            <a:chExt cx="5014912" cy="6862763"/>
          </a:xfrm>
        </p:grpSpPr>
        <p:sp>
          <p:nvSpPr>
            <p:cNvPr id="24" name="Freeform 6">
              <a:extLst>
                <a:ext uri="{FF2B5EF4-FFF2-40B4-BE49-F238E27FC236}">
                  <a16:creationId xmlns:a16="http://schemas.microsoft.com/office/drawing/2014/main" id="{68B85E55-A2A1-4682-B891-F201358A92D5}"/>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3367088" y="-4763"/>
              <a:ext cx="1063625" cy="2782888"/>
            </a:xfrm>
            <a:custGeom>
              <a:avLst/>
              <a:gdLst/>
              <a:ahLst/>
              <a:cxnLst/>
              <a:rect l="0" t="0" r="r" b="b"/>
              <a:pathLst>
                <a:path w="670" h="1753">
                  <a:moveTo>
                    <a:pt x="0" y="1696"/>
                  </a:moveTo>
                  <a:lnTo>
                    <a:pt x="225" y="1753"/>
                  </a:lnTo>
                  <a:lnTo>
                    <a:pt x="670" y="0"/>
                  </a:lnTo>
                  <a:lnTo>
                    <a:pt x="430" y="0"/>
                  </a:lnTo>
                  <a:lnTo>
                    <a:pt x="0" y="1696"/>
                  </a:lnTo>
                  <a:close/>
                </a:path>
              </a:pathLst>
            </a:custGeom>
            <a:solidFill>
              <a:schemeClr val="accent1"/>
            </a:solidFill>
            <a:ln>
              <a:noFill/>
            </a:ln>
          </p:spPr>
          <p:txBody>
            <a:bodyPr/>
            <a:lstStyle/>
            <a:p>
              <a:endParaRPr lang="en-US"/>
            </a:p>
          </p:txBody>
        </p:sp>
        <p:sp>
          <p:nvSpPr>
            <p:cNvPr id="25" name="Freeform 7">
              <a:extLst>
                <a:ext uri="{FF2B5EF4-FFF2-40B4-BE49-F238E27FC236}">
                  <a16:creationId xmlns:a16="http://schemas.microsoft.com/office/drawing/2014/main" id="{45EF6EDB-9B5D-49E9-96FA-1AE08BF95E57}"/>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2928938" y="-4763"/>
              <a:ext cx="1035050" cy="2673350"/>
            </a:xfrm>
            <a:custGeom>
              <a:avLst/>
              <a:gdLst/>
              <a:ahLst/>
              <a:cxnLst/>
              <a:rect l="0" t="0" r="r" b="b"/>
              <a:pathLst>
                <a:path w="652" h="1684">
                  <a:moveTo>
                    <a:pt x="225" y="1684"/>
                  </a:moveTo>
                  <a:lnTo>
                    <a:pt x="652" y="0"/>
                  </a:lnTo>
                  <a:lnTo>
                    <a:pt x="411" y="0"/>
                  </a:lnTo>
                  <a:lnTo>
                    <a:pt x="0" y="1627"/>
                  </a:lnTo>
                  <a:lnTo>
                    <a:pt x="219" y="1681"/>
                  </a:lnTo>
                  <a:lnTo>
                    <a:pt x="225" y="1684"/>
                  </a:lnTo>
                  <a:close/>
                </a:path>
              </a:pathLst>
            </a:custGeom>
            <a:solidFill>
              <a:srgbClr val="595959"/>
            </a:solidFill>
            <a:ln>
              <a:noFill/>
            </a:ln>
          </p:spPr>
          <p:txBody>
            <a:bodyPr/>
            <a:lstStyle/>
            <a:p>
              <a:endParaRPr lang="en-US"/>
            </a:p>
          </p:txBody>
        </p:sp>
        <p:sp>
          <p:nvSpPr>
            <p:cNvPr id="26" name="Freeform 12">
              <a:extLst>
                <a:ext uri="{FF2B5EF4-FFF2-40B4-BE49-F238E27FC236}">
                  <a16:creationId xmlns:a16="http://schemas.microsoft.com/office/drawing/2014/main" id="{38338226-D6E2-4EEE-B271-DB4BD096DBA1}"/>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2928938" y="2582862"/>
              <a:ext cx="2693987" cy="4275138"/>
            </a:xfrm>
            <a:custGeom>
              <a:avLst/>
              <a:gdLst/>
              <a:ahLst/>
              <a:cxnLst/>
              <a:rect l="0" t="0" r="r" b="b"/>
              <a:pathLst>
                <a:path w="1697" h="2693">
                  <a:moveTo>
                    <a:pt x="0" y="0"/>
                  </a:moveTo>
                  <a:lnTo>
                    <a:pt x="1622" y="2693"/>
                  </a:lnTo>
                  <a:lnTo>
                    <a:pt x="1697" y="2693"/>
                  </a:lnTo>
                  <a:lnTo>
                    <a:pt x="0" y="0"/>
                  </a:lnTo>
                  <a:close/>
                </a:path>
              </a:pathLst>
            </a:custGeom>
            <a:solidFill>
              <a:srgbClr val="262626"/>
            </a:solidFill>
            <a:ln>
              <a:noFill/>
            </a:ln>
          </p:spPr>
          <p:txBody>
            <a:bodyPr/>
            <a:lstStyle/>
            <a:p>
              <a:endParaRPr lang="en-US"/>
            </a:p>
          </p:txBody>
        </p:sp>
        <p:sp>
          <p:nvSpPr>
            <p:cNvPr id="27" name="Freeform 13">
              <a:extLst>
                <a:ext uri="{FF2B5EF4-FFF2-40B4-BE49-F238E27FC236}">
                  <a16:creationId xmlns:a16="http://schemas.microsoft.com/office/drawing/2014/main" id="{4878FB48-17B3-4A11-8025-DE0945CD4E71}"/>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3371850" y="2692400"/>
              <a:ext cx="3332162" cy="4165600"/>
            </a:xfrm>
            <a:custGeom>
              <a:avLst/>
              <a:gdLst/>
              <a:ahLst/>
              <a:cxnLst/>
              <a:rect l="0" t="0" r="r" b="b"/>
              <a:pathLst>
                <a:path w="2099" h="2624">
                  <a:moveTo>
                    <a:pt x="2099" y="2624"/>
                  </a:moveTo>
                  <a:lnTo>
                    <a:pt x="0" y="0"/>
                  </a:lnTo>
                  <a:lnTo>
                    <a:pt x="2021" y="2624"/>
                  </a:lnTo>
                  <a:lnTo>
                    <a:pt x="2099" y="2624"/>
                  </a:lnTo>
                  <a:close/>
                </a:path>
              </a:pathLst>
            </a:custGeom>
            <a:solidFill>
              <a:schemeClr val="accent1">
                <a:lumMod val="50000"/>
              </a:schemeClr>
            </a:solidFill>
            <a:ln>
              <a:noFill/>
            </a:ln>
          </p:spPr>
          <p:txBody>
            <a:bodyPr/>
            <a:lstStyle/>
            <a:p>
              <a:endParaRPr lang="en-US"/>
            </a:p>
          </p:txBody>
        </p:sp>
        <p:sp>
          <p:nvSpPr>
            <p:cNvPr id="28" name="Freeform 14">
              <a:extLst>
                <a:ext uri="{FF2B5EF4-FFF2-40B4-BE49-F238E27FC236}">
                  <a16:creationId xmlns:a16="http://schemas.microsoft.com/office/drawing/2014/main" id="{4150A21C-DD6D-4D3C-9E95-7A3CA263BEB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3367088" y="2687637"/>
              <a:ext cx="4576762" cy="4170363"/>
            </a:xfrm>
            <a:custGeom>
              <a:avLst/>
              <a:gdLst/>
              <a:ahLst/>
              <a:cxnLst/>
              <a:rect l="0" t="0" r="r" b="b"/>
              <a:pathLst>
                <a:path w="2883" h="2627">
                  <a:moveTo>
                    <a:pt x="0" y="0"/>
                  </a:moveTo>
                  <a:lnTo>
                    <a:pt x="3" y="3"/>
                  </a:lnTo>
                  <a:lnTo>
                    <a:pt x="2102" y="2627"/>
                  </a:lnTo>
                  <a:lnTo>
                    <a:pt x="2883" y="2627"/>
                  </a:lnTo>
                  <a:lnTo>
                    <a:pt x="225" y="57"/>
                  </a:lnTo>
                  <a:lnTo>
                    <a:pt x="0" y="0"/>
                  </a:lnTo>
                  <a:close/>
                </a:path>
              </a:pathLst>
            </a:custGeom>
            <a:solidFill>
              <a:schemeClr val="accent1">
                <a:lumMod val="75000"/>
              </a:schemeClr>
            </a:solidFill>
            <a:ln>
              <a:noFill/>
            </a:ln>
          </p:spPr>
          <p:txBody>
            <a:bodyPr/>
            <a:lstStyle/>
            <a:p>
              <a:endParaRPr lang="en-US"/>
            </a:p>
          </p:txBody>
        </p:sp>
        <p:sp>
          <p:nvSpPr>
            <p:cNvPr id="29" name="Freeform 15">
              <a:extLst>
                <a:ext uri="{FF2B5EF4-FFF2-40B4-BE49-F238E27FC236}">
                  <a16:creationId xmlns:a16="http://schemas.microsoft.com/office/drawing/2014/main" id="{7505BF04-104D-4180-A284-42FCD6B04DD6}"/>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2928938" y="2578100"/>
              <a:ext cx="3584575" cy="4279900"/>
            </a:xfrm>
            <a:custGeom>
              <a:avLst/>
              <a:gdLst/>
              <a:ahLst/>
              <a:cxnLst/>
              <a:rect l="0" t="0" r="r" b="b"/>
              <a:pathLst>
                <a:path w="2258" h="2696">
                  <a:moveTo>
                    <a:pt x="2258" y="2696"/>
                  </a:moveTo>
                  <a:lnTo>
                    <a:pt x="264" y="111"/>
                  </a:lnTo>
                  <a:lnTo>
                    <a:pt x="228" y="60"/>
                  </a:lnTo>
                  <a:lnTo>
                    <a:pt x="225" y="57"/>
                  </a:lnTo>
                  <a:lnTo>
                    <a:pt x="0" y="0"/>
                  </a:lnTo>
                  <a:lnTo>
                    <a:pt x="0" y="3"/>
                  </a:lnTo>
                  <a:lnTo>
                    <a:pt x="1697" y="2696"/>
                  </a:lnTo>
                  <a:lnTo>
                    <a:pt x="2258" y="2696"/>
                  </a:lnTo>
                  <a:close/>
                </a:path>
              </a:pathLst>
            </a:custGeom>
            <a:solidFill>
              <a:srgbClr val="404040"/>
            </a:solidFill>
            <a:ln>
              <a:noFill/>
            </a:ln>
          </p:spPr>
          <p:txBody>
            <a:bodyPr/>
            <a:lstStyle/>
            <a:p>
              <a:endParaRPr lang="en-US"/>
            </a:p>
          </p:txBody>
        </p:sp>
      </p:grpSp>
      <p:sp>
        <p:nvSpPr>
          <p:cNvPr id="2" name="Title 1">
            <a:extLst>
              <a:ext uri="{FF2B5EF4-FFF2-40B4-BE49-F238E27FC236}">
                <a16:creationId xmlns:a16="http://schemas.microsoft.com/office/drawing/2014/main" id="{652CD06E-EB43-4697-A9C1-290232C3BAD6}"/>
              </a:ext>
            </a:extLst>
          </p:cNvPr>
          <p:cNvSpPr>
            <a:spLocks noGrp="1"/>
          </p:cNvSpPr>
          <p:nvPr>
            <p:ph type="ctrTitle"/>
          </p:nvPr>
        </p:nvSpPr>
        <p:spPr>
          <a:xfrm>
            <a:off x="473345" y="0"/>
            <a:ext cx="11604355" cy="1223994"/>
          </a:xfrm>
        </p:spPr>
        <p:txBody>
          <a:bodyPr>
            <a:noAutofit/>
          </a:bodyPr>
          <a:lstStyle/>
          <a:p>
            <a:pPr algn="l"/>
            <a:r>
              <a:rPr lang="en-US" sz="5400" b="1" dirty="0">
                <a:latin typeface="Mystical Woods Smooth Script" panose="02000500000000000000" pitchFamily="2" charset="0"/>
                <a:cs typeface="Cavolini" panose="03000502040302020204" pitchFamily="66" charset="0"/>
              </a:rPr>
              <a:t>Class vs Functional</a:t>
            </a:r>
            <a:endParaRPr lang="en-US" sz="2100" b="1" dirty="0">
              <a:latin typeface="Mystical Woods Smooth Script" panose="02000500000000000000" pitchFamily="2" charset="0"/>
              <a:cs typeface="Cavolini" panose="03000502040302020204" pitchFamily="66" charset="0"/>
            </a:endParaRPr>
          </a:p>
        </p:txBody>
      </p:sp>
      <p:grpSp>
        <p:nvGrpSpPr>
          <p:cNvPr id="6" name="Group 5">
            <a:extLst>
              <a:ext uri="{FF2B5EF4-FFF2-40B4-BE49-F238E27FC236}">
                <a16:creationId xmlns:a16="http://schemas.microsoft.com/office/drawing/2014/main" id="{752A73B4-49EC-E765-1462-2A106F07C3D4}"/>
              </a:ext>
            </a:extLst>
          </p:cNvPr>
          <p:cNvGrpSpPr/>
          <p:nvPr/>
        </p:nvGrpSpPr>
        <p:grpSpPr>
          <a:xfrm>
            <a:off x="522645" y="1132554"/>
            <a:ext cx="8950321" cy="182880"/>
            <a:chOff x="1089027" y="1251583"/>
            <a:chExt cx="8950321" cy="182880"/>
          </a:xfrm>
        </p:grpSpPr>
        <p:cxnSp>
          <p:nvCxnSpPr>
            <p:cNvPr id="4" name="Straight Connector 3">
              <a:extLst>
                <a:ext uri="{FF2B5EF4-FFF2-40B4-BE49-F238E27FC236}">
                  <a16:creationId xmlns:a16="http://schemas.microsoft.com/office/drawing/2014/main" id="{1111542F-3245-DDEC-4B5A-7412E7DBE5FD}"/>
                </a:ext>
              </a:extLst>
            </p:cNvPr>
            <p:cNvCxnSpPr/>
            <p:nvPr/>
          </p:nvCxnSpPr>
          <p:spPr>
            <a:xfrm>
              <a:off x="1089027" y="1347537"/>
              <a:ext cx="8786493" cy="0"/>
            </a:xfrm>
            <a:prstGeom prst="line">
              <a:avLst/>
            </a:prstGeom>
            <a:ln w="38100">
              <a:solidFill>
                <a:srgbClr val="595959"/>
              </a:solidFill>
            </a:ln>
            <a:effectLst>
              <a:reflection blurRad="6350" stA="50000" endA="275" endPos="40000" dist="101600" dir="5400000" sy="-100000" algn="bl" rotWithShape="0"/>
              <a:softEdge rad="12700"/>
            </a:effectLst>
          </p:spPr>
          <p:style>
            <a:lnRef idx="3">
              <a:schemeClr val="dk1"/>
            </a:lnRef>
            <a:fillRef idx="0">
              <a:schemeClr val="dk1"/>
            </a:fillRef>
            <a:effectRef idx="2">
              <a:schemeClr val="dk1"/>
            </a:effectRef>
            <a:fontRef idx="minor">
              <a:schemeClr val="tx1"/>
            </a:fontRef>
          </p:style>
        </p:cxnSp>
        <p:sp>
          <p:nvSpPr>
            <p:cNvPr id="5" name="Flowchart: Connector 4">
              <a:extLst>
                <a:ext uri="{FF2B5EF4-FFF2-40B4-BE49-F238E27FC236}">
                  <a16:creationId xmlns:a16="http://schemas.microsoft.com/office/drawing/2014/main" id="{B2858492-B751-8ED7-57BE-708D61DDCF50}"/>
                </a:ext>
              </a:extLst>
            </p:cNvPr>
            <p:cNvSpPr/>
            <p:nvPr/>
          </p:nvSpPr>
          <p:spPr>
            <a:xfrm>
              <a:off x="9856468" y="1251583"/>
              <a:ext cx="182880" cy="182880"/>
            </a:xfrm>
            <a:prstGeom prst="flowChartConnector">
              <a:avLst/>
            </a:prstGeom>
            <a:ln>
              <a:noFill/>
            </a:ln>
            <a:effectLst>
              <a:outerShdw blurRad="50800" dist="38100" dir="2700000" algn="tl"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graphicFrame>
        <p:nvGraphicFramePr>
          <p:cNvPr id="3" name="Table 6">
            <a:extLst>
              <a:ext uri="{FF2B5EF4-FFF2-40B4-BE49-F238E27FC236}">
                <a16:creationId xmlns:a16="http://schemas.microsoft.com/office/drawing/2014/main" id="{56071E65-A6B0-0969-A504-C57A24852B16}"/>
              </a:ext>
            </a:extLst>
          </p:cNvPr>
          <p:cNvGraphicFramePr>
            <a:graphicFrameLocks noGrp="1"/>
          </p:cNvGraphicFramePr>
          <p:nvPr>
            <p:extLst>
              <p:ext uri="{D42A27DB-BD31-4B8C-83A1-F6EECF244321}">
                <p14:modId xmlns:p14="http://schemas.microsoft.com/office/powerpoint/2010/main" val="787988851"/>
              </p:ext>
            </p:extLst>
          </p:nvPr>
        </p:nvGraphicFramePr>
        <p:xfrm>
          <a:off x="623886" y="1457743"/>
          <a:ext cx="10762800" cy="5120640"/>
        </p:xfrm>
        <a:graphic>
          <a:graphicData uri="http://schemas.openxmlformats.org/drawingml/2006/table">
            <a:tbl>
              <a:tblPr firstRow="1" bandRow="1">
                <a:tableStyleId>{5C22544A-7EE6-4342-B048-85BDC9FD1C3A}</a:tableStyleId>
              </a:tblPr>
              <a:tblGrid>
                <a:gridCol w="5381400">
                  <a:extLst>
                    <a:ext uri="{9D8B030D-6E8A-4147-A177-3AD203B41FA5}">
                      <a16:colId xmlns:a16="http://schemas.microsoft.com/office/drawing/2014/main" val="4199262181"/>
                    </a:ext>
                  </a:extLst>
                </a:gridCol>
                <a:gridCol w="5381400">
                  <a:extLst>
                    <a:ext uri="{9D8B030D-6E8A-4147-A177-3AD203B41FA5}">
                      <a16:colId xmlns:a16="http://schemas.microsoft.com/office/drawing/2014/main" val="1076527385"/>
                    </a:ext>
                  </a:extLst>
                </a:gridCol>
              </a:tblGrid>
              <a:tr h="731520">
                <a:tc>
                  <a:txBody>
                    <a:bodyPr/>
                    <a:lstStyle/>
                    <a:p>
                      <a:pPr algn="ctr"/>
                      <a:r>
                        <a:rPr lang="en-US" sz="2100" b="1" dirty="0">
                          <a:solidFill>
                            <a:srgbClr val="30ACEC"/>
                          </a:solidFill>
                          <a:latin typeface="Cavolini" panose="03000502040302020204" pitchFamily="66" charset="0"/>
                          <a:cs typeface="Cavolini" panose="03000502040302020204" pitchFamily="66" charset="0"/>
                        </a:rPr>
                        <a:t>Class Component</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sz="2100" b="1" dirty="0">
                          <a:solidFill>
                            <a:srgbClr val="30ACEC"/>
                          </a:solidFill>
                          <a:latin typeface="Cavolini" panose="03000502040302020204" pitchFamily="66" charset="0"/>
                          <a:cs typeface="Cavolini" panose="03000502040302020204" pitchFamily="66" charset="0"/>
                        </a:rPr>
                        <a:t>Functional Component</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307931780"/>
                  </a:ext>
                </a:extLst>
              </a:tr>
              <a:tr h="731520">
                <a:tc>
                  <a:txBody>
                    <a:bodyPr/>
                    <a:lstStyle/>
                    <a:p>
                      <a:r>
                        <a:rPr lang="en-US" sz="2100" b="1" dirty="0">
                          <a:solidFill>
                            <a:schemeClr val="tx1"/>
                          </a:solidFill>
                          <a:latin typeface="Cavolini" panose="03000502040302020204" pitchFamily="66" charset="0"/>
                          <a:cs typeface="Cavolini" panose="03000502040302020204" pitchFamily="66" charset="0"/>
                        </a:rPr>
                        <a:t>More Feature Rich</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r>
                        <a:rPr lang="en-US" sz="2100" b="1" dirty="0">
                          <a:solidFill>
                            <a:schemeClr val="tx1"/>
                          </a:solidFill>
                          <a:latin typeface="Cavolini" panose="03000502040302020204" pitchFamily="66" charset="0"/>
                          <a:cs typeface="Cavolini" panose="03000502040302020204" pitchFamily="66" charset="0"/>
                        </a:rPr>
                        <a:t>Simple Functions</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866196210"/>
                  </a:ext>
                </a:extLst>
              </a:tr>
              <a:tr h="731520">
                <a:tc>
                  <a:txBody>
                    <a:bodyPr/>
                    <a:lstStyle/>
                    <a:p>
                      <a:r>
                        <a:rPr lang="en-US" sz="2100" b="1" dirty="0">
                          <a:solidFill>
                            <a:schemeClr val="tx1"/>
                          </a:solidFill>
                          <a:latin typeface="Cavolini" panose="03000502040302020204" pitchFamily="66" charset="0"/>
                          <a:cs typeface="Cavolini" panose="03000502040302020204" pitchFamily="66" charset="0"/>
                        </a:rPr>
                        <a:t>Maintain Their Own Private Data – State</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r>
                        <a:rPr lang="en-US" sz="2100" b="1" dirty="0">
                          <a:solidFill>
                            <a:schemeClr val="tx1"/>
                          </a:solidFill>
                          <a:latin typeface="Cavolini" panose="03000502040302020204" pitchFamily="66" charset="0"/>
                          <a:cs typeface="Cavolini" panose="03000502040302020204" pitchFamily="66" charset="0"/>
                        </a:rPr>
                        <a:t>Use Functional Components As Much As Possible</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46452885"/>
                  </a:ext>
                </a:extLst>
              </a:tr>
              <a:tr h="731520">
                <a:tc>
                  <a:txBody>
                    <a:bodyPr/>
                    <a:lstStyle/>
                    <a:p>
                      <a:r>
                        <a:rPr lang="en-US" sz="2100" b="1" dirty="0">
                          <a:solidFill>
                            <a:schemeClr val="tx1"/>
                          </a:solidFill>
                          <a:latin typeface="Cavolini" panose="03000502040302020204" pitchFamily="66" charset="0"/>
                          <a:cs typeface="Cavolini" panose="03000502040302020204" pitchFamily="66" charset="0"/>
                        </a:rPr>
                        <a:t>Complex User Interface Logic</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r>
                        <a:rPr lang="en-US" sz="2100" b="1" dirty="0">
                          <a:solidFill>
                            <a:schemeClr val="tx1"/>
                          </a:solidFill>
                          <a:latin typeface="Cavolini" panose="03000502040302020204" pitchFamily="66" charset="0"/>
                          <a:cs typeface="Cavolini" panose="03000502040302020204" pitchFamily="66" charset="0"/>
                        </a:rPr>
                        <a:t>Absence Of `this` Keyword</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509136000"/>
                  </a:ext>
                </a:extLst>
              </a:tr>
              <a:tr h="731520">
                <a:tc>
                  <a:txBody>
                    <a:bodyPr/>
                    <a:lstStyle/>
                    <a:p>
                      <a:r>
                        <a:rPr lang="en-US" sz="2100" b="1" dirty="0">
                          <a:solidFill>
                            <a:schemeClr val="tx1"/>
                          </a:solidFill>
                          <a:latin typeface="Cavolini" panose="03000502040302020204" pitchFamily="66" charset="0"/>
                          <a:cs typeface="Cavolini" panose="03000502040302020204" pitchFamily="66" charset="0"/>
                        </a:rPr>
                        <a:t>Provide Lifecycle Hooks</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r>
                        <a:rPr lang="en-US" sz="2100" b="1" dirty="0">
                          <a:solidFill>
                            <a:schemeClr val="tx1"/>
                          </a:solidFill>
                          <a:latin typeface="Cavolini" panose="03000502040302020204" pitchFamily="66" charset="0"/>
                          <a:cs typeface="Cavolini" panose="03000502040302020204" pitchFamily="66" charset="0"/>
                        </a:rPr>
                        <a:t>Solution Without Using State</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9218048"/>
                  </a:ext>
                </a:extLst>
              </a:tr>
              <a:tr h="731520">
                <a:tc>
                  <a:txBody>
                    <a:bodyPr/>
                    <a:lstStyle/>
                    <a:p>
                      <a:r>
                        <a:rPr lang="en-US" sz="2100" b="1" dirty="0">
                          <a:solidFill>
                            <a:schemeClr val="tx1"/>
                          </a:solidFill>
                          <a:latin typeface="Cavolini" panose="03000502040302020204" pitchFamily="66" charset="0"/>
                          <a:cs typeface="Cavolini" panose="03000502040302020204" pitchFamily="66" charset="0"/>
                        </a:rPr>
                        <a:t>Stateful/ Smart/ Container</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r>
                        <a:rPr lang="en-US" sz="2100" b="1" dirty="0">
                          <a:solidFill>
                            <a:schemeClr val="tx1"/>
                          </a:solidFill>
                          <a:latin typeface="Cavolini" panose="03000502040302020204" pitchFamily="66" charset="0"/>
                          <a:cs typeface="Cavolini" panose="03000502040302020204" pitchFamily="66" charset="0"/>
                        </a:rPr>
                        <a:t>Mainly Responsible For The User Interface</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47219445"/>
                  </a:ext>
                </a:extLst>
              </a:tr>
              <a:tr h="731520">
                <a:tc>
                  <a:txBody>
                    <a:bodyPr/>
                    <a:lstStyle/>
                    <a:p>
                      <a:endParaRPr lang="en-US" sz="2100" b="1" dirty="0">
                        <a:solidFill>
                          <a:schemeClr val="tx1"/>
                        </a:solidFill>
                        <a:latin typeface="Cavolini" panose="03000502040302020204" pitchFamily="66" charset="0"/>
                        <a:cs typeface="Cavolini" panose="03000502040302020204" pitchFamily="66"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r>
                        <a:rPr lang="en-US" sz="2100" b="1" dirty="0">
                          <a:solidFill>
                            <a:schemeClr val="tx1"/>
                          </a:solidFill>
                          <a:latin typeface="Cavolini" panose="03000502040302020204" pitchFamily="66" charset="0"/>
                          <a:cs typeface="Cavolini" panose="03000502040302020204" pitchFamily="66" charset="0"/>
                        </a:rPr>
                        <a:t>Stateless/ Dumb/ Presentational</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909954702"/>
                  </a:ext>
                </a:extLst>
              </a:tr>
            </a:tbl>
          </a:graphicData>
        </a:graphic>
      </p:graphicFrame>
    </p:spTree>
    <p:extLst>
      <p:ext uri="{BB962C8B-B14F-4D97-AF65-F5344CB8AC3E}">
        <p14:creationId xmlns:p14="http://schemas.microsoft.com/office/powerpoint/2010/main" val="4021515972"/>
      </p:ext>
    </p:extLst>
  </p:cSld>
  <p:clrMapOvr>
    <a:overrideClrMapping bg1="dk1" tx1="lt1" bg2="dk2" tx2="lt2" accent1="accent1" accent2="accent2" accent3="accent3" accent4="accent4" accent5="accent5" accent6="accent6" hlink="hlink" folHlink="folHlink"/>
  </p:clrMapOvr>
  <mc:AlternateContent xmlns:mc="http://schemas.openxmlformats.org/markup-compatibility/2006" xmlns:p159="http://schemas.microsoft.com/office/powerpoint/2015/09/main">
    <mc:Choice Requires="p159">
      <p:transition>
        <p159:morph option="byObject"/>
      </p:transition>
    </mc:Choice>
    <mc:Fallback xmlns="">
      <p:transition>
        <p:fade/>
      </p:transition>
    </mc:Fallback>
  </mc:AlternateContent>
</p:sld>
</file>

<file path=ppt/slides/slide25.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sp useBgFill="1">
        <p:nvSpPr>
          <p:cNvPr id="21" name="Rectangle 20">
            <a:extLst>
              <a:ext uri="{FF2B5EF4-FFF2-40B4-BE49-F238E27FC236}">
                <a16:creationId xmlns:a16="http://schemas.microsoft.com/office/drawing/2014/main" id="{E5A92FE9-DB05-4D0D-AF5A-BE8664B9FFB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grpSp>
        <p:nvGrpSpPr>
          <p:cNvPr id="23" name="Group 22">
            <a:extLst>
              <a:ext uri="{FF2B5EF4-FFF2-40B4-BE49-F238E27FC236}">
                <a16:creationId xmlns:a16="http://schemas.microsoft.com/office/drawing/2014/main" id="{53D9B26A-5143-49A7-BA98-D871D5BD719A}"/>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flipH="1">
            <a:off x="6526211" y="1"/>
            <a:ext cx="5014912" cy="6857999"/>
            <a:chOff x="2928938" y="-4763"/>
            <a:chExt cx="5014912" cy="6862763"/>
          </a:xfrm>
        </p:grpSpPr>
        <p:sp>
          <p:nvSpPr>
            <p:cNvPr id="24" name="Freeform 6">
              <a:extLst>
                <a:ext uri="{FF2B5EF4-FFF2-40B4-BE49-F238E27FC236}">
                  <a16:creationId xmlns:a16="http://schemas.microsoft.com/office/drawing/2014/main" id="{68B85E55-A2A1-4682-B891-F201358A92D5}"/>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3367088" y="-4763"/>
              <a:ext cx="1063625" cy="2782888"/>
            </a:xfrm>
            <a:custGeom>
              <a:avLst/>
              <a:gdLst/>
              <a:ahLst/>
              <a:cxnLst/>
              <a:rect l="0" t="0" r="r" b="b"/>
              <a:pathLst>
                <a:path w="670" h="1753">
                  <a:moveTo>
                    <a:pt x="0" y="1696"/>
                  </a:moveTo>
                  <a:lnTo>
                    <a:pt x="225" y="1753"/>
                  </a:lnTo>
                  <a:lnTo>
                    <a:pt x="670" y="0"/>
                  </a:lnTo>
                  <a:lnTo>
                    <a:pt x="430" y="0"/>
                  </a:lnTo>
                  <a:lnTo>
                    <a:pt x="0" y="1696"/>
                  </a:lnTo>
                  <a:close/>
                </a:path>
              </a:pathLst>
            </a:custGeom>
            <a:solidFill>
              <a:schemeClr val="accent1"/>
            </a:solidFill>
            <a:ln>
              <a:noFill/>
            </a:ln>
          </p:spPr>
          <p:txBody>
            <a:bodyPr/>
            <a:lstStyle/>
            <a:p>
              <a:endParaRPr lang="en-US"/>
            </a:p>
          </p:txBody>
        </p:sp>
        <p:sp>
          <p:nvSpPr>
            <p:cNvPr id="25" name="Freeform 7">
              <a:extLst>
                <a:ext uri="{FF2B5EF4-FFF2-40B4-BE49-F238E27FC236}">
                  <a16:creationId xmlns:a16="http://schemas.microsoft.com/office/drawing/2014/main" id="{45EF6EDB-9B5D-49E9-96FA-1AE08BF95E57}"/>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2928938" y="-4763"/>
              <a:ext cx="1035050" cy="2673350"/>
            </a:xfrm>
            <a:custGeom>
              <a:avLst/>
              <a:gdLst/>
              <a:ahLst/>
              <a:cxnLst/>
              <a:rect l="0" t="0" r="r" b="b"/>
              <a:pathLst>
                <a:path w="652" h="1684">
                  <a:moveTo>
                    <a:pt x="225" y="1684"/>
                  </a:moveTo>
                  <a:lnTo>
                    <a:pt x="652" y="0"/>
                  </a:lnTo>
                  <a:lnTo>
                    <a:pt x="411" y="0"/>
                  </a:lnTo>
                  <a:lnTo>
                    <a:pt x="0" y="1627"/>
                  </a:lnTo>
                  <a:lnTo>
                    <a:pt x="219" y="1681"/>
                  </a:lnTo>
                  <a:lnTo>
                    <a:pt x="225" y="1684"/>
                  </a:lnTo>
                  <a:close/>
                </a:path>
              </a:pathLst>
            </a:custGeom>
            <a:solidFill>
              <a:srgbClr val="595959"/>
            </a:solidFill>
            <a:ln>
              <a:noFill/>
            </a:ln>
          </p:spPr>
          <p:txBody>
            <a:bodyPr/>
            <a:lstStyle/>
            <a:p>
              <a:endParaRPr lang="en-US"/>
            </a:p>
          </p:txBody>
        </p:sp>
        <p:sp>
          <p:nvSpPr>
            <p:cNvPr id="26" name="Freeform 12">
              <a:extLst>
                <a:ext uri="{FF2B5EF4-FFF2-40B4-BE49-F238E27FC236}">
                  <a16:creationId xmlns:a16="http://schemas.microsoft.com/office/drawing/2014/main" id="{38338226-D6E2-4EEE-B271-DB4BD096DBA1}"/>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2928938" y="2582862"/>
              <a:ext cx="2693987" cy="4275138"/>
            </a:xfrm>
            <a:custGeom>
              <a:avLst/>
              <a:gdLst/>
              <a:ahLst/>
              <a:cxnLst/>
              <a:rect l="0" t="0" r="r" b="b"/>
              <a:pathLst>
                <a:path w="1697" h="2693">
                  <a:moveTo>
                    <a:pt x="0" y="0"/>
                  </a:moveTo>
                  <a:lnTo>
                    <a:pt x="1622" y="2693"/>
                  </a:lnTo>
                  <a:lnTo>
                    <a:pt x="1697" y="2693"/>
                  </a:lnTo>
                  <a:lnTo>
                    <a:pt x="0" y="0"/>
                  </a:lnTo>
                  <a:close/>
                </a:path>
              </a:pathLst>
            </a:custGeom>
            <a:solidFill>
              <a:srgbClr val="262626"/>
            </a:solidFill>
            <a:ln>
              <a:noFill/>
            </a:ln>
          </p:spPr>
          <p:txBody>
            <a:bodyPr/>
            <a:lstStyle/>
            <a:p>
              <a:endParaRPr lang="en-US"/>
            </a:p>
          </p:txBody>
        </p:sp>
        <p:sp>
          <p:nvSpPr>
            <p:cNvPr id="27" name="Freeform 13">
              <a:extLst>
                <a:ext uri="{FF2B5EF4-FFF2-40B4-BE49-F238E27FC236}">
                  <a16:creationId xmlns:a16="http://schemas.microsoft.com/office/drawing/2014/main" id="{4878FB48-17B3-4A11-8025-DE0945CD4E71}"/>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3371850" y="2692400"/>
              <a:ext cx="3332162" cy="4165600"/>
            </a:xfrm>
            <a:custGeom>
              <a:avLst/>
              <a:gdLst/>
              <a:ahLst/>
              <a:cxnLst/>
              <a:rect l="0" t="0" r="r" b="b"/>
              <a:pathLst>
                <a:path w="2099" h="2624">
                  <a:moveTo>
                    <a:pt x="2099" y="2624"/>
                  </a:moveTo>
                  <a:lnTo>
                    <a:pt x="0" y="0"/>
                  </a:lnTo>
                  <a:lnTo>
                    <a:pt x="2021" y="2624"/>
                  </a:lnTo>
                  <a:lnTo>
                    <a:pt x="2099" y="2624"/>
                  </a:lnTo>
                  <a:close/>
                </a:path>
              </a:pathLst>
            </a:custGeom>
            <a:solidFill>
              <a:schemeClr val="accent1">
                <a:lumMod val="50000"/>
              </a:schemeClr>
            </a:solidFill>
            <a:ln>
              <a:noFill/>
            </a:ln>
          </p:spPr>
          <p:txBody>
            <a:bodyPr/>
            <a:lstStyle/>
            <a:p>
              <a:endParaRPr lang="en-US"/>
            </a:p>
          </p:txBody>
        </p:sp>
        <p:sp>
          <p:nvSpPr>
            <p:cNvPr id="28" name="Freeform 14">
              <a:extLst>
                <a:ext uri="{FF2B5EF4-FFF2-40B4-BE49-F238E27FC236}">
                  <a16:creationId xmlns:a16="http://schemas.microsoft.com/office/drawing/2014/main" id="{4150A21C-DD6D-4D3C-9E95-7A3CA263BEB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3367088" y="2687637"/>
              <a:ext cx="4576762" cy="4170363"/>
            </a:xfrm>
            <a:custGeom>
              <a:avLst/>
              <a:gdLst/>
              <a:ahLst/>
              <a:cxnLst/>
              <a:rect l="0" t="0" r="r" b="b"/>
              <a:pathLst>
                <a:path w="2883" h="2627">
                  <a:moveTo>
                    <a:pt x="0" y="0"/>
                  </a:moveTo>
                  <a:lnTo>
                    <a:pt x="3" y="3"/>
                  </a:lnTo>
                  <a:lnTo>
                    <a:pt x="2102" y="2627"/>
                  </a:lnTo>
                  <a:lnTo>
                    <a:pt x="2883" y="2627"/>
                  </a:lnTo>
                  <a:lnTo>
                    <a:pt x="225" y="57"/>
                  </a:lnTo>
                  <a:lnTo>
                    <a:pt x="0" y="0"/>
                  </a:lnTo>
                  <a:close/>
                </a:path>
              </a:pathLst>
            </a:custGeom>
            <a:solidFill>
              <a:schemeClr val="accent1">
                <a:lumMod val="75000"/>
              </a:schemeClr>
            </a:solidFill>
            <a:ln>
              <a:noFill/>
            </a:ln>
          </p:spPr>
          <p:txBody>
            <a:bodyPr/>
            <a:lstStyle/>
            <a:p>
              <a:endParaRPr lang="en-US"/>
            </a:p>
          </p:txBody>
        </p:sp>
        <p:sp>
          <p:nvSpPr>
            <p:cNvPr id="29" name="Freeform 15">
              <a:extLst>
                <a:ext uri="{FF2B5EF4-FFF2-40B4-BE49-F238E27FC236}">
                  <a16:creationId xmlns:a16="http://schemas.microsoft.com/office/drawing/2014/main" id="{7505BF04-104D-4180-A284-42FCD6B04DD6}"/>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2928938" y="2578100"/>
              <a:ext cx="3584575" cy="4279900"/>
            </a:xfrm>
            <a:custGeom>
              <a:avLst/>
              <a:gdLst/>
              <a:ahLst/>
              <a:cxnLst/>
              <a:rect l="0" t="0" r="r" b="b"/>
              <a:pathLst>
                <a:path w="2258" h="2696">
                  <a:moveTo>
                    <a:pt x="2258" y="2696"/>
                  </a:moveTo>
                  <a:lnTo>
                    <a:pt x="264" y="111"/>
                  </a:lnTo>
                  <a:lnTo>
                    <a:pt x="228" y="60"/>
                  </a:lnTo>
                  <a:lnTo>
                    <a:pt x="225" y="57"/>
                  </a:lnTo>
                  <a:lnTo>
                    <a:pt x="0" y="0"/>
                  </a:lnTo>
                  <a:lnTo>
                    <a:pt x="0" y="3"/>
                  </a:lnTo>
                  <a:lnTo>
                    <a:pt x="1697" y="2696"/>
                  </a:lnTo>
                  <a:lnTo>
                    <a:pt x="2258" y="2696"/>
                  </a:lnTo>
                  <a:close/>
                </a:path>
              </a:pathLst>
            </a:custGeom>
            <a:solidFill>
              <a:srgbClr val="404040"/>
            </a:solidFill>
            <a:ln>
              <a:noFill/>
            </a:ln>
          </p:spPr>
          <p:txBody>
            <a:bodyPr/>
            <a:lstStyle/>
            <a:p>
              <a:endParaRPr lang="en-US"/>
            </a:p>
          </p:txBody>
        </p:sp>
      </p:grpSp>
      <p:sp>
        <p:nvSpPr>
          <p:cNvPr id="2" name="Title 1">
            <a:extLst>
              <a:ext uri="{FF2B5EF4-FFF2-40B4-BE49-F238E27FC236}">
                <a16:creationId xmlns:a16="http://schemas.microsoft.com/office/drawing/2014/main" id="{652CD06E-EB43-4697-A9C1-290232C3BAD6}"/>
              </a:ext>
            </a:extLst>
          </p:cNvPr>
          <p:cNvSpPr>
            <a:spLocks noGrp="1"/>
          </p:cNvSpPr>
          <p:nvPr>
            <p:ph type="ctrTitle"/>
          </p:nvPr>
        </p:nvSpPr>
        <p:spPr>
          <a:xfrm>
            <a:off x="473345" y="0"/>
            <a:ext cx="11604355" cy="1223994"/>
          </a:xfrm>
        </p:spPr>
        <p:txBody>
          <a:bodyPr>
            <a:noAutofit/>
          </a:bodyPr>
          <a:lstStyle/>
          <a:p>
            <a:pPr algn="l"/>
            <a:r>
              <a:rPr lang="en-US" sz="5400" b="1" dirty="0">
                <a:latin typeface="Mystical Woods Smooth Script" panose="02000500000000000000" pitchFamily="2" charset="0"/>
                <a:cs typeface="Cavolini" panose="03000502040302020204" pitchFamily="66" charset="0"/>
              </a:rPr>
              <a:t>States And Props</a:t>
            </a:r>
          </a:p>
        </p:txBody>
      </p:sp>
      <p:grpSp>
        <p:nvGrpSpPr>
          <p:cNvPr id="6" name="Group 5">
            <a:extLst>
              <a:ext uri="{FF2B5EF4-FFF2-40B4-BE49-F238E27FC236}">
                <a16:creationId xmlns:a16="http://schemas.microsoft.com/office/drawing/2014/main" id="{752A73B4-49EC-E765-1462-2A106F07C3D4}"/>
              </a:ext>
            </a:extLst>
          </p:cNvPr>
          <p:cNvGrpSpPr/>
          <p:nvPr/>
        </p:nvGrpSpPr>
        <p:grpSpPr>
          <a:xfrm>
            <a:off x="481809" y="1152868"/>
            <a:ext cx="8950321" cy="182880"/>
            <a:chOff x="1089027" y="1251583"/>
            <a:chExt cx="8950321" cy="182880"/>
          </a:xfrm>
        </p:grpSpPr>
        <p:cxnSp>
          <p:nvCxnSpPr>
            <p:cNvPr id="4" name="Straight Connector 3">
              <a:extLst>
                <a:ext uri="{FF2B5EF4-FFF2-40B4-BE49-F238E27FC236}">
                  <a16:creationId xmlns:a16="http://schemas.microsoft.com/office/drawing/2014/main" id="{1111542F-3245-DDEC-4B5A-7412E7DBE5FD}"/>
                </a:ext>
              </a:extLst>
            </p:cNvPr>
            <p:cNvCxnSpPr/>
            <p:nvPr/>
          </p:nvCxnSpPr>
          <p:spPr>
            <a:xfrm>
              <a:off x="1089027" y="1347537"/>
              <a:ext cx="8786493" cy="0"/>
            </a:xfrm>
            <a:prstGeom prst="line">
              <a:avLst/>
            </a:prstGeom>
            <a:ln w="38100">
              <a:solidFill>
                <a:srgbClr val="595959"/>
              </a:solidFill>
            </a:ln>
            <a:effectLst>
              <a:reflection blurRad="6350" stA="50000" endA="275" endPos="40000" dist="101600" dir="5400000" sy="-100000" algn="bl" rotWithShape="0"/>
              <a:softEdge rad="12700"/>
            </a:effectLst>
          </p:spPr>
          <p:style>
            <a:lnRef idx="3">
              <a:schemeClr val="dk1"/>
            </a:lnRef>
            <a:fillRef idx="0">
              <a:schemeClr val="dk1"/>
            </a:fillRef>
            <a:effectRef idx="2">
              <a:schemeClr val="dk1"/>
            </a:effectRef>
            <a:fontRef idx="minor">
              <a:schemeClr val="tx1"/>
            </a:fontRef>
          </p:style>
        </p:cxnSp>
        <p:sp>
          <p:nvSpPr>
            <p:cNvPr id="5" name="Flowchart: Connector 4">
              <a:extLst>
                <a:ext uri="{FF2B5EF4-FFF2-40B4-BE49-F238E27FC236}">
                  <a16:creationId xmlns:a16="http://schemas.microsoft.com/office/drawing/2014/main" id="{B2858492-B751-8ED7-57BE-708D61DDCF50}"/>
                </a:ext>
              </a:extLst>
            </p:cNvPr>
            <p:cNvSpPr/>
            <p:nvPr/>
          </p:nvSpPr>
          <p:spPr>
            <a:xfrm>
              <a:off x="9856468" y="1251583"/>
              <a:ext cx="182880" cy="182880"/>
            </a:xfrm>
            <a:prstGeom prst="flowChartConnector">
              <a:avLst/>
            </a:prstGeom>
            <a:ln>
              <a:noFill/>
            </a:ln>
            <a:effectLst>
              <a:outerShdw blurRad="50800" dist="38100" dir="2700000" algn="tl"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pic>
        <p:nvPicPr>
          <p:cNvPr id="3" name="Graphic 2" descr="Atom with solid fill">
            <a:extLst>
              <a:ext uri="{FF2B5EF4-FFF2-40B4-BE49-F238E27FC236}">
                <a16:creationId xmlns:a16="http://schemas.microsoft.com/office/drawing/2014/main" id="{1EEFA630-2D25-D222-F4B5-F13D5DB1CFD6}"/>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473345" y="1484034"/>
            <a:ext cx="685800" cy="685800"/>
          </a:xfrm>
          <a:prstGeom prst="rect">
            <a:avLst/>
          </a:prstGeom>
        </p:spPr>
      </p:pic>
      <p:sp>
        <p:nvSpPr>
          <p:cNvPr id="7" name="TextBox 6">
            <a:extLst>
              <a:ext uri="{FF2B5EF4-FFF2-40B4-BE49-F238E27FC236}">
                <a16:creationId xmlns:a16="http://schemas.microsoft.com/office/drawing/2014/main" id="{A6747723-BAE5-C999-4896-8F92A872C1D9}"/>
              </a:ext>
            </a:extLst>
          </p:cNvPr>
          <p:cNvSpPr txBox="1"/>
          <p:nvPr/>
        </p:nvSpPr>
        <p:spPr>
          <a:xfrm flipH="1">
            <a:off x="1250396" y="1619185"/>
            <a:ext cx="7596740" cy="415498"/>
          </a:xfrm>
          <a:prstGeom prst="rect">
            <a:avLst/>
          </a:prstGeom>
          <a:noFill/>
        </p:spPr>
        <p:txBody>
          <a:bodyPr wrap="square" rtlCol="0">
            <a:spAutoFit/>
          </a:bodyPr>
          <a:lstStyle/>
          <a:p>
            <a:r>
              <a:rPr lang="en-US" sz="2100" b="1" dirty="0">
                <a:latin typeface="Cavolini" panose="03000502040302020204" pitchFamily="66" charset="0"/>
                <a:cs typeface="Cavolini" panose="03000502040302020204" pitchFamily="66" charset="0"/>
              </a:rPr>
              <a:t>Props</a:t>
            </a:r>
          </a:p>
        </p:txBody>
      </p:sp>
      <p:graphicFrame>
        <p:nvGraphicFramePr>
          <p:cNvPr id="8" name="Table 7">
            <a:extLst>
              <a:ext uri="{FF2B5EF4-FFF2-40B4-BE49-F238E27FC236}">
                <a16:creationId xmlns:a16="http://schemas.microsoft.com/office/drawing/2014/main" id="{8B4D1E73-1821-51B0-7AA4-01D12E02C442}"/>
              </a:ext>
            </a:extLst>
          </p:cNvPr>
          <p:cNvGraphicFramePr>
            <a:graphicFrameLocks noGrp="1"/>
          </p:cNvGraphicFramePr>
          <p:nvPr>
            <p:extLst>
              <p:ext uri="{D42A27DB-BD31-4B8C-83A1-F6EECF244321}">
                <p14:modId xmlns:p14="http://schemas.microsoft.com/office/powerpoint/2010/main" val="3830743064"/>
              </p:ext>
            </p:extLst>
          </p:nvPr>
        </p:nvGraphicFramePr>
        <p:xfrm>
          <a:off x="473345" y="2405045"/>
          <a:ext cx="9914550" cy="3474720"/>
        </p:xfrm>
        <a:graphic>
          <a:graphicData uri="http://schemas.openxmlformats.org/drawingml/2006/table">
            <a:tbl>
              <a:tblPr firstRow="1" bandRow="1">
                <a:tableStyleId>{5C22544A-7EE6-4342-B048-85BDC9FD1C3A}</a:tableStyleId>
              </a:tblPr>
              <a:tblGrid>
                <a:gridCol w="615418">
                  <a:extLst>
                    <a:ext uri="{9D8B030D-6E8A-4147-A177-3AD203B41FA5}">
                      <a16:colId xmlns:a16="http://schemas.microsoft.com/office/drawing/2014/main" val="2473130284"/>
                    </a:ext>
                  </a:extLst>
                </a:gridCol>
                <a:gridCol w="9299132">
                  <a:extLst>
                    <a:ext uri="{9D8B030D-6E8A-4147-A177-3AD203B41FA5}">
                      <a16:colId xmlns:a16="http://schemas.microsoft.com/office/drawing/2014/main" val="3159472711"/>
                    </a:ext>
                  </a:extLst>
                </a:gridCol>
              </a:tblGrid>
              <a:tr h="731520">
                <a:tc>
                  <a:txBody>
                    <a:bodyPr/>
                    <a:lstStyle/>
                    <a:p>
                      <a:pPr algn="ctr"/>
                      <a:r>
                        <a:rPr lang="en-US" sz="2100" b="1" dirty="0">
                          <a:solidFill>
                            <a:srgbClr val="30ACEC"/>
                          </a:solidFill>
                          <a:latin typeface="Mystical Woods Smooth Script" panose="02000500000000000000" pitchFamily="2" charset="0"/>
                          <a:cs typeface="Cavolini" panose="03000502040302020204" pitchFamily="66" charset="0"/>
                        </a:rPr>
                        <a:t>&lt;/&gt;</a:t>
                      </a: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38100" cmpd="sng">
                      <a:noFill/>
                    </a:lnB>
                    <a:lnTlToBr w="12700" cmpd="sng">
                      <a:noFill/>
                      <a:prstDash val="solid"/>
                    </a:lnTlToBr>
                    <a:lnBlToTr w="12700" cmpd="sng">
                      <a:noFill/>
                      <a:prstDash val="solid"/>
                    </a:lnBlToTr>
                    <a:noFill/>
                  </a:tcPr>
                </a:tc>
                <a:tc>
                  <a:txBody>
                    <a:bodyPr/>
                    <a:lstStyle/>
                    <a:p>
                      <a:pPr algn="just"/>
                      <a:r>
                        <a:rPr lang="en-US" sz="2100" b="1" i="0" kern="1200" dirty="0">
                          <a:solidFill>
                            <a:schemeClr val="tx1"/>
                          </a:solidFill>
                          <a:effectLst/>
                          <a:latin typeface="Cavolini" panose="03000502040302020204" pitchFamily="66" charset="0"/>
                          <a:ea typeface="+mn-ea"/>
                          <a:cs typeface="Cavolini" panose="03000502040302020204" pitchFamily="66" charset="0"/>
                        </a:rPr>
                        <a:t>The </a:t>
                      </a:r>
                      <a:r>
                        <a:rPr lang="en-US" sz="2100" b="1" i="1" kern="1200" dirty="0">
                          <a:solidFill>
                            <a:schemeClr val="tx1"/>
                          </a:solidFill>
                          <a:effectLst/>
                          <a:latin typeface="Cavolini" panose="03000502040302020204" pitchFamily="66" charset="0"/>
                          <a:ea typeface="+mn-ea"/>
                          <a:cs typeface="Cavolini" panose="03000502040302020204" pitchFamily="66" charset="0"/>
                        </a:rPr>
                        <a:t>props</a:t>
                      </a:r>
                      <a:r>
                        <a:rPr lang="en-US" sz="2100" b="1" i="0" kern="1200" dirty="0">
                          <a:solidFill>
                            <a:schemeClr val="tx1"/>
                          </a:solidFill>
                          <a:effectLst/>
                          <a:latin typeface="Cavolini" panose="03000502040302020204" pitchFamily="66" charset="0"/>
                          <a:ea typeface="+mn-ea"/>
                          <a:cs typeface="Cavolini" panose="03000502040302020204" pitchFamily="66" charset="0"/>
                        </a:rPr>
                        <a:t> is short for properties, and they are used to pass data between React components. Reacts data flow between components is unidirectional (from parent to child only).</a:t>
                      </a:r>
                      <a:endParaRPr lang="en-US" sz="2100" b="1" dirty="0">
                        <a:solidFill>
                          <a:schemeClr val="tx1"/>
                        </a:solidFill>
                        <a:latin typeface="Cavolini" panose="03000502040302020204" pitchFamily="66" charset="0"/>
                        <a:cs typeface="Cavolini" panose="03000502040302020204" pitchFamily="66" charset="0"/>
                      </a:endParaRPr>
                    </a:p>
                  </a:txBody>
                  <a:tcPr>
                    <a:lnL w="12700" cap="flat" cmpd="sng" algn="ctr">
                      <a:noFill/>
                      <a:prstDash val="solid"/>
                      <a:round/>
                      <a:headEnd type="none" w="med" len="med"/>
                      <a:tailEnd type="none" w="med" len="med"/>
                    </a:lnL>
                    <a:lnR w="12700" cmpd="sng">
                      <a:noFill/>
                    </a:lnR>
                    <a:lnT w="12700" cmpd="sng">
                      <a:noFill/>
                    </a:lnT>
                    <a:lnB w="38100" cmpd="sng">
                      <a:noFill/>
                    </a:lnB>
                    <a:lnTlToBr w="12700" cmpd="sng">
                      <a:noFill/>
                      <a:prstDash val="solid"/>
                    </a:lnTlToBr>
                    <a:lnBlToTr w="12700" cmpd="sng">
                      <a:noFill/>
                      <a:prstDash val="solid"/>
                    </a:lnBlToTr>
                    <a:noFill/>
                  </a:tcPr>
                </a:tc>
                <a:extLst>
                  <a:ext uri="{0D108BD9-81ED-4DB2-BD59-A6C34878D82A}">
                    <a16:rowId xmlns:a16="http://schemas.microsoft.com/office/drawing/2014/main" val="2044279959"/>
                  </a:ext>
                </a:extLst>
              </a:tr>
              <a:tr h="731520">
                <a:tc>
                  <a:txBody>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lang="en-US" sz="2100" b="1" dirty="0">
                          <a:solidFill>
                            <a:srgbClr val="30ACEC"/>
                          </a:solidFill>
                          <a:latin typeface="Mystical Woods Smooth Script" panose="02000500000000000000" pitchFamily="2" charset="0"/>
                          <a:cs typeface="Cavolini" panose="03000502040302020204" pitchFamily="66" charset="0"/>
                        </a:rPr>
                        <a:t>&lt;/&gt;</a:t>
                      </a: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38100" cmpd="sng">
                      <a:noFill/>
                    </a:lnB>
                    <a:lnTlToBr w="12700" cmpd="sng">
                      <a:noFill/>
                      <a:prstDash val="solid"/>
                    </a:lnTlToBr>
                    <a:lnBlToTr w="12700" cmpd="sng">
                      <a:noFill/>
                      <a:prstDash val="solid"/>
                    </a:lnBlToTr>
                    <a:noFill/>
                  </a:tcPr>
                </a:tc>
                <a:tc>
                  <a:txBody>
                    <a:bodyPr/>
                    <a:lstStyle/>
                    <a:p>
                      <a:pPr algn="just"/>
                      <a:r>
                        <a:rPr lang="en-US" sz="2100" b="1" i="0" kern="1200" dirty="0">
                          <a:solidFill>
                            <a:schemeClr val="tx1"/>
                          </a:solidFill>
                          <a:effectLst/>
                          <a:latin typeface="Cavolini" panose="03000502040302020204" pitchFamily="66" charset="0"/>
                          <a:ea typeface="+mn-ea"/>
                          <a:cs typeface="Cavolini" panose="03000502040302020204" pitchFamily="66" charset="0"/>
                        </a:rPr>
                        <a:t>Props are immutable so we cannot modify the </a:t>
                      </a:r>
                      <a:r>
                        <a:rPr lang="en-US" sz="2100" b="1" i="1" kern="1200" dirty="0">
                          <a:solidFill>
                            <a:schemeClr val="tx1"/>
                          </a:solidFill>
                          <a:effectLst/>
                          <a:latin typeface="Cavolini" panose="03000502040302020204" pitchFamily="66" charset="0"/>
                          <a:ea typeface="+mn-ea"/>
                          <a:cs typeface="Cavolini" panose="03000502040302020204" pitchFamily="66" charset="0"/>
                        </a:rPr>
                        <a:t>props</a:t>
                      </a:r>
                      <a:r>
                        <a:rPr lang="en-US" sz="2100" b="1" i="0" kern="1200" dirty="0">
                          <a:solidFill>
                            <a:schemeClr val="tx1"/>
                          </a:solidFill>
                          <a:effectLst/>
                          <a:latin typeface="Cavolini" panose="03000502040302020204" pitchFamily="66" charset="0"/>
                          <a:ea typeface="+mn-ea"/>
                          <a:cs typeface="Cavolini" panose="03000502040302020204" pitchFamily="66" charset="0"/>
                        </a:rPr>
                        <a:t> from inside the component. We use </a:t>
                      </a:r>
                      <a:r>
                        <a:rPr lang="en-US" sz="2100" b="1" i="1" kern="1200" dirty="0">
                          <a:solidFill>
                            <a:schemeClr val="tx1"/>
                          </a:solidFill>
                          <a:effectLst/>
                          <a:latin typeface="Cavolini" panose="03000502040302020204" pitchFamily="66" charset="0"/>
                          <a:ea typeface="+mn-ea"/>
                          <a:cs typeface="Cavolini" panose="03000502040302020204" pitchFamily="66" charset="0"/>
                        </a:rPr>
                        <a:t>props</a:t>
                      </a:r>
                      <a:r>
                        <a:rPr lang="en-US" sz="2100" b="1" i="0" kern="1200" dirty="0">
                          <a:solidFill>
                            <a:schemeClr val="tx1"/>
                          </a:solidFill>
                          <a:effectLst/>
                          <a:latin typeface="Cavolini" panose="03000502040302020204" pitchFamily="66" charset="0"/>
                          <a:ea typeface="+mn-ea"/>
                          <a:cs typeface="Cavolini" panose="03000502040302020204" pitchFamily="66" charset="0"/>
                        </a:rPr>
                        <a:t> to pass data from parent component to child component and child component can't change its value as it is immutable and owned by the parent component.</a:t>
                      </a:r>
                      <a:endParaRPr lang="en-US" sz="2100" b="1" dirty="0">
                        <a:solidFill>
                          <a:schemeClr val="tx1"/>
                        </a:solidFill>
                        <a:latin typeface="Cavolini" panose="03000502040302020204" pitchFamily="66" charset="0"/>
                        <a:cs typeface="Cavolini" panose="03000502040302020204" pitchFamily="66" charset="0"/>
                      </a:endParaRPr>
                    </a:p>
                  </a:txBody>
                  <a:tcPr>
                    <a:lnL w="12700" cap="flat" cmpd="sng" algn="ctr">
                      <a:noFill/>
                      <a:prstDash val="solid"/>
                      <a:round/>
                      <a:headEnd type="none" w="med" len="med"/>
                      <a:tailEnd type="none" w="med" len="med"/>
                    </a:lnL>
                    <a:lnR w="12700" cmpd="sng">
                      <a:noFill/>
                    </a:lnR>
                    <a:lnT w="12700" cmpd="sng">
                      <a:noFill/>
                    </a:lnT>
                    <a:lnB w="38100" cmpd="sng">
                      <a:noFill/>
                    </a:lnB>
                    <a:lnTlToBr w="12700" cmpd="sng">
                      <a:noFill/>
                      <a:prstDash val="solid"/>
                    </a:lnTlToBr>
                    <a:lnBlToTr w="12700" cmpd="sng">
                      <a:noFill/>
                      <a:prstDash val="solid"/>
                    </a:lnBlToTr>
                    <a:noFill/>
                  </a:tcPr>
                </a:tc>
                <a:extLst>
                  <a:ext uri="{0D108BD9-81ED-4DB2-BD59-A6C34878D82A}">
                    <a16:rowId xmlns:a16="http://schemas.microsoft.com/office/drawing/2014/main" val="2990063085"/>
                  </a:ext>
                </a:extLst>
              </a:tr>
              <a:tr h="731520">
                <a:tc>
                  <a:txBody>
                    <a:bodyPr/>
                    <a:lstStyle/>
                    <a:p>
                      <a:pPr algn="ctr"/>
                      <a:r>
                        <a:rPr lang="en-US" sz="2100" b="1" dirty="0">
                          <a:solidFill>
                            <a:srgbClr val="30ACEC"/>
                          </a:solidFill>
                          <a:latin typeface="Mystical Woods Smooth Script" panose="02000500000000000000" pitchFamily="2" charset="0"/>
                          <a:cs typeface="Cavolini" panose="03000502040302020204" pitchFamily="66" charset="0"/>
                        </a:rPr>
                        <a:t>&lt;/&gt;</a:t>
                      </a: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mpd="sng">
                      <a:noFill/>
                    </a:lnT>
                    <a:lnB w="38100" cmpd="sng">
                      <a:noFill/>
                    </a:lnB>
                    <a:lnTlToBr w="12700" cmpd="sng">
                      <a:noFill/>
                      <a:prstDash val="solid"/>
                    </a:lnTlToBr>
                    <a:lnBlToTr w="12700" cmpd="sng">
                      <a:noFill/>
                      <a:prstDash val="solid"/>
                    </a:lnBlToTr>
                    <a:noFill/>
                  </a:tcPr>
                </a:tc>
                <a:tc>
                  <a:txBody>
                    <a:bodyPr/>
                    <a:lstStyle/>
                    <a:p>
                      <a:pPr algn="just"/>
                      <a:r>
                        <a:rPr lang="en-US" sz="2100" b="1" i="0" kern="1200" dirty="0">
                          <a:solidFill>
                            <a:schemeClr val="tx1"/>
                          </a:solidFill>
                          <a:effectLst/>
                          <a:latin typeface="Cavolini" panose="03000502040302020204" pitchFamily="66" charset="0"/>
                          <a:ea typeface="+mn-ea"/>
                          <a:cs typeface="Cavolini" panose="03000502040302020204" pitchFamily="66" charset="0"/>
                        </a:rPr>
                        <a:t>React </a:t>
                      </a:r>
                      <a:r>
                        <a:rPr lang="en-US" sz="2100" b="1" i="1" kern="1200" dirty="0">
                          <a:solidFill>
                            <a:schemeClr val="tx1"/>
                          </a:solidFill>
                          <a:effectLst/>
                          <a:latin typeface="Cavolini" panose="03000502040302020204" pitchFamily="66" charset="0"/>
                          <a:ea typeface="+mn-ea"/>
                          <a:cs typeface="Cavolini" panose="03000502040302020204" pitchFamily="66" charset="0"/>
                        </a:rPr>
                        <a:t>props</a:t>
                      </a:r>
                      <a:r>
                        <a:rPr lang="en-US" sz="2100" b="1" i="0" kern="1200" dirty="0">
                          <a:solidFill>
                            <a:schemeClr val="tx1"/>
                          </a:solidFill>
                          <a:effectLst/>
                          <a:latin typeface="Cavolini" panose="03000502040302020204" pitchFamily="66" charset="0"/>
                          <a:ea typeface="+mn-ea"/>
                          <a:cs typeface="Cavolini" panose="03000502040302020204" pitchFamily="66" charset="0"/>
                        </a:rPr>
                        <a:t> are like function arguments in JavaScript and attributes in HTML.</a:t>
                      </a:r>
                      <a:endParaRPr lang="en-US" sz="2100" b="1" dirty="0">
                        <a:solidFill>
                          <a:schemeClr val="tx1"/>
                        </a:solidFill>
                        <a:latin typeface="Cavolini" panose="03000502040302020204" pitchFamily="66" charset="0"/>
                        <a:cs typeface="Cavolini" panose="03000502040302020204" pitchFamily="66" charset="0"/>
                      </a:endParaRPr>
                    </a:p>
                  </a:txBody>
                  <a:tcPr>
                    <a:lnL w="12700" cap="flat" cmpd="sng" algn="ctr">
                      <a:noFill/>
                      <a:prstDash val="solid"/>
                      <a:round/>
                      <a:headEnd type="none" w="med" len="med"/>
                      <a:tailEnd type="none" w="med" len="med"/>
                    </a:lnL>
                    <a:lnR w="12700" cmpd="sng">
                      <a:noFill/>
                    </a:lnR>
                    <a:lnT w="12700" cmpd="sng">
                      <a:noFill/>
                    </a:lnT>
                    <a:lnB w="38100" cmpd="sng">
                      <a:noFill/>
                    </a:lnB>
                    <a:lnTlToBr w="12700" cmpd="sng">
                      <a:noFill/>
                      <a:prstDash val="solid"/>
                    </a:lnTlToBr>
                    <a:lnBlToTr w="12700" cmpd="sng">
                      <a:noFill/>
                      <a:prstDash val="solid"/>
                    </a:lnBlToTr>
                    <a:noFill/>
                  </a:tcPr>
                </a:tc>
                <a:extLst>
                  <a:ext uri="{0D108BD9-81ED-4DB2-BD59-A6C34878D82A}">
                    <a16:rowId xmlns:a16="http://schemas.microsoft.com/office/drawing/2014/main" val="2747036755"/>
                  </a:ext>
                </a:extLst>
              </a:tr>
            </a:tbl>
          </a:graphicData>
        </a:graphic>
      </p:graphicFrame>
    </p:spTree>
    <p:extLst>
      <p:ext uri="{BB962C8B-B14F-4D97-AF65-F5344CB8AC3E}">
        <p14:creationId xmlns:p14="http://schemas.microsoft.com/office/powerpoint/2010/main" val="235978913"/>
      </p:ext>
    </p:extLst>
  </p:cSld>
  <p:clrMapOvr>
    <a:overrideClrMapping bg1="dk1" tx1="lt1" bg2="dk2" tx2="lt2" accent1="accent1" accent2="accent2" accent3="accent3" accent4="accent4" accent5="accent5" accent6="accent6" hlink="hlink" folHlink="folHlink"/>
  </p:clrMapOvr>
  <mc:AlternateContent xmlns:mc="http://schemas.openxmlformats.org/markup-compatibility/2006" xmlns:p159="http://schemas.microsoft.com/office/powerpoint/2015/09/main">
    <mc:Choice Requires="p159">
      <p:transition>
        <p159:morph option="byObject"/>
      </p:transition>
    </mc:Choice>
    <mc:Fallback xmlns="">
      <p:transition>
        <p:fade/>
      </p:transition>
    </mc:Fallback>
  </mc:AlternateContent>
</p:sld>
</file>

<file path=ppt/slides/slide26.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sp useBgFill="1">
        <p:nvSpPr>
          <p:cNvPr id="21" name="Rectangle 20">
            <a:extLst>
              <a:ext uri="{FF2B5EF4-FFF2-40B4-BE49-F238E27FC236}">
                <a16:creationId xmlns:a16="http://schemas.microsoft.com/office/drawing/2014/main" id="{E5A92FE9-DB05-4D0D-AF5A-BE8664B9FFB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grpSp>
        <p:nvGrpSpPr>
          <p:cNvPr id="23" name="Group 22">
            <a:extLst>
              <a:ext uri="{FF2B5EF4-FFF2-40B4-BE49-F238E27FC236}">
                <a16:creationId xmlns:a16="http://schemas.microsoft.com/office/drawing/2014/main" id="{53D9B26A-5143-49A7-BA98-D871D5BD719A}"/>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flipH="1">
            <a:off x="6526211" y="1"/>
            <a:ext cx="5014912" cy="6857999"/>
            <a:chOff x="2928938" y="-4763"/>
            <a:chExt cx="5014912" cy="6862763"/>
          </a:xfrm>
        </p:grpSpPr>
        <p:sp>
          <p:nvSpPr>
            <p:cNvPr id="24" name="Freeform 6">
              <a:extLst>
                <a:ext uri="{FF2B5EF4-FFF2-40B4-BE49-F238E27FC236}">
                  <a16:creationId xmlns:a16="http://schemas.microsoft.com/office/drawing/2014/main" id="{68B85E55-A2A1-4682-B891-F201358A92D5}"/>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3367088" y="-4763"/>
              <a:ext cx="1063625" cy="2782888"/>
            </a:xfrm>
            <a:custGeom>
              <a:avLst/>
              <a:gdLst/>
              <a:ahLst/>
              <a:cxnLst/>
              <a:rect l="0" t="0" r="r" b="b"/>
              <a:pathLst>
                <a:path w="670" h="1753">
                  <a:moveTo>
                    <a:pt x="0" y="1696"/>
                  </a:moveTo>
                  <a:lnTo>
                    <a:pt x="225" y="1753"/>
                  </a:lnTo>
                  <a:lnTo>
                    <a:pt x="670" y="0"/>
                  </a:lnTo>
                  <a:lnTo>
                    <a:pt x="430" y="0"/>
                  </a:lnTo>
                  <a:lnTo>
                    <a:pt x="0" y="1696"/>
                  </a:lnTo>
                  <a:close/>
                </a:path>
              </a:pathLst>
            </a:custGeom>
            <a:solidFill>
              <a:schemeClr val="accent1"/>
            </a:solidFill>
            <a:ln>
              <a:noFill/>
            </a:ln>
          </p:spPr>
          <p:txBody>
            <a:bodyPr/>
            <a:lstStyle/>
            <a:p>
              <a:endParaRPr lang="en-US"/>
            </a:p>
          </p:txBody>
        </p:sp>
        <p:sp>
          <p:nvSpPr>
            <p:cNvPr id="25" name="Freeform 7">
              <a:extLst>
                <a:ext uri="{FF2B5EF4-FFF2-40B4-BE49-F238E27FC236}">
                  <a16:creationId xmlns:a16="http://schemas.microsoft.com/office/drawing/2014/main" id="{45EF6EDB-9B5D-49E9-96FA-1AE08BF95E57}"/>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2928938" y="-4763"/>
              <a:ext cx="1035050" cy="2673350"/>
            </a:xfrm>
            <a:custGeom>
              <a:avLst/>
              <a:gdLst/>
              <a:ahLst/>
              <a:cxnLst/>
              <a:rect l="0" t="0" r="r" b="b"/>
              <a:pathLst>
                <a:path w="652" h="1684">
                  <a:moveTo>
                    <a:pt x="225" y="1684"/>
                  </a:moveTo>
                  <a:lnTo>
                    <a:pt x="652" y="0"/>
                  </a:lnTo>
                  <a:lnTo>
                    <a:pt x="411" y="0"/>
                  </a:lnTo>
                  <a:lnTo>
                    <a:pt x="0" y="1627"/>
                  </a:lnTo>
                  <a:lnTo>
                    <a:pt x="219" y="1681"/>
                  </a:lnTo>
                  <a:lnTo>
                    <a:pt x="225" y="1684"/>
                  </a:lnTo>
                  <a:close/>
                </a:path>
              </a:pathLst>
            </a:custGeom>
            <a:solidFill>
              <a:srgbClr val="595959"/>
            </a:solidFill>
            <a:ln>
              <a:noFill/>
            </a:ln>
          </p:spPr>
          <p:txBody>
            <a:bodyPr/>
            <a:lstStyle/>
            <a:p>
              <a:endParaRPr lang="en-US"/>
            </a:p>
          </p:txBody>
        </p:sp>
        <p:sp>
          <p:nvSpPr>
            <p:cNvPr id="26" name="Freeform 12">
              <a:extLst>
                <a:ext uri="{FF2B5EF4-FFF2-40B4-BE49-F238E27FC236}">
                  <a16:creationId xmlns:a16="http://schemas.microsoft.com/office/drawing/2014/main" id="{38338226-D6E2-4EEE-B271-DB4BD096DBA1}"/>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2928938" y="2582862"/>
              <a:ext cx="2693987" cy="4275138"/>
            </a:xfrm>
            <a:custGeom>
              <a:avLst/>
              <a:gdLst/>
              <a:ahLst/>
              <a:cxnLst/>
              <a:rect l="0" t="0" r="r" b="b"/>
              <a:pathLst>
                <a:path w="1697" h="2693">
                  <a:moveTo>
                    <a:pt x="0" y="0"/>
                  </a:moveTo>
                  <a:lnTo>
                    <a:pt x="1622" y="2693"/>
                  </a:lnTo>
                  <a:lnTo>
                    <a:pt x="1697" y="2693"/>
                  </a:lnTo>
                  <a:lnTo>
                    <a:pt x="0" y="0"/>
                  </a:lnTo>
                  <a:close/>
                </a:path>
              </a:pathLst>
            </a:custGeom>
            <a:solidFill>
              <a:srgbClr val="262626"/>
            </a:solidFill>
            <a:ln>
              <a:noFill/>
            </a:ln>
          </p:spPr>
          <p:txBody>
            <a:bodyPr/>
            <a:lstStyle/>
            <a:p>
              <a:endParaRPr lang="en-US"/>
            </a:p>
          </p:txBody>
        </p:sp>
        <p:sp>
          <p:nvSpPr>
            <p:cNvPr id="27" name="Freeform 13">
              <a:extLst>
                <a:ext uri="{FF2B5EF4-FFF2-40B4-BE49-F238E27FC236}">
                  <a16:creationId xmlns:a16="http://schemas.microsoft.com/office/drawing/2014/main" id="{4878FB48-17B3-4A11-8025-DE0945CD4E71}"/>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3371850" y="2692400"/>
              <a:ext cx="3332162" cy="4165600"/>
            </a:xfrm>
            <a:custGeom>
              <a:avLst/>
              <a:gdLst/>
              <a:ahLst/>
              <a:cxnLst/>
              <a:rect l="0" t="0" r="r" b="b"/>
              <a:pathLst>
                <a:path w="2099" h="2624">
                  <a:moveTo>
                    <a:pt x="2099" y="2624"/>
                  </a:moveTo>
                  <a:lnTo>
                    <a:pt x="0" y="0"/>
                  </a:lnTo>
                  <a:lnTo>
                    <a:pt x="2021" y="2624"/>
                  </a:lnTo>
                  <a:lnTo>
                    <a:pt x="2099" y="2624"/>
                  </a:lnTo>
                  <a:close/>
                </a:path>
              </a:pathLst>
            </a:custGeom>
            <a:solidFill>
              <a:schemeClr val="accent1">
                <a:lumMod val="50000"/>
              </a:schemeClr>
            </a:solidFill>
            <a:ln>
              <a:noFill/>
            </a:ln>
          </p:spPr>
          <p:txBody>
            <a:bodyPr/>
            <a:lstStyle/>
            <a:p>
              <a:endParaRPr lang="en-US"/>
            </a:p>
          </p:txBody>
        </p:sp>
        <p:sp>
          <p:nvSpPr>
            <p:cNvPr id="28" name="Freeform 14">
              <a:extLst>
                <a:ext uri="{FF2B5EF4-FFF2-40B4-BE49-F238E27FC236}">
                  <a16:creationId xmlns:a16="http://schemas.microsoft.com/office/drawing/2014/main" id="{4150A21C-DD6D-4D3C-9E95-7A3CA263BEB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3367088" y="2687637"/>
              <a:ext cx="4576762" cy="4170363"/>
            </a:xfrm>
            <a:custGeom>
              <a:avLst/>
              <a:gdLst/>
              <a:ahLst/>
              <a:cxnLst/>
              <a:rect l="0" t="0" r="r" b="b"/>
              <a:pathLst>
                <a:path w="2883" h="2627">
                  <a:moveTo>
                    <a:pt x="0" y="0"/>
                  </a:moveTo>
                  <a:lnTo>
                    <a:pt x="3" y="3"/>
                  </a:lnTo>
                  <a:lnTo>
                    <a:pt x="2102" y="2627"/>
                  </a:lnTo>
                  <a:lnTo>
                    <a:pt x="2883" y="2627"/>
                  </a:lnTo>
                  <a:lnTo>
                    <a:pt x="225" y="57"/>
                  </a:lnTo>
                  <a:lnTo>
                    <a:pt x="0" y="0"/>
                  </a:lnTo>
                  <a:close/>
                </a:path>
              </a:pathLst>
            </a:custGeom>
            <a:solidFill>
              <a:schemeClr val="accent1">
                <a:lumMod val="75000"/>
              </a:schemeClr>
            </a:solidFill>
            <a:ln>
              <a:noFill/>
            </a:ln>
          </p:spPr>
          <p:txBody>
            <a:bodyPr/>
            <a:lstStyle/>
            <a:p>
              <a:endParaRPr lang="en-US"/>
            </a:p>
          </p:txBody>
        </p:sp>
        <p:sp>
          <p:nvSpPr>
            <p:cNvPr id="29" name="Freeform 15">
              <a:extLst>
                <a:ext uri="{FF2B5EF4-FFF2-40B4-BE49-F238E27FC236}">
                  <a16:creationId xmlns:a16="http://schemas.microsoft.com/office/drawing/2014/main" id="{7505BF04-104D-4180-A284-42FCD6B04DD6}"/>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2928938" y="2578100"/>
              <a:ext cx="3584575" cy="4279900"/>
            </a:xfrm>
            <a:custGeom>
              <a:avLst/>
              <a:gdLst/>
              <a:ahLst/>
              <a:cxnLst/>
              <a:rect l="0" t="0" r="r" b="b"/>
              <a:pathLst>
                <a:path w="2258" h="2696">
                  <a:moveTo>
                    <a:pt x="2258" y="2696"/>
                  </a:moveTo>
                  <a:lnTo>
                    <a:pt x="264" y="111"/>
                  </a:lnTo>
                  <a:lnTo>
                    <a:pt x="228" y="60"/>
                  </a:lnTo>
                  <a:lnTo>
                    <a:pt x="225" y="57"/>
                  </a:lnTo>
                  <a:lnTo>
                    <a:pt x="0" y="0"/>
                  </a:lnTo>
                  <a:lnTo>
                    <a:pt x="0" y="3"/>
                  </a:lnTo>
                  <a:lnTo>
                    <a:pt x="1697" y="2696"/>
                  </a:lnTo>
                  <a:lnTo>
                    <a:pt x="2258" y="2696"/>
                  </a:lnTo>
                  <a:close/>
                </a:path>
              </a:pathLst>
            </a:custGeom>
            <a:solidFill>
              <a:srgbClr val="404040"/>
            </a:solidFill>
            <a:ln>
              <a:noFill/>
            </a:ln>
          </p:spPr>
          <p:txBody>
            <a:bodyPr/>
            <a:lstStyle/>
            <a:p>
              <a:endParaRPr lang="en-US"/>
            </a:p>
          </p:txBody>
        </p:sp>
      </p:grpSp>
      <p:sp>
        <p:nvSpPr>
          <p:cNvPr id="2" name="Title 1">
            <a:extLst>
              <a:ext uri="{FF2B5EF4-FFF2-40B4-BE49-F238E27FC236}">
                <a16:creationId xmlns:a16="http://schemas.microsoft.com/office/drawing/2014/main" id="{652CD06E-EB43-4697-A9C1-290232C3BAD6}"/>
              </a:ext>
            </a:extLst>
          </p:cNvPr>
          <p:cNvSpPr>
            <a:spLocks noGrp="1"/>
          </p:cNvSpPr>
          <p:nvPr>
            <p:ph type="ctrTitle"/>
          </p:nvPr>
        </p:nvSpPr>
        <p:spPr>
          <a:xfrm>
            <a:off x="473345" y="0"/>
            <a:ext cx="11604355" cy="1223994"/>
          </a:xfrm>
        </p:spPr>
        <p:txBody>
          <a:bodyPr>
            <a:noAutofit/>
          </a:bodyPr>
          <a:lstStyle/>
          <a:p>
            <a:pPr algn="l"/>
            <a:r>
              <a:rPr lang="en-US" sz="5400" b="1" dirty="0">
                <a:latin typeface="Mystical Woods Smooth Script" panose="02000500000000000000" pitchFamily="2" charset="0"/>
                <a:cs typeface="Cavolini" panose="03000502040302020204" pitchFamily="66" charset="0"/>
              </a:rPr>
              <a:t>States And Props </a:t>
            </a:r>
            <a:r>
              <a:rPr lang="en-US" sz="2100" b="1" dirty="0">
                <a:latin typeface="Cavolini" panose="03000502040302020204" pitchFamily="66" charset="0"/>
                <a:cs typeface="Cavolini" panose="03000502040302020204" pitchFamily="66" charset="0"/>
              </a:rPr>
              <a:t>continued…</a:t>
            </a:r>
          </a:p>
        </p:txBody>
      </p:sp>
      <p:grpSp>
        <p:nvGrpSpPr>
          <p:cNvPr id="6" name="Group 5">
            <a:extLst>
              <a:ext uri="{FF2B5EF4-FFF2-40B4-BE49-F238E27FC236}">
                <a16:creationId xmlns:a16="http://schemas.microsoft.com/office/drawing/2014/main" id="{752A73B4-49EC-E765-1462-2A106F07C3D4}"/>
              </a:ext>
            </a:extLst>
          </p:cNvPr>
          <p:cNvGrpSpPr/>
          <p:nvPr/>
        </p:nvGrpSpPr>
        <p:grpSpPr>
          <a:xfrm>
            <a:off x="522645" y="1132554"/>
            <a:ext cx="8950321" cy="182880"/>
            <a:chOff x="1089027" y="1251583"/>
            <a:chExt cx="8950321" cy="182880"/>
          </a:xfrm>
        </p:grpSpPr>
        <p:cxnSp>
          <p:nvCxnSpPr>
            <p:cNvPr id="4" name="Straight Connector 3">
              <a:extLst>
                <a:ext uri="{FF2B5EF4-FFF2-40B4-BE49-F238E27FC236}">
                  <a16:creationId xmlns:a16="http://schemas.microsoft.com/office/drawing/2014/main" id="{1111542F-3245-DDEC-4B5A-7412E7DBE5FD}"/>
                </a:ext>
              </a:extLst>
            </p:cNvPr>
            <p:cNvCxnSpPr/>
            <p:nvPr/>
          </p:nvCxnSpPr>
          <p:spPr>
            <a:xfrm>
              <a:off x="1089027" y="1347537"/>
              <a:ext cx="8786493" cy="0"/>
            </a:xfrm>
            <a:prstGeom prst="line">
              <a:avLst/>
            </a:prstGeom>
            <a:ln w="38100">
              <a:solidFill>
                <a:srgbClr val="595959"/>
              </a:solidFill>
            </a:ln>
            <a:effectLst>
              <a:reflection blurRad="6350" stA="50000" endA="275" endPos="40000" dist="101600" dir="5400000" sy="-100000" algn="bl" rotWithShape="0"/>
              <a:softEdge rad="12700"/>
            </a:effectLst>
          </p:spPr>
          <p:style>
            <a:lnRef idx="3">
              <a:schemeClr val="dk1"/>
            </a:lnRef>
            <a:fillRef idx="0">
              <a:schemeClr val="dk1"/>
            </a:fillRef>
            <a:effectRef idx="2">
              <a:schemeClr val="dk1"/>
            </a:effectRef>
            <a:fontRef idx="minor">
              <a:schemeClr val="tx1"/>
            </a:fontRef>
          </p:style>
        </p:cxnSp>
        <p:sp>
          <p:nvSpPr>
            <p:cNvPr id="5" name="Flowchart: Connector 4">
              <a:extLst>
                <a:ext uri="{FF2B5EF4-FFF2-40B4-BE49-F238E27FC236}">
                  <a16:creationId xmlns:a16="http://schemas.microsoft.com/office/drawing/2014/main" id="{B2858492-B751-8ED7-57BE-708D61DDCF50}"/>
                </a:ext>
              </a:extLst>
            </p:cNvPr>
            <p:cNvSpPr/>
            <p:nvPr/>
          </p:nvSpPr>
          <p:spPr>
            <a:xfrm>
              <a:off x="9856468" y="1251583"/>
              <a:ext cx="182880" cy="182880"/>
            </a:xfrm>
            <a:prstGeom prst="flowChartConnector">
              <a:avLst/>
            </a:prstGeom>
            <a:ln>
              <a:noFill/>
            </a:ln>
            <a:effectLst>
              <a:outerShdw blurRad="50800" dist="38100" dir="2700000" algn="tl"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12" name="TextBox 11">
            <a:extLst>
              <a:ext uri="{FF2B5EF4-FFF2-40B4-BE49-F238E27FC236}">
                <a16:creationId xmlns:a16="http://schemas.microsoft.com/office/drawing/2014/main" id="{6BE424DE-6664-4FBC-F726-205FAD8701FA}"/>
              </a:ext>
            </a:extLst>
          </p:cNvPr>
          <p:cNvSpPr txBox="1"/>
          <p:nvPr/>
        </p:nvSpPr>
        <p:spPr>
          <a:xfrm>
            <a:off x="468458" y="1315434"/>
            <a:ext cx="11819261" cy="415498"/>
          </a:xfrm>
          <a:prstGeom prst="rect">
            <a:avLst/>
          </a:prstGeom>
          <a:noFill/>
        </p:spPr>
        <p:txBody>
          <a:bodyPr wrap="none" rtlCol="0">
            <a:spAutoFit/>
          </a:bodyPr>
          <a:lstStyle/>
          <a:p>
            <a:r>
              <a:rPr lang="en-US" sz="2100" b="1" i="0" dirty="0">
                <a:solidFill>
                  <a:srgbClr val="CECAC3"/>
                </a:solidFill>
                <a:effectLst/>
                <a:latin typeface="Cavolini" panose="03000502040302020204" pitchFamily="66" charset="0"/>
                <a:cs typeface="Cavolini" panose="03000502040302020204" pitchFamily="66" charset="0"/>
              </a:rPr>
              <a:t>To send </a:t>
            </a:r>
            <a:r>
              <a:rPr lang="en-US" sz="2100" b="1" i="1" dirty="0">
                <a:solidFill>
                  <a:srgbClr val="DA4B58"/>
                </a:solidFill>
                <a:effectLst/>
                <a:latin typeface="Cavolini" panose="03000502040302020204" pitchFamily="66" charset="0"/>
                <a:cs typeface="Cavolini" panose="03000502040302020204" pitchFamily="66" charset="0"/>
              </a:rPr>
              <a:t>props</a:t>
            </a:r>
            <a:r>
              <a:rPr lang="en-US" sz="2100" b="1" i="0" dirty="0">
                <a:solidFill>
                  <a:srgbClr val="CECAC3"/>
                </a:solidFill>
                <a:effectLst/>
                <a:latin typeface="Cavolini" panose="03000502040302020204" pitchFamily="66" charset="0"/>
                <a:cs typeface="Cavolini" panose="03000502040302020204" pitchFamily="66" charset="0"/>
              </a:rPr>
              <a:t> into a component, we use the same syntax as HTML attributes:</a:t>
            </a:r>
            <a:endParaRPr lang="en-US" sz="2100" b="1" dirty="0">
              <a:latin typeface="Cavolini" panose="03000502040302020204" pitchFamily="66" charset="0"/>
              <a:cs typeface="Cavolini" panose="03000502040302020204" pitchFamily="66" charset="0"/>
            </a:endParaRPr>
          </a:p>
        </p:txBody>
      </p:sp>
      <p:sp>
        <p:nvSpPr>
          <p:cNvPr id="17" name="TextBox 16">
            <a:extLst>
              <a:ext uri="{FF2B5EF4-FFF2-40B4-BE49-F238E27FC236}">
                <a16:creationId xmlns:a16="http://schemas.microsoft.com/office/drawing/2014/main" id="{FACB0C06-BECB-A291-7F86-703D5FC9425A}"/>
              </a:ext>
            </a:extLst>
          </p:cNvPr>
          <p:cNvSpPr txBox="1"/>
          <p:nvPr/>
        </p:nvSpPr>
        <p:spPr>
          <a:xfrm>
            <a:off x="468458" y="1857734"/>
            <a:ext cx="5714267" cy="646331"/>
          </a:xfrm>
          <a:prstGeom prst="rect">
            <a:avLst/>
          </a:prstGeom>
          <a:noFill/>
        </p:spPr>
        <p:txBody>
          <a:bodyPr wrap="square" rtlCol="0">
            <a:spAutoFit/>
          </a:bodyPr>
          <a:lstStyle/>
          <a:p>
            <a:r>
              <a:rPr lang="en-US" b="1" dirty="0">
                <a:solidFill>
                  <a:srgbClr val="FEDE5D"/>
                </a:solidFill>
                <a:effectLst/>
                <a:latin typeface="Cascadia Code" panose="020B0609020000020004" pitchFamily="49" charset="0"/>
              </a:rPr>
              <a:t>const</a:t>
            </a:r>
            <a:r>
              <a:rPr lang="en-US" b="1" dirty="0">
                <a:solidFill>
                  <a:srgbClr val="BBBBBB"/>
                </a:solidFill>
                <a:effectLst/>
                <a:latin typeface="Cascadia Code" panose="020B0609020000020004" pitchFamily="49" charset="0"/>
              </a:rPr>
              <a:t> </a:t>
            </a:r>
            <a:r>
              <a:rPr lang="en-US" b="1" dirty="0">
                <a:solidFill>
                  <a:srgbClr val="FF7EDB"/>
                </a:solidFill>
                <a:effectLst/>
                <a:latin typeface="Cascadia Code" panose="020B0609020000020004" pitchFamily="49" charset="0"/>
              </a:rPr>
              <a:t>element</a:t>
            </a:r>
            <a:r>
              <a:rPr lang="en-US" b="1" dirty="0">
                <a:solidFill>
                  <a:srgbClr val="BBBBBB"/>
                </a:solidFill>
                <a:effectLst/>
                <a:latin typeface="Cascadia Code" panose="020B0609020000020004" pitchFamily="49" charset="0"/>
              </a:rPr>
              <a:t> </a:t>
            </a:r>
            <a:r>
              <a:rPr lang="en-US" b="1" dirty="0">
                <a:solidFill>
                  <a:srgbClr val="FFFFFF"/>
                </a:solidFill>
                <a:effectLst/>
                <a:latin typeface="Cascadia Code" panose="020B0609020000020004" pitchFamily="49" charset="0"/>
              </a:rPr>
              <a:t>=</a:t>
            </a:r>
            <a:r>
              <a:rPr lang="en-US" b="1" dirty="0">
                <a:solidFill>
                  <a:srgbClr val="BBBBBB"/>
                </a:solidFill>
                <a:effectLst/>
                <a:latin typeface="Cascadia Code" panose="020B0609020000020004" pitchFamily="49" charset="0"/>
              </a:rPr>
              <a:t> </a:t>
            </a:r>
            <a:r>
              <a:rPr lang="en-US" b="1" dirty="0">
                <a:solidFill>
                  <a:srgbClr val="36F9F6"/>
                </a:solidFill>
                <a:effectLst/>
                <a:latin typeface="Cascadia Code" panose="020B0609020000020004" pitchFamily="49" charset="0"/>
              </a:rPr>
              <a:t>&lt;</a:t>
            </a:r>
            <a:r>
              <a:rPr lang="en-US" b="1" dirty="0">
                <a:solidFill>
                  <a:srgbClr val="FE4450"/>
                </a:solidFill>
                <a:effectLst/>
                <a:latin typeface="Cascadia Code" panose="020B0609020000020004" pitchFamily="49" charset="0"/>
              </a:rPr>
              <a:t>Welcome</a:t>
            </a:r>
            <a:r>
              <a:rPr lang="en-US" b="1" dirty="0">
                <a:solidFill>
                  <a:srgbClr val="BBBBBB"/>
                </a:solidFill>
                <a:effectLst/>
                <a:latin typeface="Cascadia Code" panose="020B0609020000020004" pitchFamily="49" charset="0"/>
              </a:rPr>
              <a:t> </a:t>
            </a:r>
            <a:r>
              <a:rPr lang="en-US" b="1" dirty="0">
                <a:solidFill>
                  <a:srgbClr val="FEDE5D"/>
                </a:solidFill>
                <a:effectLst/>
                <a:latin typeface="Cascadia Code" panose="020B0609020000020004" pitchFamily="49" charset="0"/>
              </a:rPr>
              <a:t>name</a:t>
            </a:r>
            <a:r>
              <a:rPr lang="en-US" b="1" dirty="0">
                <a:solidFill>
                  <a:srgbClr val="FFFFFF"/>
                </a:solidFill>
                <a:effectLst/>
                <a:latin typeface="Cascadia Code" panose="020B0609020000020004" pitchFamily="49" charset="0"/>
              </a:rPr>
              <a:t>=</a:t>
            </a:r>
            <a:r>
              <a:rPr lang="en-US" b="1" dirty="0">
                <a:solidFill>
                  <a:srgbClr val="FF8B39"/>
                </a:solidFill>
                <a:effectLst/>
                <a:latin typeface="Cascadia Code" panose="020B0609020000020004" pitchFamily="49" charset="0"/>
              </a:rPr>
              <a:t>“Mayur"</a:t>
            </a:r>
            <a:r>
              <a:rPr lang="en-US" b="1" dirty="0">
                <a:solidFill>
                  <a:srgbClr val="BBBBBB"/>
                </a:solidFill>
                <a:effectLst/>
                <a:latin typeface="Cascadia Code" panose="020B0609020000020004" pitchFamily="49" charset="0"/>
              </a:rPr>
              <a:t> </a:t>
            </a:r>
            <a:r>
              <a:rPr lang="en-US" b="1" dirty="0">
                <a:solidFill>
                  <a:srgbClr val="36F9F6"/>
                </a:solidFill>
                <a:effectLst/>
                <a:latin typeface="Cascadia Code" panose="020B0609020000020004" pitchFamily="49" charset="0"/>
              </a:rPr>
              <a:t>/&gt;</a:t>
            </a:r>
            <a:r>
              <a:rPr lang="en-US" b="1" dirty="0">
                <a:solidFill>
                  <a:srgbClr val="BBBBBB"/>
                </a:solidFill>
                <a:effectLst/>
                <a:latin typeface="Cascadia Code" panose="020B0609020000020004" pitchFamily="49" charset="0"/>
              </a:rPr>
              <a:t>;</a:t>
            </a:r>
          </a:p>
        </p:txBody>
      </p:sp>
      <p:sp>
        <p:nvSpPr>
          <p:cNvPr id="7" name="TextBox 6">
            <a:extLst>
              <a:ext uri="{FF2B5EF4-FFF2-40B4-BE49-F238E27FC236}">
                <a16:creationId xmlns:a16="http://schemas.microsoft.com/office/drawing/2014/main" id="{2423FF9D-73C4-44E4-0D7E-C85EF3B4784D}"/>
              </a:ext>
            </a:extLst>
          </p:cNvPr>
          <p:cNvSpPr txBox="1"/>
          <p:nvPr/>
        </p:nvSpPr>
        <p:spPr>
          <a:xfrm>
            <a:off x="522645" y="2907759"/>
            <a:ext cx="10908379" cy="738664"/>
          </a:xfrm>
          <a:prstGeom prst="rect">
            <a:avLst/>
          </a:prstGeom>
          <a:noFill/>
        </p:spPr>
        <p:txBody>
          <a:bodyPr wrap="square" rtlCol="0">
            <a:spAutoFit/>
          </a:bodyPr>
          <a:lstStyle/>
          <a:p>
            <a:r>
              <a:rPr lang="en-US" sz="2100" b="1" i="0" dirty="0">
                <a:solidFill>
                  <a:srgbClr val="CECAC3"/>
                </a:solidFill>
                <a:effectLst/>
                <a:latin typeface="Cavolini" panose="03000502040302020204" pitchFamily="66" charset="0"/>
                <a:cs typeface="Cavolini" panose="03000502040302020204" pitchFamily="66" charset="0"/>
              </a:rPr>
              <a:t>The component receives the argument as a </a:t>
            </a:r>
            <a:r>
              <a:rPr lang="en-US" sz="2100" b="1" i="1" dirty="0">
                <a:solidFill>
                  <a:srgbClr val="DA4B58"/>
                </a:solidFill>
                <a:effectLst/>
                <a:latin typeface="Cavolini" panose="03000502040302020204" pitchFamily="66" charset="0"/>
                <a:cs typeface="Cavolini" panose="03000502040302020204" pitchFamily="66" charset="0"/>
              </a:rPr>
              <a:t>props</a:t>
            </a:r>
            <a:r>
              <a:rPr lang="en-US" sz="2100" b="1" i="0" dirty="0">
                <a:solidFill>
                  <a:srgbClr val="CECAC3"/>
                </a:solidFill>
                <a:effectLst/>
                <a:latin typeface="Cavolini" panose="03000502040302020204" pitchFamily="66" charset="0"/>
                <a:cs typeface="Cavolini" panose="03000502040302020204" pitchFamily="66" charset="0"/>
              </a:rPr>
              <a:t> object and use the </a:t>
            </a:r>
            <a:r>
              <a:rPr lang="en-US" sz="2100" b="1" i="1" dirty="0">
                <a:solidFill>
                  <a:srgbClr val="DA4B58"/>
                </a:solidFill>
                <a:effectLst/>
                <a:latin typeface="Cavolini" panose="03000502040302020204" pitchFamily="66" charset="0"/>
                <a:cs typeface="Cavolini" panose="03000502040302020204" pitchFamily="66" charset="0"/>
              </a:rPr>
              <a:t>props.name</a:t>
            </a:r>
            <a:r>
              <a:rPr lang="en-US" sz="2100" b="1" i="0" dirty="0">
                <a:solidFill>
                  <a:srgbClr val="CECAC3"/>
                </a:solidFill>
                <a:effectLst/>
                <a:latin typeface="Cavolini" panose="03000502040302020204" pitchFamily="66" charset="0"/>
                <a:cs typeface="Cavolini" panose="03000502040302020204" pitchFamily="66" charset="0"/>
              </a:rPr>
              <a:t> attribute in the component to access the name value:</a:t>
            </a:r>
            <a:endParaRPr lang="en-US" sz="2100" b="1" dirty="0">
              <a:latin typeface="Cavolini" panose="03000502040302020204" pitchFamily="66" charset="0"/>
              <a:cs typeface="Cavolini" panose="03000502040302020204" pitchFamily="66" charset="0"/>
            </a:endParaRPr>
          </a:p>
        </p:txBody>
      </p:sp>
      <p:sp>
        <p:nvSpPr>
          <p:cNvPr id="8" name="TextBox 7">
            <a:extLst>
              <a:ext uri="{FF2B5EF4-FFF2-40B4-BE49-F238E27FC236}">
                <a16:creationId xmlns:a16="http://schemas.microsoft.com/office/drawing/2014/main" id="{0C385C35-C975-52B4-FE98-4B318591390F}"/>
              </a:ext>
            </a:extLst>
          </p:cNvPr>
          <p:cNvSpPr txBox="1"/>
          <p:nvPr/>
        </p:nvSpPr>
        <p:spPr>
          <a:xfrm>
            <a:off x="522645" y="3774883"/>
            <a:ext cx="6343433" cy="2031325"/>
          </a:xfrm>
          <a:prstGeom prst="rect">
            <a:avLst/>
          </a:prstGeom>
          <a:noFill/>
        </p:spPr>
        <p:txBody>
          <a:bodyPr wrap="square" rtlCol="0">
            <a:spAutoFit/>
          </a:bodyPr>
          <a:lstStyle/>
          <a:p>
            <a:r>
              <a:rPr lang="en-US" b="1" dirty="0">
                <a:solidFill>
                  <a:srgbClr val="FEDE5D"/>
                </a:solidFill>
                <a:latin typeface="Cascadia Code" panose="020B0609020000020004" pitchFamily="49" charset="0"/>
              </a:rPr>
              <a:t>import React from "react";</a:t>
            </a:r>
          </a:p>
          <a:p>
            <a:endParaRPr lang="en-US" b="1" dirty="0">
              <a:solidFill>
                <a:srgbClr val="FEDE5D"/>
              </a:solidFill>
              <a:latin typeface="Cascadia Code" panose="020B0609020000020004" pitchFamily="49" charset="0"/>
            </a:endParaRPr>
          </a:p>
          <a:p>
            <a:r>
              <a:rPr lang="en-US" b="1" dirty="0">
                <a:solidFill>
                  <a:srgbClr val="FEDE5D"/>
                </a:solidFill>
                <a:latin typeface="Cascadia Code" panose="020B0609020000020004" pitchFamily="49" charset="0"/>
              </a:rPr>
              <a:t>const Welcome = (props) =&gt; {</a:t>
            </a:r>
          </a:p>
          <a:p>
            <a:r>
              <a:rPr lang="en-US" b="1" dirty="0">
                <a:solidFill>
                  <a:srgbClr val="FEDE5D"/>
                </a:solidFill>
                <a:latin typeface="Cascadia Code" panose="020B0609020000020004" pitchFamily="49" charset="0"/>
              </a:rPr>
              <a:t>  return &lt;h2&gt;I am a {props.name}!&lt;/h2&gt;;</a:t>
            </a:r>
          </a:p>
          <a:p>
            <a:r>
              <a:rPr lang="en-US" b="1" dirty="0">
                <a:solidFill>
                  <a:srgbClr val="FEDE5D"/>
                </a:solidFill>
                <a:latin typeface="Cascadia Code" panose="020B0609020000020004" pitchFamily="49" charset="0"/>
              </a:rPr>
              <a:t>};</a:t>
            </a:r>
          </a:p>
          <a:p>
            <a:endParaRPr lang="en-US" b="1" dirty="0">
              <a:solidFill>
                <a:srgbClr val="FEDE5D"/>
              </a:solidFill>
              <a:latin typeface="Cascadia Code" panose="020B0609020000020004" pitchFamily="49" charset="0"/>
            </a:endParaRPr>
          </a:p>
          <a:p>
            <a:r>
              <a:rPr lang="en-US" b="1" dirty="0">
                <a:solidFill>
                  <a:srgbClr val="FEDE5D"/>
                </a:solidFill>
                <a:latin typeface="Cascadia Code" panose="020B0609020000020004" pitchFamily="49" charset="0"/>
              </a:rPr>
              <a:t>export default Welcome;</a:t>
            </a:r>
          </a:p>
        </p:txBody>
      </p:sp>
    </p:spTree>
    <p:extLst>
      <p:ext uri="{BB962C8B-B14F-4D97-AF65-F5344CB8AC3E}">
        <p14:creationId xmlns:p14="http://schemas.microsoft.com/office/powerpoint/2010/main" val="384890604"/>
      </p:ext>
    </p:extLst>
  </p:cSld>
  <p:clrMapOvr>
    <a:overrideClrMapping bg1="dk1" tx1="lt1" bg2="dk2" tx2="lt2" accent1="accent1" accent2="accent2" accent3="accent3" accent4="accent4" accent5="accent5" accent6="accent6" hlink="hlink" folHlink="folHlink"/>
  </p:clrMapOvr>
  <mc:AlternateContent xmlns:mc="http://schemas.openxmlformats.org/markup-compatibility/2006" xmlns:p159="http://schemas.microsoft.com/office/powerpoint/2015/09/main">
    <mc:Choice Requires="p159">
      <p:transition>
        <p159:morph option="byObject"/>
      </p:transition>
    </mc:Choice>
    <mc:Fallback xmlns="">
      <p:transition>
        <p:fade/>
      </p:transition>
    </mc:Fallback>
  </mc:AlternateContent>
</p:sld>
</file>

<file path=ppt/slides/slide27.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sp useBgFill="1">
        <p:nvSpPr>
          <p:cNvPr id="21" name="Rectangle 20">
            <a:extLst>
              <a:ext uri="{FF2B5EF4-FFF2-40B4-BE49-F238E27FC236}">
                <a16:creationId xmlns:a16="http://schemas.microsoft.com/office/drawing/2014/main" id="{E5A92FE9-DB05-4D0D-AF5A-BE8664B9FFB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grpSp>
        <p:nvGrpSpPr>
          <p:cNvPr id="23" name="Group 22">
            <a:extLst>
              <a:ext uri="{FF2B5EF4-FFF2-40B4-BE49-F238E27FC236}">
                <a16:creationId xmlns:a16="http://schemas.microsoft.com/office/drawing/2014/main" id="{53D9B26A-5143-49A7-BA98-D871D5BD719A}"/>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flipH="1">
            <a:off x="6526211" y="1"/>
            <a:ext cx="5014912" cy="6857999"/>
            <a:chOff x="2928938" y="-4763"/>
            <a:chExt cx="5014912" cy="6862763"/>
          </a:xfrm>
        </p:grpSpPr>
        <p:sp>
          <p:nvSpPr>
            <p:cNvPr id="24" name="Freeform 6">
              <a:extLst>
                <a:ext uri="{FF2B5EF4-FFF2-40B4-BE49-F238E27FC236}">
                  <a16:creationId xmlns:a16="http://schemas.microsoft.com/office/drawing/2014/main" id="{68B85E55-A2A1-4682-B891-F201358A92D5}"/>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3367088" y="-4763"/>
              <a:ext cx="1063625" cy="2782888"/>
            </a:xfrm>
            <a:custGeom>
              <a:avLst/>
              <a:gdLst/>
              <a:ahLst/>
              <a:cxnLst/>
              <a:rect l="0" t="0" r="r" b="b"/>
              <a:pathLst>
                <a:path w="670" h="1753">
                  <a:moveTo>
                    <a:pt x="0" y="1696"/>
                  </a:moveTo>
                  <a:lnTo>
                    <a:pt x="225" y="1753"/>
                  </a:lnTo>
                  <a:lnTo>
                    <a:pt x="670" y="0"/>
                  </a:lnTo>
                  <a:lnTo>
                    <a:pt x="430" y="0"/>
                  </a:lnTo>
                  <a:lnTo>
                    <a:pt x="0" y="1696"/>
                  </a:lnTo>
                  <a:close/>
                </a:path>
              </a:pathLst>
            </a:custGeom>
            <a:solidFill>
              <a:schemeClr val="accent1"/>
            </a:solidFill>
            <a:ln>
              <a:noFill/>
            </a:ln>
          </p:spPr>
          <p:txBody>
            <a:bodyPr/>
            <a:lstStyle/>
            <a:p>
              <a:endParaRPr lang="en-US"/>
            </a:p>
          </p:txBody>
        </p:sp>
        <p:sp>
          <p:nvSpPr>
            <p:cNvPr id="25" name="Freeform 7">
              <a:extLst>
                <a:ext uri="{FF2B5EF4-FFF2-40B4-BE49-F238E27FC236}">
                  <a16:creationId xmlns:a16="http://schemas.microsoft.com/office/drawing/2014/main" id="{45EF6EDB-9B5D-49E9-96FA-1AE08BF95E57}"/>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2928938" y="-4763"/>
              <a:ext cx="1035050" cy="2673350"/>
            </a:xfrm>
            <a:custGeom>
              <a:avLst/>
              <a:gdLst/>
              <a:ahLst/>
              <a:cxnLst/>
              <a:rect l="0" t="0" r="r" b="b"/>
              <a:pathLst>
                <a:path w="652" h="1684">
                  <a:moveTo>
                    <a:pt x="225" y="1684"/>
                  </a:moveTo>
                  <a:lnTo>
                    <a:pt x="652" y="0"/>
                  </a:lnTo>
                  <a:lnTo>
                    <a:pt x="411" y="0"/>
                  </a:lnTo>
                  <a:lnTo>
                    <a:pt x="0" y="1627"/>
                  </a:lnTo>
                  <a:lnTo>
                    <a:pt x="219" y="1681"/>
                  </a:lnTo>
                  <a:lnTo>
                    <a:pt x="225" y="1684"/>
                  </a:lnTo>
                  <a:close/>
                </a:path>
              </a:pathLst>
            </a:custGeom>
            <a:solidFill>
              <a:srgbClr val="595959"/>
            </a:solidFill>
            <a:ln>
              <a:noFill/>
            </a:ln>
          </p:spPr>
          <p:txBody>
            <a:bodyPr/>
            <a:lstStyle/>
            <a:p>
              <a:endParaRPr lang="en-US"/>
            </a:p>
          </p:txBody>
        </p:sp>
        <p:sp>
          <p:nvSpPr>
            <p:cNvPr id="26" name="Freeform 12">
              <a:extLst>
                <a:ext uri="{FF2B5EF4-FFF2-40B4-BE49-F238E27FC236}">
                  <a16:creationId xmlns:a16="http://schemas.microsoft.com/office/drawing/2014/main" id="{38338226-D6E2-4EEE-B271-DB4BD096DBA1}"/>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2928938" y="2582862"/>
              <a:ext cx="2693987" cy="4275138"/>
            </a:xfrm>
            <a:custGeom>
              <a:avLst/>
              <a:gdLst/>
              <a:ahLst/>
              <a:cxnLst/>
              <a:rect l="0" t="0" r="r" b="b"/>
              <a:pathLst>
                <a:path w="1697" h="2693">
                  <a:moveTo>
                    <a:pt x="0" y="0"/>
                  </a:moveTo>
                  <a:lnTo>
                    <a:pt x="1622" y="2693"/>
                  </a:lnTo>
                  <a:lnTo>
                    <a:pt x="1697" y="2693"/>
                  </a:lnTo>
                  <a:lnTo>
                    <a:pt x="0" y="0"/>
                  </a:lnTo>
                  <a:close/>
                </a:path>
              </a:pathLst>
            </a:custGeom>
            <a:solidFill>
              <a:srgbClr val="262626"/>
            </a:solidFill>
            <a:ln>
              <a:noFill/>
            </a:ln>
          </p:spPr>
          <p:txBody>
            <a:bodyPr/>
            <a:lstStyle/>
            <a:p>
              <a:endParaRPr lang="en-US"/>
            </a:p>
          </p:txBody>
        </p:sp>
        <p:sp>
          <p:nvSpPr>
            <p:cNvPr id="27" name="Freeform 13">
              <a:extLst>
                <a:ext uri="{FF2B5EF4-FFF2-40B4-BE49-F238E27FC236}">
                  <a16:creationId xmlns:a16="http://schemas.microsoft.com/office/drawing/2014/main" id="{4878FB48-17B3-4A11-8025-DE0945CD4E71}"/>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3371850" y="2692400"/>
              <a:ext cx="3332162" cy="4165600"/>
            </a:xfrm>
            <a:custGeom>
              <a:avLst/>
              <a:gdLst/>
              <a:ahLst/>
              <a:cxnLst/>
              <a:rect l="0" t="0" r="r" b="b"/>
              <a:pathLst>
                <a:path w="2099" h="2624">
                  <a:moveTo>
                    <a:pt x="2099" y="2624"/>
                  </a:moveTo>
                  <a:lnTo>
                    <a:pt x="0" y="0"/>
                  </a:lnTo>
                  <a:lnTo>
                    <a:pt x="2021" y="2624"/>
                  </a:lnTo>
                  <a:lnTo>
                    <a:pt x="2099" y="2624"/>
                  </a:lnTo>
                  <a:close/>
                </a:path>
              </a:pathLst>
            </a:custGeom>
            <a:solidFill>
              <a:schemeClr val="accent1">
                <a:lumMod val="50000"/>
              </a:schemeClr>
            </a:solidFill>
            <a:ln>
              <a:noFill/>
            </a:ln>
          </p:spPr>
          <p:txBody>
            <a:bodyPr/>
            <a:lstStyle/>
            <a:p>
              <a:endParaRPr lang="en-US"/>
            </a:p>
          </p:txBody>
        </p:sp>
        <p:sp>
          <p:nvSpPr>
            <p:cNvPr id="28" name="Freeform 14">
              <a:extLst>
                <a:ext uri="{FF2B5EF4-FFF2-40B4-BE49-F238E27FC236}">
                  <a16:creationId xmlns:a16="http://schemas.microsoft.com/office/drawing/2014/main" id="{4150A21C-DD6D-4D3C-9E95-7A3CA263BEB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3367088" y="2687637"/>
              <a:ext cx="4576762" cy="4170363"/>
            </a:xfrm>
            <a:custGeom>
              <a:avLst/>
              <a:gdLst/>
              <a:ahLst/>
              <a:cxnLst/>
              <a:rect l="0" t="0" r="r" b="b"/>
              <a:pathLst>
                <a:path w="2883" h="2627">
                  <a:moveTo>
                    <a:pt x="0" y="0"/>
                  </a:moveTo>
                  <a:lnTo>
                    <a:pt x="3" y="3"/>
                  </a:lnTo>
                  <a:lnTo>
                    <a:pt x="2102" y="2627"/>
                  </a:lnTo>
                  <a:lnTo>
                    <a:pt x="2883" y="2627"/>
                  </a:lnTo>
                  <a:lnTo>
                    <a:pt x="225" y="57"/>
                  </a:lnTo>
                  <a:lnTo>
                    <a:pt x="0" y="0"/>
                  </a:lnTo>
                  <a:close/>
                </a:path>
              </a:pathLst>
            </a:custGeom>
            <a:solidFill>
              <a:schemeClr val="accent1">
                <a:lumMod val="75000"/>
              </a:schemeClr>
            </a:solidFill>
            <a:ln>
              <a:noFill/>
            </a:ln>
          </p:spPr>
          <p:txBody>
            <a:bodyPr/>
            <a:lstStyle/>
            <a:p>
              <a:endParaRPr lang="en-US"/>
            </a:p>
          </p:txBody>
        </p:sp>
        <p:sp>
          <p:nvSpPr>
            <p:cNvPr id="29" name="Freeform 15">
              <a:extLst>
                <a:ext uri="{FF2B5EF4-FFF2-40B4-BE49-F238E27FC236}">
                  <a16:creationId xmlns:a16="http://schemas.microsoft.com/office/drawing/2014/main" id="{7505BF04-104D-4180-A284-42FCD6B04DD6}"/>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2928938" y="2578100"/>
              <a:ext cx="3584575" cy="4279900"/>
            </a:xfrm>
            <a:custGeom>
              <a:avLst/>
              <a:gdLst/>
              <a:ahLst/>
              <a:cxnLst/>
              <a:rect l="0" t="0" r="r" b="b"/>
              <a:pathLst>
                <a:path w="2258" h="2696">
                  <a:moveTo>
                    <a:pt x="2258" y="2696"/>
                  </a:moveTo>
                  <a:lnTo>
                    <a:pt x="264" y="111"/>
                  </a:lnTo>
                  <a:lnTo>
                    <a:pt x="228" y="60"/>
                  </a:lnTo>
                  <a:lnTo>
                    <a:pt x="225" y="57"/>
                  </a:lnTo>
                  <a:lnTo>
                    <a:pt x="0" y="0"/>
                  </a:lnTo>
                  <a:lnTo>
                    <a:pt x="0" y="3"/>
                  </a:lnTo>
                  <a:lnTo>
                    <a:pt x="1697" y="2696"/>
                  </a:lnTo>
                  <a:lnTo>
                    <a:pt x="2258" y="2696"/>
                  </a:lnTo>
                  <a:close/>
                </a:path>
              </a:pathLst>
            </a:custGeom>
            <a:solidFill>
              <a:srgbClr val="404040"/>
            </a:solidFill>
            <a:ln>
              <a:noFill/>
            </a:ln>
          </p:spPr>
          <p:txBody>
            <a:bodyPr/>
            <a:lstStyle/>
            <a:p>
              <a:endParaRPr lang="en-US"/>
            </a:p>
          </p:txBody>
        </p:sp>
      </p:grpSp>
      <p:sp>
        <p:nvSpPr>
          <p:cNvPr id="2" name="Title 1">
            <a:extLst>
              <a:ext uri="{FF2B5EF4-FFF2-40B4-BE49-F238E27FC236}">
                <a16:creationId xmlns:a16="http://schemas.microsoft.com/office/drawing/2014/main" id="{652CD06E-EB43-4697-A9C1-290232C3BAD6}"/>
              </a:ext>
            </a:extLst>
          </p:cNvPr>
          <p:cNvSpPr>
            <a:spLocks noGrp="1"/>
          </p:cNvSpPr>
          <p:nvPr>
            <p:ph type="ctrTitle"/>
          </p:nvPr>
        </p:nvSpPr>
        <p:spPr>
          <a:xfrm>
            <a:off x="473345" y="0"/>
            <a:ext cx="11604355" cy="1223994"/>
          </a:xfrm>
        </p:spPr>
        <p:txBody>
          <a:bodyPr>
            <a:noAutofit/>
          </a:bodyPr>
          <a:lstStyle/>
          <a:p>
            <a:pPr algn="l"/>
            <a:r>
              <a:rPr lang="en-US" sz="5400" b="1" dirty="0">
                <a:latin typeface="Mystical Woods Smooth Script" panose="02000500000000000000" pitchFamily="2" charset="0"/>
                <a:cs typeface="Cavolini" panose="03000502040302020204" pitchFamily="66" charset="0"/>
              </a:rPr>
              <a:t>States And Props </a:t>
            </a:r>
            <a:r>
              <a:rPr lang="en-US" sz="2100" b="1" dirty="0">
                <a:latin typeface="Cavolini" panose="03000502040302020204" pitchFamily="66" charset="0"/>
                <a:cs typeface="Cavolini" panose="03000502040302020204" pitchFamily="66" charset="0"/>
              </a:rPr>
              <a:t>continued…</a:t>
            </a:r>
            <a:endParaRPr lang="en-US" sz="5400" b="1" dirty="0">
              <a:latin typeface="Mystical Woods Smooth Script" panose="02000500000000000000" pitchFamily="2" charset="0"/>
              <a:cs typeface="Cavolini" panose="03000502040302020204" pitchFamily="66" charset="0"/>
            </a:endParaRPr>
          </a:p>
        </p:txBody>
      </p:sp>
      <p:grpSp>
        <p:nvGrpSpPr>
          <p:cNvPr id="6" name="Group 5">
            <a:extLst>
              <a:ext uri="{FF2B5EF4-FFF2-40B4-BE49-F238E27FC236}">
                <a16:creationId xmlns:a16="http://schemas.microsoft.com/office/drawing/2014/main" id="{752A73B4-49EC-E765-1462-2A106F07C3D4}"/>
              </a:ext>
            </a:extLst>
          </p:cNvPr>
          <p:cNvGrpSpPr/>
          <p:nvPr/>
        </p:nvGrpSpPr>
        <p:grpSpPr>
          <a:xfrm>
            <a:off x="481809" y="1152868"/>
            <a:ext cx="8950321" cy="182880"/>
            <a:chOff x="1089027" y="1251583"/>
            <a:chExt cx="8950321" cy="182880"/>
          </a:xfrm>
        </p:grpSpPr>
        <p:cxnSp>
          <p:nvCxnSpPr>
            <p:cNvPr id="4" name="Straight Connector 3">
              <a:extLst>
                <a:ext uri="{FF2B5EF4-FFF2-40B4-BE49-F238E27FC236}">
                  <a16:creationId xmlns:a16="http://schemas.microsoft.com/office/drawing/2014/main" id="{1111542F-3245-DDEC-4B5A-7412E7DBE5FD}"/>
                </a:ext>
              </a:extLst>
            </p:cNvPr>
            <p:cNvCxnSpPr/>
            <p:nvPr/>
          </p:nvCxnSpPr>
          <p:spPr>
            <a:xfrm>
              <a:off x="1089027" y="1347537"/>
              <a:ext cx="8786493" cy="0"/>
            </a:xfrm>
            <a:prstGeom prst="line">
              <a:avLst/>
            </a:prstGeom>
            <a:ln w="38100">
              <a:solidFill>
                <a:srgbClr val="595959"/>
              </a:solidFill>
            </a:ln>
            <a:effectLst>
              <a:reflection blurRad="6350" stA="50000" endA="275" endPos="40000" dist="101600" dir="5400000" sy="-100000" algn="bl" rotWithShape="0"/>
              <a:softEdge rad="12700"/>
            </a:effectLst>
          </p:spPr>
          <p:style>
            <a:lnRef idx="3">
              <a:schemeClr val="dk1"/>
            </a:lnRef>
            <a:fillRef idx="0">
              <a:schemeClr val="dk1"/>
            </a:fillRef>
            <a:effectRef idx="2">
              <a:schemeClr val="dk1"/>
            </a:effectRef>
            <a:fontRef idx="minor">
              <a:schemeClr val="tx1"/>
            </a:fontRef>
          </p:style>
        </p:cxnSp>
        <p:sp>
          <p:nvSpPr>
            <p:cNvPr id="5" name="Flowchart: Connector 4">
              <a:extLst>
                <a:ext uri="{FF2B5EF4-FFF2-40B4-BE49-F238E27FC236}">
                  <a16:creationId xmlns:a16="http://schemas.microsoft.com/office/drawing/2014/main" id="{B2858492-B751-8ED7-57BE-708D61DDCF50}"/>
                </a:ext>
              </a:extLst>
            </p:cNvPr>
            <p:cNvSpPr/>
            <p:nvPr/>
          </p:nvSpPr>
          <p:spPr>
            <a:xfrm>
              <a:off x="9856468" y="1251583"/>
              <a:ext cx="182880" cy="182880"/>
            </a:xfrm>
            <a:prstGeom prst="flowChartConnector">
              <a:avLst/>
            </a:prstGeom>
            <a:ln>
              <a:noFill/>
            </a:ln>
            <a:effectLst>
              <a:outerShdw blurRad="50800" dist="38100" dir="2700000" algn="tl"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pic>
        <p:nvPicPr>
          <p:cNvPr id="3" name="Graphic 2" descr="Atom with solid fill">
            <a:extLst>
              <a:ext uri="{FF2B5EF4-FFF2-40B4-BE49-F238E27FC236}">
                <a16:creationId xmlns:a16="http://schemas.microsoft.com/office/drawing/2014/main" id="{1EEFA630-2D25-D222-F4B5-F13D5DB1CFD6}"/>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473345" y="1484034"/>
            <a:ext cx="685800" cy="685800"/>
          </a:xfrm>
          <a:prstGeom prst="rect">
            <a:avLst/>
          </a:prstGeom>
        </p:spPr>
      </p:pic>
      <p:sp>
        <p:nvSpPr>
          <p:cNvPr id="7" name="TextBox 6">
            <a:extLst>
              <a:ext uri="{FF2B5EF4-FFF2-40B4-BE49-F238E27FC236}">
                <a16:creationId xmlns:a16="http://schemas.microsoft.com/office/drawing/2014/main" id="{A6747723-BAE5-C999-4896-8F92A872C1D9}"/>
              </a:ext>
            </a:extLst>
          </p:cNvPr>
          <p:cNvSpPr txBox="1"/>
          <p:nvPr/>
        </p:nvSpPr>
        <p:spPr>
          <a:xfrm flipH="1">
            <a:off x="1250396" y="1619185"/>
            <a:ext cx="7596740" cy="415498"/>
          </a:xfrm>
          <a:prstGeom prst="rect">
            <a:avLst/>
          </a:prstGeom>
          <a:noFill/>
        </p:spPr>
        <p:txBody>
          <a:bodyPr wrap="square" rtlCol="0">
            <a:spAutoFit/>
          </a:bodyPr>
          <a:lstStyle/>
          <a:p>
            <a:r>
              <a:rPr lang="en-US" sz="2100" b="1" dirty="0">
                <a:latin typeface="Cavolini" panose="03000502040302020204" pitchFamily="66" charset="0"/>
                <a:cs typeface="Cavolini" panose="03000502040302020204" pitchFamily="66" charset="0"/>
              </a:rPr>
              <a:t>States</a:t>
            </a:r>
          </a:p>
        </p:txBody>
      </p:sp>
      <p:graphicFrame>
        <p:nvGraphicFramePr>
          <p:cNvPr id="8" name="Table 7">
            <a:extLst>
              <a:ext uri="{FF2B5EF4-FFF2-40B4-BE49-F238E27FC236}">
                <a16:creationId xmlns:a16="http://schemas.microsoft.com/office/drawing/2014/main" id="{8B4D1E73-1821-51B0-7AA4-01D12E02C442}"/>
              </a:ext>
            </a:extLst>
          </p:cNvPr>
          <p:cNvGraphicFramePr>
            <a:graphicFrameLocks noGrp="1"/>
          </p:cNvGraphicFramePr>
          <p:nvPr>
            <p:extLst>
              <p:ext uri="{D42A27DB-BD31-4B8C-83A1-F6EECF244321}">
                <p14:modId xmlns:p14="http://schemas.microsoft.com/office/powerpoint/2010/main" val="3095401444"/>
              </p:ext>
            </p:extLst>
          </p:nvPr>
        </p:nvGraphicFramePr>
        <p:xfrm>
          <a:off x="473345" y="2405045"/>
          <a:ext cx="9914550" cy="3154680"/>
        </p:xfrm>
        <a:graphic>
          <a:graphicData uri="http://schemas.openxmlformats.org/drawingml/2006/table">
            <a:tbl>
              <a:tblPr firstRow="1" bandRow="1">
                <a:tableStyleId>{5C22544A-7EE6-4342-B048-85BDC9FD1C3A}</a:tableStyleId>
              </a:tblPr>
              <a:tblGrid>
                <a:gridCol w="615418">
                  <a:extLst>
                    <a:ext uri="{9D8B030D-6E8A-4147-A177-3AD203B41FA5}">
                      <a16:colId xmlns:a16="http://schemas.microsoft.com/office/drawing/2014/main" val="2473130284"/>
                    </a:ext>
                  </a:extLst>
                </a:gridCol>
                <a:gridCol w="9299132">
                  <a:extLst>
                    <a:ext uri="{9D8B030D-6E8A-4147-A177-3AD203B41FA5}">
                      <a16:colId xmlns:a16="http://schemas.microsoft.com/office/drawing/2014/main" val="3159472711"/>
                    </a:ext>
                  </a:extLst>
                </a:gridCol>
              </a:tblGrid>
              <a:tr h="731520">
                <a:tc>
                  <a:txBody>
                    <a:bodyPr/>
                    <a:lstStyle/>
                    <a:p>
                      <a:pPr algn="ctr"/>
                      <a:r>
                        <a:rPr lang="en-US" sz="2100" b="1" dirty="0">
                          <a:solidFill>
                            <a:srgbClr val="30ACEC"/>
                          </a:solidFill>
                          <a:latin typeface="Mystical Woods Smooth Script" panose="02000500000000000000" pitchFamily="2" charset="0"/>
                          <a:cs typeface="Cavolini" panose="03000502040302020204" pitchFamily="66" charset="0"/>
                        </a:rPr>
                        <a:t>&lt;/&gt;</a:t>
                      </a: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38100" cmpd="sng">
                      <a:noFill/>
                    </a:lnB>
                    <a:lnTlToBr w="12700" cmpd="sng">
                      <a:noFill/>
                      <a:prstDash val="solid"/>
                    </a:lnTlToBr>
                    <a:lnBlToTr w="12700" cmpd="sng">
                      <a:noFill/>
                      <a:prstDash val="solid"/>
                    </a:lnBlToTr>
                    <a:noFill/>
                  </a:tcPr>
                </a:tc>
                <a:tc>
                  <a:txBody>
                    <a:bodyPr/>
                    <a:lstStyle/>
                    <a:p>
                      <a:pPr algn="just"/>
                      <a:r>
                        <a:rPr lang="en-US" sz="2100" b="1" i="0" kern="1200" dirty="0">
                          <a:solidFill>
                            <a:schemeClr val="tx1"/>
                          </a:solidFill>
                          <a:effectLst/>
                          <a:latin typeface="Cavolini" panose="03000502040302020204" pitchFamily="66" charset="0"/>
                          <a:ea typeface="+mn-ea"/>
                          <a:cs typeface="Cavolini" panose="03000502040302020204" pitchFamily="66" charset="0"/>
                        </a:rPr>
                        <a:t>The </a:t>
                      </a:r>
                      <a:r>
                        <a:rPr lang="en-US" sz="2100" b="1" i="1" kern="1200" dirty="0">
                          <a:solidFill>
                            <a:schemeClr val="tx1"/>
                          </a:solidFill>
                          <a:effectLst/>
                          <a:latin typeface="Cavolini" panose="03000502040302020204" pitchFamily="66" charset="0"/>
                          <a:ea typeface="+mn-ea"/>
                          <a:cs typeface="Cavolini" panose="03000502040302020204" pitchFamily="66" charset="0"/>
                        </a:rPr>
                        <a:t>state</a:t>
                      </a:r>
                      <a:r>
                        <a:rPr lang="en-US" sz="2100" b="1" i="0" kern="1200" dirty="0">
                          <a:solidFill>
                            <a:schemeClr val="tx1"/>
                          </a:solidFill>
                          <a:effectLst/>
                          <a:latin typeface="Cavolini" panose="03000502040302020204" pitchFamily="66" charset="0"/>
                          <a:ea typeface="+mn-ea"/>
                          <a:cs typeface="Cavolini" panose="03000502040302020204" pitchFamily="66" charset="0"/>
                        </a:rPr>
                        <a:t> is a built-in object in React components. In the </a:t>
                      </a:r>
                      <a:r>
                        <a:rPr lang="en-US" sz="2100" b="1" i="1" kern="1200" dirty="0">
                          <a:solidFill>
                            <a:schemeClr val="tx1"/>
                          </a:solidFill>
                          <a:effectLst/>
                          <a:latin typeface="Cavolini" panose="03000502040302020204" pitchFamily="66" charset="0"/>
                          <a:ea typeface="+mn-ea"/>
                          <a:cs typeface="Cavolini" panose="03000502040302020204" pitchFamily="66" charset="0"/>
                        </a:rPr>
                        <a:t>state</a:t>
                      </a:r>
                      <a:r>
                        <a:rPr lang="en-US" sz="2100" b="1" i="0" kern="1200" dirty="0">
                          <a:solidFill>
                            <a:schemeClr val="tx1"/>
                          </a:solidFill>
                          <a:effectLst/>
                          <a:latin typeface="Cavolini" panose="03000502040302020204" pitchFamily="66" charset="0"/>
                          <a:ea typeface="+mn-ea"/>
                          <a:cs typeface="Cavolini" panose="03000502040302020204" pitchFamily="66" charset="0"/>
                        </a:rPr>
                        <a:t> object, we store property values that belong to the component.</a:t>
                      </a:r>
                      <a:endParaRPr lang="en-US" sz="2100" b="1" dirty="0">
                        <a:solidFill>
                          <a:schemeClr val="tx1"/>
                        </a:solidFill>
                        <a:latin typeface="Cavolini" panose="03000502040302020204" pitchFamily="66" charset="0"/>
                        <a:cs typeface="Cavolini" panose="03000502040302020204" pitchFamily="66" charset="0"/>
                      </a:endParaRPr>
                    </a:p>
                  </a:txBody>
                  <a:tcPr>
                    <a:lnL w="12700" cap="flat" cmpd="sng" algn="ctr">
                      <a:noFill/>
                      <a:prstDash val="solid"/>
                      <a:round/>
                      <a:headEnd type="none" w="med" len="med"/>
                      <a:tailEnd type="none" w="med" len="med"/>
                    </a:lnL>
                    <a:lnR w="12700" cmpd="sng">
                      <a:noFill/>
                    </a:lnR>
                    <a:lnT w="12700" cmpd="sng">
                      <a:noFill/>
                    </a:lnT>
                    <a:lnB w="38100" cmpd="sng">
                      <a:noFill/>
                    </a:lnB>
                    <a:lnTlToBr w="12700" cmpd="sng">
                      <a:noFill/>
                      <a:prstDash val="solid"/>
                    </a:lnTlToBr>
                    <a:lnBlToTr w="12700" cmpd="sng">
                      <a:noFill/>
                      <a:prstDash val="solid"/>
                    </a:lnBlToTr>
                    <a:noFill/>
                  </a:tcPr>
                </a:tc>
                <a:extLst>
                  <a:ext uri="{0D108BD9-81ED-4DB2-BD59-A6C34878D82A}">
                    <a16:rowId xmlns:a16="http://schemas.microsoft.com/office/drawing/2014/main" val="2044279959"/>
                  </a:ext>
                </a:extLst>
              </a:tr>
              <a:tr h="731520">
                <a:tc>
                  <a:txBody>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lang="en-US" sz="2100" b="1" dirty="0">
                          <a:solidFill>
                            <a:srgbClr val="30ACEC"/>
                          </a:solidFill>
                          <a:latin typeface="Mystical Woods Smooth Script" panose="02000500000000000000" pitchFamily="2" charset="0"/>
                          <a:cs typeface="Cavolini" panose="03000502040302020204" pitchFamily="66" charset="0"/>
                        </a:rPr>
                        <a:t>&lt;/&gt;</a:t>
                      </a: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38100" cmpd="sng">
                      <a:noFill/>
                    </a:lnB>
                    <a:lnTlToBr w="12700" cmpd="sng">
                      <a:noFill/>
                      <a:prstDash val="solid"/>
                    </a:lnTlToBr>
                    <a:lnBlToTr w="12700" cmpd="sng">
                      <a:noFill/>
                      <a:prstDash val="solid"/>
                    </a:lnBlToTr>
                    <a:noFill/>
                  </a:tcPr>
                </a:tc>
                <a:tc>
                  <a:txBody>
                    <a:bodyPr/>
                    <a:lstStyle/>
                    <a:p>
                      <a:pPr algn="just"/>
                      <a:r>
                        <a:rPr lang="en-US" sz="2100" b="1" i="0" kern="1200" dirty="0">
                          <a:solidFill>
                            <a:schemeClr val="tx1"/>
                          </a:solidFill>
                          <a:effectLst/>
                          <a:latin typeface="Cavolini" panose="03000502040302020204" pitchFamily="66" charset="0"/>
                          <a:ea typeface="+mn-ea"/>
                          <a:cs typeface="Cavolini" panose="03000502040302020204" pitchFamily="66" charset="0"/>
                        </a:rPr>
                        <a:t>When the </a:t>
                      </a:r>
                      <a:r>
                        <a:rPr lang="en-US" sz="2100" b="1" i="1" kern="1200" dirty="0">
                          <a:solidFill>
                            <a:schemeClr val="tx1"/>
                          </a:solidFill>
                          <a:effectLst/>
                          <a:latin typeface="Cavolini" panose="03000502040302020204" pitchFamily="66" charset="0"/>
                          <a:ea typeface="+mn-ea"/>
                          <a:cs typeface="Cavolini" panose="03000502040302020204" pitchFamily="66" charset="0"/>
                        </a:rPr>
                        <a:t>state</a:t>
                      </a:r>
                      <a:r>
                        <a:rPr lang="en-US" sz="2100" b="1" i="0" kern="1200" dirty="0">
                          <a:solidFill>
                            <a:schemeClr val="tx1"/>
                          </a:solidFill>
                          <a:effectLst/>
                          <a:latin typeface="Cavolini" panose="03000502040302020204" pitchFamily="66" charset="0"/>
                          <a:ea typeface="+mn-ea"/>
                          <a:cs typeface="Cavolini" panose="03000502040302020204" pitchFamily="66" charset="0"/>
                        </a:rPr>
                        <a:t> object changes, the component re-renders. The </a:t>
                      </a:r>
                      <a:r>
                        <a:rPr lang="en-US" sz="2100" b="1" i="1" kern="1200" dirty="0">
                          <a:solidFill>
                            <a:schemeClr val="tx1"/>
                          </a:solidFill>
                          <a:effectLst/>
                          <a:latin typeface="Cavolini" panose="03000502040302020204" pitchFamily="66" charset="0"/>
                          <a:ea typeface="+mn-ea"/>
                          <a:cs typeface="Cavolini" panose="03000502040302020204" pitchFamily="66" charset="0"/>
                        </a:rPr>
                        <a:t>state</a:t>
                      </a:r>
                      <a:r>
                        <a:rPr lang="en-US" sz="2100" b="1" i="0" kern="1200" dirty="0">
                          <a:solidFill>
                            <a:schemeClr val="tx1"/>
                          </a:solidFill>
                          <a:effectLst/>
                          <a:latin typeface="Cavolini" panose="03000502040302020204" pitchFamily="66" charset="0"/>
                          <a:ea typeface="+mn-ea"/>
                          <a:cs typeface="Cavolini" panose="03000502040302020204" pitchFamily="66" charset="0"/>
                        </a:rPr>
                        <a:t> object is modified with the </a:t>
                      </a:r>
                      <a:r>
                        <a:rPr lang="en-US" sz="2100" b="1" i="1" kern="1200" dirty="0" err="1">
                          <a:solidFill>
                            <a:schemeClr val="tx1"/>
                          </a:solidFill>
                          <a:effectLst/>
                          <a:latin typeface="Cavolini" panose="03000502040302020204" pitchFamily="66" charset="0"/>
                          <a:ea typeface="+mn-ea"/>
                          <a:cs typeface="Cavolini" panose="03000502040302020204" pitchFamily="66" charset="0"/>
                        </a:rPr>
                        <a:t>setState</a:t>
                      </a:r>
                      <a:r>
                        <a:rPr lang="en-US" sz="2100" b="1" i="1" kern="1200" dirty="0">
                          <a:solidFill>
                            <a:schemeClr val="tx1"/>
                          </a:solidFill>
                          <a:effectLst/>
                          <a:latin typeface="Cavolini" panose="03000502040302020204" pitchFamily="66" charset="0"/>
                          <a:ea typeface="+mn-ea"/>
                          <a:cs typeface="Cavolini" panose="03000502040302020204" pitchFamily="66" charset="0"/>
                        </a:rPr>
                        <a:t>()</a:t>
                      </a:r>
                      <a:r>
                        <a:rPr lang="en-US" sz="2100" b="1" i="0" kern="1200" dirty="0">
                          <a:solidFill>
                            <a:schemeClr val="tx1"/>
                          </a:solidFill>
                          <a:effectLst/>
                          <a:latin typeface="Cavolini" panose="03000502040302020204" pitchFamily="66" charset="0"/>
                          <a:ea typeface="+mn-ea"/>
                          <a:cs typeface="Cavolini" panose="03000502040302020204" pitchFamily="66" charset="0"/>
                        </a:rPr>
                        <a:t> function.</a:t>
                      </a:r>
                      <a:endParaRPr lang="en-US" sz="2100" b="1" dirty="0">
                        <a:solidFill>
                          <a:schemeClr val="tx1"/>
                        </a:solidFill>
                        <a:latin typeface="Cavolini" panose="03000502040302020204" pitchFamily="66" charset="0"/>
                        <a:cs typeface="Cavolini" panose="03000502040302020204" pitchFamily="66" charset="0"/>
                      </a:endParaRPr>
                    </a:p>
                  </a:txBody>
                  <a:tcPr>
                    <a:lnL w="12700" cap="flat" cmpd="sng" algn="ctr">
                      <a:noFill/>
                      <a:prstDash val="solid"/>
                      <a:round/>
                      <a:headEnd type="none" w="med" len="med"/>
                      <a:tailEnd type="none" w="med" len="med"/>
                    </a:lnL>
                    <a:lnR w="12700" cmpd="sng">
                      <a:noFill/>
                    </a:lnR>
                    <a:lnT w="12700" cmpd="sng">
                      <a:noFill/>
                    </a:lnT>
                    <a:lnB w="38100" cmpd="sng">
                      <a:noFill/>
                    </a:lnB>
                    <a:lnTlToBr w="12700" cmpd="sng">
                      <a:noFill/>
                      <a:prstDash val="solid"/>
                    </a:lnTlToBr>
                    <a:lnBlToTr w="12700" cmpd="sng">
                      <a:noFill/>
                      <a:prstDash val="solid"/>
                    </a:lnBlToTr>
                    <a:noFill/>
                  </a:tcPr>
                </a:tc>
                <a:extLst>
                  <a:ext uri="{0D108BD9-81ED-4DB2-BD59-A6C34878D82A}">
                    <a16:rowId xmlns:a16="http://schemas.microsoft.com/office/drawing/2014/main" val="2990063085"/>
                  </a:ext>
                </a:extLst>
              </a:tr>
              <a:tr h="731520">
                <a:tc>
                  <a:txBody>
                    <a:bodyPr/>
                    <a:lstStyle/>
                    <a:p>
                      <a:pPr algn="ctr"/>
                      <a:r>
                        <a:rPr lang="en-US" sz="2100" b="1" dirty="0">
                          <a:solidFill>
                            <a:srgbClr val="30ACEC"/>
                          </a:solidFill>
                          <a:latin typeface="Mystical Woods Smooth Script" panose="02000500000000000000" pitchFamily="2" charset="0"/>
                          <a:cs typeface="Cavolini" panose="03000502040302020204" pitchFamily="66" charset="0"/>
                        </a:rPr>
                        <a:t>&lt;/&gt;</a:t>
                      </a: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mpd="sng">
                      <a:noFill/>
                    </a:lnT>
                    <a:lnB w="38100" cmpd="sng">
                      <a:noFill/>
                    </a:lnB>
                    <a:lnTlToBr w="12700" cmpd="sng">
                      <a:noFill/>
                      <a:prstDash val="solid"/>
                    </a:lnTlToBr>
                    <a:lnBlToTr w="12700" cmpd="sng">
                      <a:noFill/>
                      <a:prstDash val="solid"/>
                    </a:lnBlToTr>
                    <a:noFill/>
                  </a:tcPr>
                </a:tc>
                <a:tc>
                  <a:txBody>
                    <a:bodyPr/>
                    <a:lstStyle/>
                    <a:p>
                      <a:pPr algn="just"/>
                      <a:r>
                        <a:rPr lang="en-US" sz="2100" b="1" i="0" kern="1200" dirty="0">
                          <a:solidFill>
                            <a:schemeClr val="tx1"/>
                          </a:solidFill>
                          <a:effectLst/>
                          <a:latin typeface="Cavolini" panose="03000502040302020204" pitchFamily="66" charset="0"/>
                          <a:ea typeface="+mn-ea"/>
                          <a:cs typeface="Cavolini" panose="03000502040302020204" pitchFamily="66" charset="0"/>
                        </a:rPr>
                        <a:t>The </a:t>
                      </a:r>
                      <a:r>
                        <a:rPr lang="en-US" sz="2100" b="1" i="1" kern="1200" dirty="0">
                          <a:solidFill>
                            <a:schemeClr val="tx1"/>
                          </a:solidFill>
                          <a:effectLst/>
                          <a:latin typeface="Cavolini" panose="03000502040302020204" pitchFamily="66" charset="0"/>
                          <a:ea typeface="+mn-ea"/>
                          <a:cs typeface="Cavolini" panose="03000502040302020204" pitchFamily="66" charset="0"/>
                        </a:rPr>
                        <a:t>props</a:t>
                      </a:r>
                      <a:r>
                        <a:rPr lang="en-US" sz="2100" b="1" i="0" kern="1200" dirty="0">
                          <a:solidFill>
                            <a:schemeClr val="tx1"/>
                          </a:solidFill>
                          <a:effectLst/>
                          <a:latin typeface="Cavolini" panose="03000502040302020204" pitchFamily="66" charset="0"/>
                          <a:ea typeface="+mn-ea"/>
                          <a:cs typeface="Cavolini" panose="03000502040302020204" pitchFamily="66" charset="0"/>
                        </a:rPr>
                        <a:t> serve a similar purpose to the </a:t>
                      </a:r>
                      <a:r>
                        <a:rPr lang="en-US" sz="2100" b="1" i="1" kern="1200" dirty="0">
                          <a:solidFill>
                            <a:schemeClr val="tx1"/>
                          </a:solidFill>
                          <a:effectLst/>
                          <a:latin typeface="Cavolini" panose="03000502040302020204" pitchFamily="66" charset="0"/>
                          <a:ea typeface="+mn-ea"/>
                          <a:cs typeface="Cavolini" panose="03000502040302020204" pitchFamily="66" charset="0"/>
                        </a:rPr>
                        <a:t>state</a:t>
                      </a:r>
                      <a:r>
                        <a:rPr lang="en-US" sz="2100" b="1" i="0" kern="1200" dirty="0">
                          <a:solidFill>
                            <a:schemeClr val="tx1"/>
                          </a:solidFill>
                          <a:effectLst/>
                          <a:latin typeface="Cavolini" panose="03000502040302020204" pitchFamily="66" charset="0"/>
                          <a:ea typeface="+mn-ea"/>
                          <a:cs typeface="Cavolini" panose="03000502040302020204" pitchFamily="66" charset="0"/>
                        </a:rPr>
                        <a:t>. Both are plain JavaScript objects. The difference between them is that </a:t>
                      </a:r>
                      <a:r>
                        <a:rPr lang="en-US" sz="2100" b="1" i="1" kern="1200" dirty="0">
                          <a:solidFill>
                            <a:schemeClr val="tx1"/>
                          </a:solidFill>
                          <a:effectLst/>
                          <a:latin typeface="Cavolini" panose="03000502040302020204" pitchFamily="66" charset="0"/>
                          <a:ea typeface="+mn-ea"/>
                          <a:cs typeface="Cavolini" panose="03000502040302020204" pitchFamily="66" charset="0"/>
                        </a:rPr>
                        <a:t>props</a:t>
                      </a:r>
                      <a:r>
                        <a:rPr lang="en-US" sz="2100" b="1" i="0" kern="1200" dirty="0">
                          <a:solidFill>
                            <a:schemeClr val="tx1"/>
                          </a:solidFill>
                          <a:effectLst/>
                          <a:latin typeface="Cavolini" panose="03000502040302020204" pitchFamily="66" charset="0"/>
                          <a:ea typeface="+mn-ea"/>
                          <a:cs typeface="Cavolini" panose="03000502040302020204" pitchFamily="66" charset="0"/>
                        </a:rPr>
                        <a:t> get passed to the component whereas the </a:t>
                      </a:r>
                      <a:r>
                        <a:rPr lang="en-US" sz="2100" b="1" i="1" kern="1200" dirty="0">
                          <a:solidFill>
                            <a:schemeClr val="tx1"/>
                          </a:solidFill>
                          <a:effectLst/>
                          <a:latin typeface="Cavolini" panose="03000502040302020204" pitchFamily="66" charset="0"/>
                          <a:ea typeface="+mn-ea"/>
                          <a:cs typeface="Cavolini" panose="03000502040302020204" pitchFamily="66" charset="0"/>
                        </a:rPr>
                        <a:t>state</a:t>
                      </a:r>
                      <a:r>
                        <a:rPr lang="en-US" sz="2100" b="1" i="0" kern="1200" dirty="0">
                          <a:solidFill>
                            <a:schemeClr val="tx1"/>
                          </a:solidFill>
                          <a:effectLst/>
                          <a:latin typeface="Cavolini" panose="03000502040302020204" pitchFamily="66" charset="0"/>
                          <a:ea typeface="+mn-ea"/>
                          <a:cs typeface="Cavolini" panose="03000502040302020204" pitchFamily="66" charset="0"/>
                        </a:rPr>
                        <a:t> is managed within the component.</a:t>
                      </a:r>
                      <a:endParaRPr lang="en-US" sz="2100" b="1" dirty="0">
                        <a:solidFill>
                          <a:schemeClr val="tx1"/>
                        </a:solidFill>
                        <a:latin typeface="Cavolini" panose="03000502040302020204" pitchFamily="66" charset="0"/>
                        <a:cs typeface="Cavolini" panose="03000502040302020204" pitchFamily="66" charset="0"/>
                      </a:endParaRPr>
                    </a:p>
                  </a:txBody>
                  <a:tcPr>
                    <a:lnL w="12700" cap="flat" cmpd="sng" algn="ctr">
                      <a:noFill/>
                      <a:prstDash val="solid"/>
                      <a:round/>
                      <a:headEnd type="none" w="med" len="med"/>
                      <a:tailEnd type="none" w="med" len="med"/>
                    </a:lnL>
                    <a:lnR w="12700" cmpd="sng">
                      <a:noFill/>
                    </a:lnR>
                    <a:lnT w="12700" cmpd="sng">
                      <a:noFill/>
                    </a:lnT>
                    <a:lnB w="38100" cmpd="sng">
                      <a:noFill/>
                    </a:lnB>
                    <a:lnTlToBr w="12700" cmpd="sng">
                      <a:noFill/>
                      <a:prstDash val="solid"/>
                    </a:lnTlToBr>
                    <a:lnBlToTr w="12700" cmpd="sng">
                      <a:noFill/>
                      <a:prstDash val="solid"/>
                    </a:lnBlToTr>
                    <a:noFill/>
                  </a:tcPr>
                </a:tc>
                <a:extLst>
                  <a:ext uri="{0D108BD9-81ED-4DB2-BD59-A6C34878D82A}">
                    <a16:rowId xmlns:a16="http://schemas.microsoft.com/office/drawing/2014/main" val="2747036755"/>
                  </a:ext>
                </a:extLst>
              </a:tr>
            </a:tbl>
          </a:graphicData>
        </a:graphic>
      </p:graphicFrame>
    </p:spTree>
    <p:extLst>
      <p:ext uri="{BB962C8B-B14F-4D97-AF65-F5344CB8AC3E}">
        <p14:creationId xmlns:p14="http://schemas.microsoft.com/office/powerpoint/2010/main" val="1498244885"/>
      </p:ext>
    </p:extLst>
  </p:cSld>
  <p:clrMapOvr>
    <a:overrideClrMapping bg1="dk1" tx1="lt1" bg2="dk2" tx2="lt2" accent1="accent1" accent2="accent2" accent3="accent3" accent4="accent4" accent5="accent5" accent6="accent6" hlink="hlink" folHlink="folHlink"/>
  </p:clrMapOvr>
  <mc:AlternateContent xmlns:mc="http://schemas.openxmlformats.org/markup-compatibility/2006" xmlns:p159="http://schemas.microsoft.com/office/powerpoint/2015/09/main">
    <mc:Choice Requires="p159">
      <p:transition>
        <p159:morph option="byObject"/>
      </p:transition>
    </mc:Choice>
    <mc:Fallback xmlns="">
      <p:transition>
        <p:fade/>
      </p:transition>
    </mc:Fallback>
  </mc:AlternateContent>
</p:sld>
</file>

<file path=ppt/slides/slide28.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sp useBgFill="1">
        <p:nvSpPr>
          <p:cNvPr id="21" name="Rectangle 20">
            <a:extLst>
              <a:ext uri="{FF2B5EF4-FFF2-40B4-BE49-F238E27FC236}">
                <a16:creationId xmlns:a16="http://schemas.microsoft.com/office/drawing/2014/main" id="{E5A92FE9-DB05-4D0D-AF5A-BE8664B9FFB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grpSp>
        <p:nvGrpSpPr>
          <p:cNvPr id="23" name="Group 22">
            <a:extLst>
              <a:ext uri="{FF2B5EF4-FFF2-40B4-BE49-F238E27FC236}">
                <a16:creationId xmlns:a16="http://schemas.microsoft.com/office/drawing/2014/main" id="{53D9B26A-5143-49A7-BA98-D871D5BD719A}"/>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flipH="1">
            <a:off x="6526211" y="1"/>
            <a:ext cx="5014912" cy="6857999"/>
            <a:chOff x="2928938" y="-4763"/>
            <a:chExt cx="5014912" cy="6862763"/>
          </a:xfrm>
        </p:grpSpPr>
        <p:sp>
          <p:nvSpPr>
            <p:cNvPr id="24" name="Freeform 6">
              <a:extLst>
                <a:ext uri="{FF2B5EF4-FFF2-40B4-BE49-F238E27FC236}">
                  <a16:creationId xmlns:a16="http://schemas.microsoft.com/office/drawing/2014/main" id="{68B85E55-A2A1-4682-B891-F201358A92D5}"/>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3367088" y="-4763"/>
              <a:ext cx="1063625" cy="2782888"/>
            </a:xfrm>
            <a:custGeom>
              <a:avLst/>
              <a:gdLst/>
              <a:ahLst/>
              <a:cxnLst/>
              <a:rect l="0" t="0" r="r" b="b"/>
              <a:pathLst>
                <a:path w="670" h="1753">
                  <a:moveTo>
                    <a:pt x="0" y="1696"/>
                  </a:moveTo>
                  <a:lnTo>
                    <a:pt x="225" y="1753"/>
                  </a:lnTo>
                  <a:lnTo>
                    <a:pt x="670" y="0"/>
                  </a:lnTo>
                  <a:lnTo>
                    <a:pt x="430" y="0"/>
                  </a:lnTo>
                  <a:lnTo>
                    <a:pt x="0" y="1696"/>
                  </a:lnTo>
                  <a:close/>
                </a:path>
              </a:pathLst>
            </a:custGeom>
            <a:solidFill>
              <a:schemeClr val="accent1"/>
            </a:solidFill>
            <a:ln>
              <a:noFill/>
            </a:ln>
          </p:spPr>
          <p:txBody>
            <a:bodyPr/>
            <a:lstStyle/>
            <a:p>
              <a:endParaRPr lang="en-US"/>
            </a:p>
          </p:txBody>
        </p:sp>
        <p:sp>
          <p:nvSpPr>
            <p:cNvPr id="25" name="Freeform 7">
              <a:extLst>
                <a:ext uri="{FF2B5EF4-FFF2-40B4-BE49-F238E27FC236}">
                  <a16:creationId xmlns:a16="http://schemas.microsoft.com/office/drawing/2014/main" id="{45EF6EDB-9B5D-49E9-96FA-1AE08BF95E57}"/>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2928938" y="-4763"/>
              <a:ext cx="1035050" cy="2673350"/>
            </a:xfrm>
            <a:custGeom>
              <a:avLst/>
              <a:gdLst/>
              <a:ahLst/>
              <a:cxnLst/>
              <a:rect l="0" t="0" r="r" b="b"/>
              <a:pathLst>
                <a:path w="652" h="1684">
                  <a:moveTo>
                    <a:pt x="225" y="1684"/>
                  </a:moveTo>
                  <a:lnTo>
                    <a:pt x="652" y="0"/>
                  </a:lnTo>
                  <a:lnTo>
                    <a:pt x="411" y="0"/>
                  </a:lnTo>
                  <a:lnTo>
                    <a:pt x="0" y="1627"/>
                  </a:lnTo>
                  <a:lnTo>
                    <a:pt x="219" y="1681"/>
                  </a:lnTo>
                  <a:lnTo>
                    <a:pt x="225" y="1684"/>
                  </a:lnTo>
                  <a:close/>
                </a:path>
              </a:pathLst>
            </a:custGeom>
            <a:solidFill>
              <a:srgbClr val="595959"/>
            </a:solidFill>
            <a:ln>
              <a:noFill/>
            </a:ln>
          </p:spPr>
          <p:txBody>
            <a:bodyPr/>
            <a:lstStyle/>
            <a:p>
              <a:endParaRPr lang="en-US"/>
            </a:p>
          </p:txBody>
        </p:sp>
        <p:sp>
          <p:nvSpPr>
            <p:cNvPr id="26" name="Freeform 12">
              <a:extLst>
                <a:ext uri="{FF2B5EF4-FFF2-40B4-BE49-F238E27FC236}">
                  <a16:creationId xmlns:a16="http://schemas.microsoft.com/office/drawing/2014/main" id="{38338226-D6E2-4EEE-B271-DB4BD096DBA1}"/>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2928938" y="2582862"/>
              <a:ext cx="2693987" cy="4275138"/>
            </a:xfrm>
            <a:custGeom>
              <a:avLst/>
              <a:gdLst/>
              <a:ahLst/>
              <a:cxnLst/>
              <a:rect l="0" t="0" r="r" b="b"/>
              <a:pathLst>
                <a:path w="1697" h="2693">
                  <a:moveTo>
                    <a:pt x="0" y="0"/>
                  </a:moveTo>
                  <a:lnTo>
                    <a:pt x="1622" y="2693"/>
                  </a:lnTo>
                  <a:lnTo>
                    <a:pt x="1697" y="2693"/>
                  </a:lnTo>
                  <a:lnTo>
                    <a:pt x="0" y="0"/>
                  </a:lnTo>
                  <a:close/>
                </a:path>
              </a:pathLst>
            </a:custGeom>
            <a:solidFill>
              <a:srgbClr val="262626"/>
            </a:solidFill>
            <a:ln>
              <a:noFill/>
            </a:ln>
          </p:spPr>
          <p:txBody>
            <a:bodyPr/>
            <a:lstStyle/>
            <a:p>
              <a:endParaRPr lang="en-US"/>
            </a:p>
          </p:txBody>
        </p:sp>
        <p:sp>
          <p:nvSpPr>
            <p:cNvPr id="27" name="Freeform 13">
              <a:extLst>
                <a:ext uri="{FF2B5EF4-FFF2-40B4-BE49-F238E27FC236}">
                  <a16:creationId xmlns:a16="http://schemas.microsoft.com/office/drawing/2014/main" id="{4878FB48-17B3-4A11-8025-DE0945CD4E71}"/>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3371850" y="2692400"/>
              <a:ext cx="3332162" cy="4165600"/>
            </a:xfrm>
            <a:custGeom>
              <a:avLst/>
              <a:gdLst/>
              <a:ahLst/>
              <a:cxnLst/>
              <a:rect l="0" t="0" r="r" b="b"/>
              <a:pathLst>
                <a:path w="2099" h="2624">
                  <a:moveTo>
                    <a:pt x="2099" y="2624"/>
                  </a:moveTo>
                  <a:lnTo>
                    <a:pt x="0" y="0"/>
                  </a:lnTo>
                  <a:lnTo>
                    <a:pt x="2021" y="2624"/>
                  </a:lnTo>
                  <a:lnTo>
                    <a:pt x="2099" y="2624"/>
                  </a:lnTo>
                  <a:close/>
                </a:path>
              </a:pathLst>
            </a:custGeom>
            <a:solidFill>
              <a:schemeClr val="accent1">
                <a:lumMod val="50000"/>
              </a:schemeClr>
            </a:solidFill>
            <a:ln>
              <a:noFill/>
            </a:ln>
          </p:spPr>
          <p:txBody>
            <a:bodyPr/>
            <a:lstStyle/>
            <a:p>
              <a:endParaRPr lang="en-US"/>
            </a:p>
          </p:txBody>
        </p:sp>
        <p:sp>
          <p:nvSpPr>
            <p:cNvPr id="28" name="Freeform 14">
              <a:extLst>
                <a:ext uri="{FF2B5EF4-FFF2-40B4-BE49-F238E27FC236}">
                  <a16:creationId xmlns:a16="http://schemas.microsoft.com/office/drawing/2014/main" id="{4150A21C-DD6D-4D3C-9E95-7A3CA263BEB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3367088" y="2687637"/>
              <a:ext cx="4576762" cy="4170363"/>
            </a:xfrm>
            <a:custGeom>
              <a:avLst/>
              <a:gdLst/>
              <a:ahLst/>
              <a:cxnLst/>
              <a:rect l="0" t="0" r="r" b="b"/>
              <a:pathLst>
                <a:path w="2883" h="2627">
                  <a:moveTo>
                    <a:pt x="0" y="0"/>
                  </a:moveTo>
                  <a:lnTo>
                    <a:pt x="3" y="3"/>
                  </a:lnTo>
                  <a:lnTo>
                    <a:pt x="2102" y="2627"/>
                  </a:lnTo>
                  <a:lnTo>
                    <a:pt x="2883" y="2627"/>
                  </a:lnTo>
                  <a:lnTo>
                    <a:pt x="225" y="57"/>
                  </a:lnTo>
                  <a:lnTo>
                    <a:pt x="0" y="0"/>
                  </a:lnTo>
                  <a:close/>
                </a:path>
              </a:pathLst>
            </a:custGeom>
            <a:solidFill>
              <a:schemeClr val="accent1">
                <a:lumMod val="75000"/>
              </a:schemeClr>
            </a:solidFill>
            <a:ln>
              <a:noFill/>
            </a:ln>
          </p:spPr>
          <p:txBody>
            <a:bodyPr/>
            <a:lstStyle/>
            <a:p>
              <a:endParaRPr lang="en-US"/>
            </a:p>
          </p:txBody>
        </p:sp>
        <p:sp>
          <p:nvSpPr>
            <p:cNvPr id="29" name="Freeform 15">
              <a:extLst>
                <a:ext uri="{FF2B5EF4-FFF2-40B4-BE49-F238E27FC236}">
                  <a16:creationId xmlns:a16="http://schemas.microsoft.com/office/drawing/2014/main" id="{7505BF04-104D-4180-A284-42FCD6B04DD6}"/>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2928938" y="2578100"/>
              <a:ext cx="3584575" cy="4279900"/>
            </a:xfrm>
            <a:custGeom>
              <a:avLst/>
              <a:gdLst/>
              <a:ahLst/>
              <a:cxnLst/>
              <a:rect l="0" t="0" r="r" b="b"/>
              <a:pathLst>
                <a:path w="2258" h="2696">
                  <a:moveTo>
                    <a:pt x="2258" y="2696"/>
                  </a:moveTo>
                  <a:lnTo>
                    <a:pt x="264" y="111"/>
                  </a:lnTo>
                  <a:lnTo>
                    <a:pt x="228" y="60"/>
                  </a:lnTo>
                  <a:lnTo>
                    <a:pt x="225" y="57"/>
                  </a:lnTo>
                  <a:lnTo>
                    <a:pt x="0" y="0"/>
                  </a:lnTo>
                  <a:lnTo>
                    <a:pt x="0" y="3"/>
                  </a:lnTo>
                  <a:lnTo>
                    <a:pt x="1697" y="2696"/>
                  </a:lnTo>
                  <a:lnTo>
                    <a:pt x="2258" y="2696"/>
                  </a:lnTo>
                  <a:close/>
                </a:path>
              </a:pathLst>
            </a:custGeom>
            <a:solidFill>
              <a:srgbClr val="404040"/>
            </a:solidFill>
            <a:ln>
              <a:noFill/>
            </a:ln>
          </p:spPr>
          <p:txBody>
            <a:bodyPr/>
            <a:lstStyle/>
            <a:p>
              <a:endParaRPr lang="en-US"/>
            </a:p>
          </p:txBody>
        </p:sp>
      </p:grpSp>
      <p:sp>
        <p:nvSpPr>
          <p:cNvPr id="2" name="Title 1">
            <a:extLst>
              <a:ext uri="{FF2B5EF4-FFF2-40B4-BE49-F238E27FC236}">
                <a16:creationId xmlns:a16="http://schemas.microsoft.com/office/drawing/2014/main" id="{652CD06E-EB43-4697-A9C1-290232C3BAD6}"/>
              </a:ext>
            </a:extLst>
          </p:cNvPr>
          <p:cNvSpPr>
            <a:spLocks noGrp="1"/>
          </p:cNvSpPr>
          <p:nvPr>
            <p:ph type="ctrTitle"/>
          </p:nvPr>
        </p:nvSpPr>
        <p:spPr>
          <a:xfrm>
            <a:off x="473345" y="0"/>
            <a:ext cx="11604355" cy="1223994"/>
          </a:xfrm>
        </p:spPr>
        <p:txBody>
          <a:bodyPr>
            <a:noAutofit/>
          </a:bodyPr>
          <a:lstStyle/>
          <a:p>
            <a:pPr algn="l"/>
            <a:r>
              <a:rPr lang="en-US" sz="5400" b="1" dirty="0">
                <a:latin typeface="Mystical Woods Smooth Script" panose="02000500000000000000" pitchFamily="2" charset="0"/>
                <a:cs typeface="Cavolini" panose="03000502040302020204" pitchFamily="66" charset="0"/>
              </a:rPr>
              <a:t>States And Props </a:t>
            </a:r>
            <a:r>
              <a:rPr lang="en-US" sz="2100" b="1" dirty="0">
                <a:latin typeface="Cavolini" panose="03000502040302020204" pitchFamily="66" charset="0"/>
                <a:cs typeface="Cavolini" panose="03000502040302020204" pitchFamily="66" charset="0"/>
              </a:rPr>
              <a:t>continued…</a:t>
            </a:r>
            <a:endParaRPr lang="en-US" sz="5400" b="1" dirty="0">
              <a:latin typeface="Mystical Woods Smooth Script" panose="02000500000000000000" pitchFamily="2" charset="0"/>
              <a:cs typeface="Cavolini" panose="03000502040302020204" pitchFamily="66" charset="0"/>
            </a:endParaRPr>
          </a:p>
        </p:txBody>
      </p:sp>
      <p:grpSp>
        <p:nvGrpSpPr>
          <p:cNvPr id="6" name="Group 5">
            <a:extLst>
              <a:ext uri="{FF2B5EF4-FFF2-40B4-BE49-F238E27FC236}">
                <a16:creationId xmlns:a16="http://schemas.microsoft.com/office/drawing/2014/main" id="{752A73B4-49EC-E765-1462-2A106F07C3D4}"/>
              </a:ext>
            </a:extLst>
          </p:cNvPr>
          <p:cNvGrpSpPr/>
          <p:nvPr/>
        </p:nvGrpSpPr>
        <p:grpSpPr>
          <a:xfrm>
            <a:off x="481809" y="1152868"/>
            <a:ext cx="8950321" cy="182880"/>
            <a:chOff x="1089027" y="1251583"/>
            <a:chExt cx="8950321" cy="182880"/>
          </a:xfrm>
        </p:grpSpPr>
        <p:cxnSp>
          <p:nvCxnSpPr>
            <p:cNvPr id="4" name="Straight Connector 3">
              <a:extLst>
                <a:ext uri="{FF2B5EF4-FFF2-40B4-BE49-F238E27FC236}">
                  <a16:creationId xmlns:a16="http://schemas.microsoft.com/office/drawing/2014/main" id="{1111542F-3245-DDEC-4B5A-7412E7DBE5FD}"/>
                </a:ext>
              </a:extLst>
            </p:cNvPr>
            <p:cNvCxnSpPr/>
            <p:nvPr/>
          </p:nvCxnSpPr>
          <p:spPr>
            <a:xfrm>
              <a:off x="1089027" y="1347537"/>
              <a:ext cx="8786493" cy="0"/>
            </a:xfrm>
            <a:prstGeom prst="line">
              <a:avLst/>
            </a:prstGeom>
            <a:ln w="38100">
              <a:solidFill>
                <a:srgbClr val="595959"/>
              </a:solidFill>
            </a:ln>
            <a:effectLst>
              <a:reflection blurRad="6350" stA="50000" endA="275" endPos="40000" dist="101600" dir="5400000" sy="-100000" algn="bl" rotWithShape="0"/>
              <a:softEdge rad="12700"/>
            </a:effectLst>
          </p:spPr>
          <p:style>
            <a:lnRef idx="3">
              <a:schemeClr val="dk1"/>
            </a:lnRef>
            <a:fillRef idx="0">
              <a:schemeClr val="dk1"/>
            </a:fillRef>
            <a:effectRef idx="2">
              <a:schemeClr val="dk1"/>
            </a:effectRef>
            <a:fontRef idx="minor">
              <a:schemeClr val="tx1"/>
            </a:fontRef>
          </p:style>
        </p:cxnSp>
        <p:sp>
          <p:nvSpPr>
            <p:cNvPr id="5" name="Flowchart: Connector 4">
              <a:extLst>
                <a:ext uri="{FF2B5EF4-FFF2-40B4-BE49-F238E27FC236}">
                  <a16:creationId xmlns:a16="http://schemas.microsoft.com/office/drawing/2014/main" id="{B2858492-B751-8ED7-57BE-708D61DDCF50}"/>
                </a:ext>
              </a:extLst>
            </p:cNvPr>
            <p:cNvSpPr/>
            <p:nvPr/>
          </p:nvSpPr>
          <p:spPr>
            <a:xfrm>
              <a:off x="9856468" y="1251583"/>
              <a:ext cx="182880" cy="182880"/>
            </a:xfrm>
            <a:prstGeom prst="flowChartConnector">
              <a:avLst/>
            </a:prstGeom>
            <a:ln>
              <a:noFill/>
            </a:ln>
            <a:effectLst>
              <a:outerShdw blurRad="50800" dist="38100" dir="2700000" algn="tl"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7" name="TextBox 6">
            <a:extLst>
              <a:ext uri="{FF2B5EF4-FFF2-40B4-BE49-F238E27FC236}">
                <a16:creationId xmlns:a16="http://schemas.microsoft.com/office/drawing/2014/main" id="{A6747723-BAE5-C999-4896-8F92A872C1D9}"/>
              </a:ext>
            </a:extLst>
          </p:cNvPr>
          <p:cNvSpPr txBox="1"/>
          <p:nvPr/>
        </p:nvSpPr>
        <p:spPr>
          <a:xfrm flipH="1">
            <a:off x="414301" y="2284914"/>
            <a:ext cx="10806849" cy="738664"/>
          </a:xfrm>
          <a:prstGeom prst="rect">
            <a:avLst/>
          </a:prstGeom>
          <a:noFill/>
        </p:spPr>
        <p:txBody>
          <a:bodyPr wrap="square" rtlCol="0">
            <a:spAutoFit/>
          </a:bodyPr>
          <a:lstStyle/>
          <a:p>
            <a:r>
              <a:rPr lang="en-US" sz="2100" b="1" i="0" dirty="0">
                <a:solidFill>
                  <a:srgbClr val="CECAC3"/>
                </a:solidFill>
                <a:effectLst/>
                <a:latin typeface="Cavolini" panose="03000502040302020204" pitchFamily="66" charset="0"/>
                <a:cs typeface="Cavolini" panose="03000502040302020204" pitchFamily="66" charset="0"/>
              </a:rPr>
              <a:t>Let's create a </a:t>
            </a:r>
            <a:r>
              <a:rPr lang="en-US" sz="2100" b="1" i="1" dirty="0" err="1">
                <a:solidFill>
                  <a:srgbClr val="DA4B58"/>
                </a:solidFill>
                <a:effectLst/>
                <a:latin typeface="Cavolini" panose="03000502040302020204" pitchFamily="66" charset="0"/>
                <a:cs typeface="Cavolini" panose="03000502040302020204" pitchFamily="66" charset="0"/>
              </a:rPr>
              <a:t>StudentComponent</a:t>
            </a:r>
            <a:r>
              <a:rPr lang="en-US" sz="2100" b="1" i="0" dirty="0">
                <a:solidFill>
                  <a:srgbClr val="CECAC3"/>
                </a:solidFill>
                <a:effectLst/>
                <a:latin typeface="Cavolini" panose="03000502040302020204" pitchFamily="66" charset="0"/>
                <a:cs typeface="Cavolini" panose="03000502040302020204" pitchFamily="66" charset="0"/>
              </a:rPr>
              <a:t> and create and initialize the </a:t>
            </a:r>
            <a:r>
              <a:rPr lang="en-US" sz="2100" b="1" i="1" dirty="0">
                <a:solidFill>
                  <a:srgbClr val="DA4B58"/>
                </a:solidFill>
                <a:effectLst/>
                <a:latin typeface="Cavolini" panose="03000502040302020204" pitchFamily="66" charset="0"/>
                <a:cs typeface="Cavolini" panose="03000502040302020204" pitchFamily="66" charset="0"/>
              </a:rPr>
              <a:t>state</a:t>
            </a:r>
            <a:r>
              <a:rPr lang="en-US" sz="2100" b="1" i="0" dirty="0">
                <a:solidFill>
                  <a:srgbClr val="CECAC3"/>
                </a:solidFill>
                <a:effectLst/>
                <a:latin typeface="Cavolini" panose="03000502040302020204" pitchFamily="66" charset="0"/>
                <a:cs typeface="Cavolini" panose="03000502040302020204" pitchFamily="66" charset="0"/>
              </a:rPr>
              <a:t> object in the constructor:</a:t>
            </a:r>
            <a:endParaRPr lang="en-US" sz="2100" b="1" dirty="0">
              <a:latin typeface="Cavolini" panose="03000502040302020204" pitchFamily="66" charset="0"/>
              <a:cs typeface="Cavolini" panose="03000502040302020204" pitchFamily="66" charset="0"/>
            </a:endParaRPr>
          </a:p>
        </p:txBody>
      </p:sp>
      <p:sp>
        <p:nvSpPr>
          <p:cNvPr id="11" name="TextBox 10">
            <a:extLst>
              <a:ext uri="{FF2B5EF4-FFF2-40B4-BE49-F238E27FC236}">
                <a16:creationId xmlns:a16="http://schemas.microsoft.com/office/drawing/2014/main" id="{EE9782A5-1465-38F7-C145-662AC5B677F6}"/>
              </a:ext>
            </a:extLst>
          </p:cNvPr>
          <p:cNvSpPr txBox="1"/>
          <p:nvPr/>
        </p:nvSpPr>
        <p:spPr>
          <a:xfrm>
            <a:off x="414301" y="2990678"/>
            <a:ext cx="11354022" cy="3657600"/>
          </a:xfrm>
          <a:prstGeom prst="rect">
            <a:avLst/>
          </a:prstGeom>
          <a:noFill/>
        </p:spPr>
        <p:txBody>
          <a:bodyPr wrap="square" numCol="2">
            <a:spAutoFit/>
          </a:bodyPr>
          <a:lstStyle/>
          <a:p>
            <a:r>
              <a:rPr lang="en-US" b="1" dirty="0">
                <a:solidFill>
                  <a:srgbClr val="72F1B8"/>
                </a:solidFill>
                <a:latin typeface="Cascadia Code" panose="020B0609020000020004" pitchFamily="49" charset="0"/>
              </a:rPr>
              <a:t>import React, { </a:t>
            </a:r>
            <a:r>
              <a:rPr lang="en-US" b="1" dirty="0" err="1">
                <a:solidFill>
                  <a:srgbClr val="72F1B8"/>
                </a:solidFill>
                <a:latin typeface="Cascadia Code" panose="020B0609020000020004" pitchFamily="49" charset="0"/>
              </a:rPr>
              <a:t>useState</a:t>
            </a:r>
            <a:r>
              <a:rPr lang="en-US" b="1" dirty="0">
                <a:solidFill>
                  <a:srgbClr val="72F1B8"/>
                </a:solidFill>
                <a:latin typeface="Cascadia Code" panose="020B0609020000020004" pitchFamily="49" charset="0"/>
              </a:rPr>
              <a:t> } from "react";</a:t>
            </a:r>
          </a:p>
          <a:p>
            <a:endParaRPr lang="en-US" b="1" dirty="0">
              <a:solidFill>
                <a:srgbClr val="72F1B8"/>
              </a:solidFill>
              <a:latin typeface="Cascadia Code" panose="020B0609020000020004" pitchFamily="49" charset="0"/>
            </a:endParaRPr>
          </a:p>
          <a:p>
            <a:r>
              <a:rPr lang="en-US" b="1" dirty="0">
                <a:solidFill>
                  <a:srgbClr val="72F1B8"/>
                </a:solidFill>
                <a:latin typeface="Cascadia Code" panose="020B0609020000020004" pitchFamily="49" charset="0"/>
              </a:rPr>
              <a:t>const </a:t>
            </a:r>
            <a:r>
              <a:rPr lang="en-US" b="1" dirty="0" err="1">
                <a:solidFill>
                  <a:srgbClr val="72F1B8"/>
                </a:solidFill>
                <a:latin typeface="Cascadia Code" panose="020B0609020000020004" pitchFamily="49" charset="0"/>
              </a:rPr>
              <a:t>StudentComponent</a:t>
            </a:r>
            <a:r>
              <a:rPr lang="en-US" b="1" dirty="0">
                <a:solidFill>
                  <a:srgbClr val="72F1B8"/>
                </a:solidFill>
                <a:latin typeface="Cascadia Code" panose="020B0609020000020004" pitchFamily="49" charset="0"/>
              </a:rPr>
              <a:t> = () =&gt; {</a:t>
            </a:r>
          </a:p>
          <a:p>
            <a:r>
              <a:rPr lang="en-US" b="1" dirty="0">
                <a:solidFill>
                  <a:srgbClr val="72F1B8"/>
                </a:solidFill>
                <a:latin typeface="Cascadia Code" panose="020B0609020000020004" pitchFamily="49" charset="0"/>
              </a:rPr>
              <a:t>  const [</a:t>
            </a:r>
            <a:r>
              <a:rPr lang="en-US" b="1" dirty="0" err="1">
                <a:solidFill>
                  <a:srgbClr val="72F1B8"/>
                </a:solidFill>
                <a:latin typeface="Cascadia Code" panose="020B0609020000020004" pitchFamily="49" charset="0"/>
              </a:rPr>
              <a:t>firstName</a:t>
            </a:r>
            <a:r>
              <a:rPr lang="en-US" b="1" dirty="0">
                <a:solidFill>
                  <a:srgbClr val="72F1B8"/>
                </a:solidFill>
                <a:latin typeface="Cascadia Code" panose="020B0609020000020004" pitchFamily="49" charset="0"/>
              </a:rPr>
              <a:t>] = </a:t>
            </a:r>
            <a:r>
              <a:rPr lang="en-US" b="1" dirty="0" err="1">
                <a:solidFill>
                  <a:srgbClr val="72F1B8"/>
                </a:solidFill>
                <a:latin typeface="Cascadia Code" panose="020B0609020000020004" pitchFamily="49" charset="0"/>
              </a:rPr>
              <a:t>useState</a:t>
            </a:r>
            <a:r>
              <a:rPr lang="en-US" b="1" dirty="0">
                <a:solidFill>
                  <a:srgbClr val="72F1B8"/>
                </a:solidFill>
                <a:latin typeface="Cascadia Code" panose="020B0609020000020004" pitchFamily="49" charset="0"/>
              </a:rPr>
              <a:t>("Mayur");</a:t>
            </a:r>
          </a:p>
          <a:p>
            <a:endParaRPr lang="en-US" b="1" dirty="0">
              <a:solidFill>
                <a:srgbClr val="72F1B8"/>
              </a:solidFill>
              <a:latin typeface="Cascadia Code" panose="020B0609020000020004" pitchFamily="49" charset="0"/>
            </a:endParaRPr>
          </a:p>
          <a:p>
            <a:r>
              <a:rPr lang="en-US" b="1" dirty="0">
                <a:solidFill>
                  <a:srgbClr val="72F1B8"/>
                </a:solidFill>
                <a:latin typeface="Cascadia Code" panose="020B0609020000020004" pitchFamily="49" charset="0"/>
              </a:rPr>
              <a:t>  return (</a:t>
            </a:r>
          </a:p>
          <a:p>
            <a:r>
              <a:rPr lang="en-US" b="1" dirty="0">
                <a:solidFill>
                  <a:srgbClr val="72F1B8"/>
                </a:solidFill>
                <a:latin typeface="Cascadia Code" panose="020B0609020000020004" pitchFamily="49" charset="0"/>
              </a:rPr>
              <a:t>    &lt;div&gt;</a:t>
            </a:r>
          </a:p>
          <a:p>
            <a:r>
              <a:rPr lang="en-US" b="1" dirty="0">
                <a:solidFill>
                  <a:srgbClr val="72F1B8"/>
                </a:solidFill>
                <a:latin typeface="Cascadia Code" panose="020B0609020000020004" pitchFamily="49" charset="0"/>
              </a:rPr>
              <a:t>      &lt;h1&gt;Hello Student&lt;/h1&gt;</a:t>
            </a:r>
          </a:p>
          <a:p>
            <a:r>
              <a:rPr lang="en-US" b="1" dirty="0">
                <a:solidFill>
                  <a:srgbClr val="72F1B8"/>
                </a:solidFill>
                <a:latin typeface="Cascadia Code" panose="020B0609020000020004" pitchFamily="49" charset="0"/>
              </a:rPr>
              <a:t>    &lt;/div&gt;</a:t>
            </a:r>
          </a:p>
          <a:p>
            <a:r>
              <a:rPr lang="en-US" b="1" dirty="0">
                <a:solidFill>
                  <a:srgbClr val="72F1B8"/>
                </a:solidFill>
                <a:latin typeface="Cascadia Code" panose="020B0609020000020004" pitchFamily="49" charset="0"/>
              </a:rPr>
              <a:t>  );</a:t>
            </a:r>
          </a:p>
          <a:p>
            <a:r>
              <a:rPr lang="en-US" b="1" dirty="0">
                <a:solidFill>
                  <a:srgbClr val="72F1B8"/>
                </a:solidFill>
                <a:latin typeface="Cascadia Code" panose="020B0609020000020004" pitchFamily="49" charset="0"/>
              </a:rPr>
              <a:t>};</a:t>
            </a:r>
          </a:p>
          <a:p>
            <a:endParaRPr lang="en-US" b="1" dirty="0">
              <a:solidFill>
                <a:srgbClr val="72F1B8"/>
              </a:solidFill>
              <a:latin typeface="Cascadia Code" panose="020B0609020000020004" pitchFamily="49" charset="0"/>
            </a:endParaRPr>
          </a:p>
          <a:p>
            <a:r>
              <a:rPr lang="en-US" b="1" dirty="0">
                <a:solidFill>
                  <a:srgbClr val="72F1B8"/>
                </a:solidFill>
                <a:latin typeface="Cascadia Code" panose="020B0609020000020004" pitchFamily="49" charset="0"/>
              </a:rPr>
              <a:t>export default </a:t>
            </a:r>
            <a:r>
              <a:rPr lang="en-US" b="1" dirty="0" err="1">
                <a:solidFill>
                  <a:srgbClr val="72F1B8"/>
                </a:solidFill>
                <a:latin typeface="Cascadia Code" panose="020B0609020000020004" pitchFamily="49" charset="0"/>
              </a:rPr>
              <a:t>StudentComponent</a:t>
            </a:r>
            <a:r>
              <a:rPr lang="en-US" b="1" dirty="0">
                <a:solidFill>
                  <a:srgbClr val="72F1B8"/>
                </a:solidFill>
                <a:latin typeface="Cascadia Code" panose="020B0609020000020004" pitchFamily="49" charset="0"/>
              </a:rPr>
              <a:t>;</a:t>
            </a:r>
          </a:p>
        </p:txBody>
      </p:sp>
      <p:pic>
        <p:nvPicPr>
          <p:cNvPr id="14" name="Graphic 13" descr="Atom with solid fill">
            <a:extLst>
              <a:ext uri="{FF2B5EF4-FFF2-40B4-BE49-F238E27FC236}">
                <a16:creationId xmlns:a16="http://schemas.microsoft.com/office/drawing/2014/main" id="{3BCE63B3-D40B-1502-6FFD-0D8FCB8CAC21}"/>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473345" y="1484034"/>
            <a:ext cx="685800" cy="685800"/>
          </a:xfrm>
          <a:prstGeom prst="rect">
            <a:avLst/>
          </a:prstGeom>
        </p:spPr>
      </p:pic>
      <p:sp>
        <p:nvSpPr>
          <p:cNvPr id="15" name="TextBox 14">
            <a:extLst>
              <a:ext uri="{FF2B5EF4-FFF2-40B4-BE49-F238E27FC236}">
                <a16:creationId xmlns:a16="http://schemas.microsoft.com/office/drawing/2014/main" id="{E4A5A0F0-968F-7C81-4B80-F5DCFC416FF5}"/>
              </a:ext>
            </a:extLst>
          </p:cNvPr>
          <p:cNvSpPr txBox="1"/>
          <p:nvPr/>
        </p:nvSpPr>
        <p:spPr>
          <a:xfrm flipH="1">
            <a:off x="1250396" y="1619185"/>
            <a:ext cx="7596740" cy="415498"/>
          </a:xfrm>
          <a:prstGeom prst="rect">
            <a:avLst/>
          </a:prstGeom>
          <a:noFill/>
        </p:spPr>
        <p:txBody>
          <a:bodyPr wrap="square" rtlCol="0">
            <a:spAutoFit/>
          </a:bodyPr>
          <a:lstStyle/>
          <a:p>
            <a:pPr algn="l"/>
            <a:r>
              <a:rPr lang="en-US" sz="2100" b="1" i="0" dirty="0">
                <a:effectLst/>
                <a:latin typeface="Cavolini" panose="03000502040302020204" pitchFamily="66" charset="0"/>
                <a:cs typeface="Cavolini" panose="03000502040302020204" pitchFamily="66" charset="0"/>
              </a:rPr>
              <a:t>Creating </a:t>
            </a:r>
            <a:r>
              <a:rPr lang="en-US" sz="2100" b="1" dirty="0">
                <a:latin typeface="Cavolini" panose="03000502040302020204" pitchFamily="66" charset="0"/>
                <a:cs typeface="Cavolini" panose="03000502040302020204" pitchFamily="66" charset="0"/>
              </a:rPr>
              <a:t>T</a:t>
            </a:r>
            <a:r>
              <a:rPr lang="en-US" sz="2100" b="1" i="0" dirty="0">
                <a:effectLst/>
                <a:latin typeface="Cavolini" panose="03000502040302020204" pitchFamily="66" charset="0"/>
                <a:cs typeface="Cavolini" panose="03000502040302020204" pitchFamily="66" charset="0"/>
              </a:rPr>
              <a:t>he State Object</a:t>
            </a:r>
          </a:p>
        </p:txBody>
      </p:sp>
    </p:spTree>
    <p:extLst>
      <p:ext uri="{BB962C8B-B14F-4D97-AF65-F5344CB8AC3E}">
        <p14:creationId xmlns:p14="http://schemas.microsoft.com/office/powerpoint/2010/main" val="42181426"/>
      </p:ext>
    </p:extLst>
  </p:cSld>
  <p:clrMapOvr>
    <a:overrideClrMapping bg1="dk1" tx1="lt1" bg2="dk2" tx2="lt2" accent1="accent1" accent2="accent2" accent3="accent3" accent4="accent4" accent5="accent5" accent6="accent6" hlink="hlink" folHlink="folHlink"/>
  </p:clrMapOvr>
  <mc:AlternateContent xmlns:mc="http://schemas.openxmlformats.org/markup-compatibility/2006" xmlns:p159="http://schemas.microsoft.com/office/powerpoint/2015/09/main">
    <mc:Choice Requires="p159">
      <p:transition>
        <p159:morph option="byObject"/>
      </p:transition>
    </mc:Choice>
    <mc:Fallback xmlns="">
      <p:transition>
        <p:fade/>
      </p:transition>
    </mc:Fallback>
  </mc:AlternateContent>
</p:sld>
</file>

<file path=ppt/slides/slide29.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sp useBgFill="1">
        <p:nvSpPr>
          <p:cNvPr id="21" name="Rectangle 20">
            <a:extLst>
              <a:ext uri="{FF2B5EF4-FFF2-40B4-BE49-F238E27FC236}">
                <a16:creationId xmlns:a16="http://schemas.microsoft.com/office/drawing/2014/main" id="{E5A92FE9-DB05-4D0D-AF5A-BE8664B9FFB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grpSp>
        <p:nvGrpSpPr>
          <p:cNvPr id="23" name="Group 22">
            <a:extLst>
              <a:ext uri="{FF2B5EF4-FFF2-40B4-BE49-F238E27FC236}">
                <a16:creationId xmlns:a16="http://schemas.microsoft.com/office/drawing/2014/main" id="{53D9B26A-5143-49A7-BA98-D871D5BD719A}"/>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flipH="1">
            <a:off x="6526211" y="1"/>
            <a:ext cx="5014912" cy="6857999"/>
            <a:chOff x="2928938" y="-4763"/>
            <a:chExt cx="5014912" cy="6862763"/>
          </a:xfrm>
        </p:grpSpPr>
        <p:sp>
          <p:nvSpPr>
            <p:cNvPr id="24" name="Freeform 6">
              <a:extLst>
                <a:ext uri="{FF2B5EF4-FFF2-40B4-BE49-F238E27FC236}">
                  <a16:creationId xmlns:a16="http://schemas.microsoft.com/office/drawing/2014/main" id="{68B85E55-A2A1-4682-B891-F201358A92D5}"/>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3367088" y="-4763"/>
              <a:ext cx="1063625" cy="2782888"/>
            </a:xfrm>
            <a:custGeom>
              <a:avLst/>
              <a:gdLst/>
              <a:ahLst/>
              <a:cxnLst/>
              <a:rect l="0" t="0" r="r" b="b"/>
              <a:pathLst>
                <a:path w="670" h="1753">
                  <a:moveTo>
                    <a:pt x="0" y="1696"/>
                  </a:moveTo>
                  <a:lnTo>
                    <a:pt x="225" y="1753"/>
                  </a:lnTo>
                  <a:lnTo>
                    <a:pt x="670" y="0"/>
                  </a:lnTo>
                  <a:lnTo>
                    <a:pt x="430" y="0"/>
                  </a:lnTo>
                  <a:lnTo>
                    <a:pt x="0" y="1696"/>
                  </a:lnTo>
                  <a:close/>
                </a:path>
              </a:pathLst>
            </a:custGeom>
            <a:solidFill>
              <a:schemeClr val="accent1"/>
            </a:solidFill>
            <a:ln>
              <a:noFill/>
            </a:ln>
          </p:spPr>
          <p:txBody>
            <a:bodyPr/>
            <a:lstStyle/>
            <a:p>
              <a:endParaRPr lang="en-US"/>
            </a:p>
          </p:txBody>
        </p:sp>
        <p:sp>
          <p:nvSpPr>
            <p:cNvPr id="25" name="Freeform 7">
              <a:extLst>
                <a:ext uri="{FF2B5EF4-FFF2-40B4-BE49-F238E27FC236}">
                  <a16:creationId xmlns:a16="http://schemas.microsoft.com/office/drawing/2014/main" id="{45EF6EDB-9B5D-49E9-96FA-1AE08BF95E57}"/>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2928938" y="-4763"/>
              <a:ext cx="1035050" cy="2673350"/>
            </a:xfrm>
            <a:custGeom>
              <a:avLst/>
              <a:gdLst/>
              <a:ahLst/>
              <a:cxnLst/>
              <a:rect l="0" t="0" r="r" b="b"/>
              <a:pathLst>
                <a:path w="652" h="1684">
                  <a:moveTo>
                    <a:pt x="225" y="1684"/>
                  </a:moveTo>
                  <a:lnTo>
                    <a:pt x="652" y="0"/>
                  </a:lnTo>
                  <a:lnTo>
                    <a:pt x="411" y="0"/>
                  </a:lnTo>
                  <a:lnTo>
                    <a:pt x="0" y="1627"/>
                  </a:lnTo>
                  <a:lnTo>
                    <a:pt x="219" y="1681"/>
                  </a:lnTo>
                  <a:lnTo>
                    <a:pt x="225" y="1684"/>
                  </a:lnTo>
                  <a:close/>
                </a:path>
              </a:pathLst>
            </a:custGeom>
            <a:solidFill>
              <a:srgbClr val="595959"/>
            </a:solidFill>
            <a:ln>
              <a:noFill/>
            </a:ln>
          </p:spPr>
          <p:txBody>
            <a:bodyPr/>
            <a:lstStyle/>
            <a:p>
              <a:endParaRPr lang="en-US"/>
            </a:p>
          </p:txBody>
        </p:sp>
        <p:sp>
          <p:nvSpPr>
            <p:cNvPr id="26" name="Freeform 12">
              <a:extLst>
                <a:ext uri="{FF2B5EF4-FFF2-40B4-BE49-F238E27FC236}">
                  <a16:creationId xmlns:a16="http://schemas.microsoft.com/office/drawing/2014/main" id="{38338226-D6E2-4EEE-B271-DB4BD096DBA1}"/>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2928938" y="2582862"/>
              <a:ext cx="2693987" cy="4275138"/>
            </a:xfrm>
            <a:custGeom>
              <a:avLst/>
              <a:gdLst/>
              <a:ahLst/>
              <a:cxnLst/>
              <a:rect l="0" t="0" r="r" b="b"/>
              <a:pathLst>
                <a:path w="1697" h="2693">
                  <a:moveTo>
                    <a:pt x="0" y="0"/>
                  </a:moveTo>
                  <a:lnTo>
                    <a:pt x="1622" y="2693"/>
                  </a:lnTo>
                  <a:lnTo>
                    <a:pt x="1697" y="2693"/>
                  </a:lnTo>
                  <a:lnTo>
                    <a:pt x="0" y="0"/>
                  </a:lnTo>
                  <a:close/>
                </a:path>
              </a:pathLst>
            </a:custGeom>
            <a:solidFill>
              <a:srgbClr val="262626"/>
            </a:solidFill>
            <a:ln>
              <a:noFill/>
            </a:ln>
          </p:spPr>
          <p:txBody>
            <a:bodyPr/>
            <a:lstStyle/>
            <a:p>
              <a:endParaRPr lang="en-US"/>
            </a:p>
          </p:txBody>
        </p:sp>
        <p:sp>
          <p:nvSpPr>
            <p:cNvPr id="27" name="Freeform 13">
              <a:extLst>
                <a:ext uri="{FF2B5EF4-FFF2-40B4-BE49-F238E27FC236}">
                  <a16:creationId xmlns:a16="http://schemas.microsoft.com/office/drawing/2014/main" id="{4878FB48-17B3-4A11-8025-DE0945CD4E71}"/>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3371850" y="2692400"/>
              <a:ext cx="3332162" cy="4165600"/>
            </a:xfrm>
            <a:custGeom>
              <a:avLst/>
              <a:gdLst/>
              <a:ahLst/>
              <a:cxnLst/>
              <a:rect l="0" t="0" r="r" b="b"/>
              <a:pathLst>
                <a:path w="2099" h="2624">
                  <a:moveTo>
                    <a:pt x="2099" y="2624"/>
                  </a:moveTo>
                  <a:lnTo>
                    <a:pt x="0" y="0"/>
                  </a:lnTo>
                  <a:lnTo>
                    <a:pt x="2021" y="2624"/>
                  </a:lnTo>
                  <a:lnTo>
                    <a:pt x="2099" y="2624"/>
                  </a:lnTo>
                  <a:close/>
                </a:path>
              </a:pathLst>
            </a:custGeom>
            <a:solidFill>
              <a:schemeClr val="accent1">
                <a:lumMod val="50000"/>
              </a:schemeClr>
            </a:solidFill>
            <a:ln>
              <a:noFill/>
            </a:ln>
          </p:spPr>
          <p:txBody>
            <a:bodyPr/>
            <a:lstStyle/>
            <a:p>
              <a:endParaRPr lang="en-US"/>
            </a:p>
          </p:txBody>
        </p:sp>
        <p:sp>
          <p:nvSpPr>
            <p:cNvPr id="28" name="Freeform 14">
              <a:extLst>
                <a:ext uri="{FF2B5EF4-FFF2-40B4-BE49-F238E27FC236}">
                  <a16:creationId xmlns:a16="http://schemas.microsoft.com/office/drawing/2014/main" id="{4150A21C-DD6D-4D3C-9E95-7A3CA263BEB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3367088" y="2687637"/>
              <a:ext cx="4576762" cy="4170363"/>
            </a:xfrm>
            <a:custGeom>
              <a:avLst/>
              <a:gdLst/>
              <a:ahLst/>
              <a:cxnLst/>
              <a:rect l="0" t="0" r="r" b="b"/>
              <a:pathLst>
                <a:path w="2883" h="2627">
                  <a:moveTo>
                    <a:pt x="0" y="0"/>
                  </a:moveTo>
                  <a:lnTo>
                    <a:pt x="3" y="3"/>
                  </a:lnTo>
                  <a:lnTo>
                    <a:pt x="2102" y="2627"/>
                  </a:lnTo>
                  <a:lnTo>
                    <a:pt x="2883" y="2627"/>
                  </a:lnTo>
                  <a:lnTo>
                    <a:pt x="225" y="57"/>
                  </a:lnTo>
                  <a:lnTo>
                    <a:pt x="0" y="0"/>
                  </a:lnTo>
                  <a:close/>
                </a:path>
              </a:pathLst>
            </a:custGeom>
            <a:solidFill>
              <a:schemeClr val="accent1">
                <a:lumMod val="75000"/>
              </a:schemeClr>
            </a:solidFill>
            <a:ln>
              <a:noFill/>
            </a:ln>
          </p:spPr>
          <p:txBody>
            <a:bodyPr/>
            <a:lstStyle/>
            <a:p>
              <a:endParaRPr lang="en-US"/>
            </a:p>
          </p:txBody>
        </p:sp>
        <p:sp>
          <p:nvSpPr>
            <p:cNvPr id="29" name="Freeform 15">
              <a:extLst>
                <a:ext uri="{FF2B5EF4-FFF2-40B4-BE49-F238E27FC236}">
                  <a16:creationId xmlns:a16="http://schemas.microsoft.com/office/drawing/2014/main" id="{7505BF04-104D-4180-A284-42FCD6B04DD6}"/>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2928938" y="2578100"/>
              <a:ext cx="3584575" cy="4279900"/>
            </a:xfrm>
            <a:custGeom>
              <a:avLst/>
              <a:gdLst/>
              <a:ahLst/>
              <a:cxnLst/>
              <a:rect l="0" t="0" r="r" b="b"/>
              <a:pathLst>
                <a:path w="2258" h="2696">
                  <a:moveTo>
                    <a:pt x="2258" y="2696"/>
                  </a:moveTo>
                  <a:lnTo>
                    <a:pt x="264" y="111"/>
                  </a:lnTo>
                  <a:lnTo>
                    <a:pt x="228" y="60"/>
                  </a:lnTo>
                  <a:lnTo>
                    <a:pt x="225" y="57"/>
                  </a:lnTo>
                  <a:lnTo>
                    <a:pt x="0" y="0"/>
                  </a:lnTo>
                  <a:lnTo>
                    <a:pt x="0" y="3"/>
                  </a:lnTo>
                  <a:lnTo>
                    <a:pt x="1697" y="2696"/>
                  </a:lnTo>
                  <a:lnTo>
                    <a:pt x="2258" y="2696"/>
                  </a:lnTo>
                  <a:close/>
                </a:path>
              </a:pathLst>
            </a:custGeom>
            <a:solidFill>
              <a:srgbClr val="404040"/>
            </a:solidFill>
            <a:ln>
              <a:noFill/>
            </a:ln>
          </p:spPr>
          <p:txBody>
            <a:bodyPr/>
            <a:lstStyle/>
            <a:p>
              <a:endParaRPr lang="en-US"/>
            </a:p>
          </p:txBody>
        </p:sp>
      </p:grpSp>
      <p:sp>
        <p:nvSpPr>
          <p:cNvPr id="2" name="Title 1">
            <a:extLst>
              <a:ext uri="{FF2B5EF4-FFF2-40B4-BE49-F238E27FC236}">
                <a16:creationId xmlns:a16="http://schemas.microsoft.com/office/drawing/2014/main" id="{652CD06E-EB43-4697-A9C1-290232C3BAD6}"/>
              </a:ext>
            </a:extLst>
          </p:cNvPr>
          <p:cNvSpPr>
            <a:spLocks noGrp="1"/>
          </p:cNvSpPr>
          <p:nvPr>
            <p:ph type="ctrTitle"/>
          </p:nvPr>
        </p:nvSpPr>
        <p:spPr>
          <a:xfrm>
            <a:off x="473345" y="0"/>
            <a:ext cx="11604355" cy="1223994"/>
          </a:xfrm>
        </p:spPr>
        <p:txBody>
          <a:bodyPr>
            <a:noAutofit/>
          </a:bodyPr>
          <a:lstStyle/>
          <a:p>
            <a:pPr algn="l"/>
            <a:r>
              <a:rPr lang="en-US" sz="5400" b="1" dirty="0">
                <a:latin typeface="Mystical Woods Smooth Script" panose="02000500000000000000" pitchFamily="2" charset="0"/>
                <a:cs typeface="Cavolini" panose="03000502040302020204" pitchFamily="66" charset="0"/>
              </a:rPr>
              <a:t>States And Props </a:t>
            </a:r>
            <a:r>
              <a:rPr lang="en-US" sz="2100" b="1" dirty="0">
                <a:latin typeface="Cavolini" panose="03000502040302020204" pitchFamily="66" charset="0"/>
                <a:cs typeface="Cavolini" panose="03000502040302020204" pitchFamily="66" charset="0"/>
              </a:rPr>
              <a:t>continued…</a:t>
            </a:r>
            <a:endParaRPr lang="en-US" sz="5400" b="1" dirty="0">
              <a:latin typeface="Mystical Woods Smooth Script" panose="02000500000000000000" pitchFamily="2" charset="0"/>
              <a:cs typeface="Cavolini" panose="03000502040302020204" pitchFamily="66" charset="0"/>
            </a:endParaRPr>
          </a:p>
        </p:txBody>
      </p:sp>
      <p:grpSp>
        <p:nvGrpSpPr>
          <p:cNvPr id="6" name="Group 5">
            <a:extLst>
              <a:ext uri="{FF2B5EF4-FFF2-40B4-BE49-F238E27FC236}">
                <a16:creationId xmlns:a16="http://schemas.microsoft.com/office/drawing/2014/main" id="{752A73B4-49EC-E765-1462-2A106F07C3D4}"/>
              </a:ext>
            </a:extLst>
          </p:cNvPr>
          <p:cNvGrpSpPr/>
          <p:nvPr/>
        </p:nvGrpSpPr>
        <p:grpSpPr>
          <a:xfrm>
            <a:off x="481809" y="1152868"/>
            <a:ext cx="8950321" cy="182880"/>
            <a:chOff x="1089027" y="1251583"/>
            <a:chExt cx="8950321" cy="182880"/>
          </a:xfrm>
        </p:grpSpPr>
        <p:cxnSp>
          <p:nvCxnSpPr>
            <p:cNvPr id="4" name="Straight Connector 3">
              <a:extLst>
                <a:ext uri="{FF2B5EF4-FFF2-40B4-BE49-F238E27FC236}">
                  <a16:creationId xmlns:a16="http://schemas.microsoft.com/office/drawing/2014/main" id="{1111542F-3245-DDEC-4B5A-7412E7DBE5FD}"/>
                </a:ext>
              </a:extLst>
            </p:cNvPr>
            <p:cNvCxnSpPr/>
            <p:nvPr/>
          </p:nvCxnSpPr>
          <p:spPr>
            <a:xfrm>
              <a:off x="1089027" y="1347537"/>
              <a:ext cx="8786493" cy="0"/>
            </a:xfrm>
            <a:prstGeom prst="line">
              <a:avLst/>
            </a:prstGeom>
            <a:ln w="38100">
              <a:solidFill>
                <a:srgbClr val="595959"/>
              </a:solidFill>
            </a:ln>
            <a:effectLst>
              <a:reflection blurRad="6350" stA="50000" endA="275" endPos="40000" dist="101600" dir="5400000" sy="-100000" algn="bl" rotWithShape="0"/>
              <a:softEdge rad="12700"/>
            </a:effectLst>
          </p:spPr>
          <p:style>
            <a:lnRef idx="3">
              <a:schemeClr val="dk1"/>
            </a:lnRef>
            <a:fillRef idx="0">
              <a:schemeClr val="dk1"/>
            </a:fillRef>
            <a:effectRef idx="2">
              <a:schemeClr val="dk1"/>
            </a:effectRef>
            <a:fontRef idx="minor">
              <a:schemeClr val="tx1"/>
            </a:fontRef>
          </p:style>
        </p:cxnSp>
        <p:sp>
          <p:nvSpPr>
            <p:cNvPr id="5" name="Flowchart: Connector 4">
              <a:extLst>
                <a:ext uri="{FF2B5EF4-FFF2-40B4-BE49-F238E27FC236}">
                  <a16:creationId xmlns:a16="http://schemas.microsoft.com/office/drawing/2014/main" id="{B2858492-B751-8ED7-57BE-708D61DDCF50}"/>
                </a:ext>
              </a:extLst>
            </p:cNvPr>
            <p:cNvSpPr/>
            <p:nvPr/>
          </p:nvSpPr>
          <p:spPr>
            <a:xfrm>
              <a:off x="9856468" y="1251583"/>
              <a:ext cx="182880" cy="182880"/>
            </a:xfrm>
            <a:prstGeom prst="flowChartConnector">
              <a:avLst/>
            </a:prstGeom>
            <a:ln>
              <a:noFill/>
            </a:ln>
            <a:effectLst>
              <a:outerShdw blurRad="50800" dist="38100" dir="2700000" algn="tl"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7" name="TextBox 6">
            <a:extLst>
              <a:ext uri="{FF2B5EF4-FFF2-40B4-BE49-F238E27FC236}">
                <a16:creationId xmlns:a16="http://schemas.microsoft.com/office/drawing/2014/main" id="{A6747723-BAE5-C999-4896-8F92A872C1D9}"/>
              </a:ext>
            </a:extLst>
          </p:cNvPr>
          <p:cNvSpPr txBox="1"/>
          <p:nvPr/>
        </p:nvSpPr>
        <p:spPr>
          <a:xfrm flipH="1">
            <a:off x="414301" y="1385062"/>
            <a:ext cx="10806849" cy="738664"/>
          </a:xfrm>
          <a:prstGeom prst="rect">
            <a:avLst/>
          </a:prstGeom>
          <a:noFill/>
        </p:spPr>
        <p:txBody>
          <a:bodyPr wrap="square" rtlCol="0">
            <a:spAutoFit/>
          </a:bodyPr>
          <a:lstStyle/>
          <a:p>
            <a:r>
              <a:rPr lang="en-US" sz="2100" b="1" i="0" dirty="0">
                <a:solidFill>
                  <a:srgbClr val="CECAC3"/>
                </a:solidFill>
                <a:effectLst/>
                <a:latin typeface="Cavolini" panose="03000502040302020204" pitchFamily="66" charset="0"/>
                <a:cs typeface="Cavolini" panose="03000502040302020204" pitchFamily="66" charset="0"/>
              </a:rPr>
              <a:t>The </a:t>
            </a:r>
            <a:r>
              <a:rPr lang="en-US" sz="2100" b="1" i="1" dirty="0">
                <a:solidFill>
                  <a:srgbClr val="DA4B58"/>
                </a:solidFill>
                <a:effectLst/>
                <a:latin typeface="Cavolini" panose="03000502040302020204" pitchFamily="66" charset="0"/>
                <a:cs typeface="Cavolini" panose="03000502040302020204" pitchFamily="66" charset="0"/>
              </a:rPr>
              <a:t>state</a:t>
            </a:r>
            <a:r>
              <a:rPr lang="en-US" sz="2100" b="1" i="0" dirty="0">
                <a:solidFill>
                  <a:srgbClr val="CECAC3"/>
                </a:solidFill>
                <a:effectLst/>
                <a:latin typeface="Cavolini" panose="03000502040302020204" pitchFamily="66" charset="0"/>
                <a:cs typeface="Cavolini" panose="03000502040302020204" pitchFamily="66" charset="0"/>
              </a:rPr>
              <a:t> object can contain as many properties as possible. For example, let's specify all the properties your component need:</a:t>
            </a:r>
            <a:endParaRPr lang="en-US" sz="2100" b="1" dirty="0">
              <a:latin typeface="Cavolini" panose="03000502040302020204" pitchFamily="66" charset="0"/>
              <a:cs typeface="Cavolini" panose="03000502040302020204" pitchFamily="66" charset="0"/>
            </a:endParaRPr>
          </a:p>
        </p:txBody>
      </p:sp>
      <p:sp>
        <p:nvSpPr>
          <p:cNvPr id="11" name="TextBox 10">
            <a:extLst>
              <a:ext uri="{FF2B5EF4-FFF2-40B4-BE49-F238E27FC236}">
                <a16:creationId xmlns:a16="http://schemas.microsoft.com/office/drawing/2014/main" id="{EE9782A5-1465-38F7-C145-662AC5B677F6}"/>
              </a:ext>
            </a:extLst>
          </p:cNvPr>
          <p:cNvSpPr txBox="1"/>
          <p:nvPr/>
        </p:nvSpPr>
        <p:spPr>
          <a:xfrm>
            <a:off x="423677" y="2123726"/>
            <a:ext cx="11354022" cy="4524315"/>
          </a:xfrm>
          <a:prstGeom prst="rect">
            <a:avLst/>
          </a:prstGeom>
          <a:noFill/>
        </p:spPr>
        <p:txBody>
          <a:bodyPr wrap="square" numCol="2">
            <a:spAutoFit/>
          </a:bodyPr>
          <a:lstStyle/>
          <a:p>
            <a:r>
              <a:rPr lang="en-US" b="1" dirty="0">
                <a:solidFill>
                  <a:srgbClr val="72F1B8"/>
                </a:solidFill>
                <a:latin typeface="Cascadia Code" panose="020B0609020000020004" pitchFamily="49" charset="0"/>
                <a:ea typeface="Cascadia Code" panose="020B0609020000020004" pitchFamily="49" charset="0"/>
                <a:cs typeface="Cascadia Code" panose="020B0609020000020004" pitchFamily="49" charset="0"/>
              </a:rPr>
              <a:t>import React, { </a:t>
            </a:r>
            <a:r>
              <a:rPr lang="en-US" b="1" dirty="0" err="1">
                <a:solidFill>
                  <a:srgbClr val="72F1B8"/>
                </a:solidFill>
                <a:latin typeface="Cascadia Code" panose="020B0609020000020004" pitchFamily="49" charset="0"/>
                <a:ea typeface="Cascadia Code" panose="020B0609020000020004" pitchFamily="49" charset="0"/>
                <a:cs typeface="Cascadia Code" panose="020B0609020000020004" pitchFamily="49" charset="0"/>
              </a:rPr>
              <a:t>useState</a:t>
            </a:r>
            <a:r>
              <a:rPr lang="en-US" b="1" dirty="0">
                <a:solidFill>
                  <a:srgbClr val="72F1B8"/>
                </a:solidFill>
                <a:latin typeface="Cascadia Code" panose="020B0609020000020004" pitchFamily="49" charset="0"/>
                <a:ea typeface="Cascadia Code" panose="020B0609020000020004" pitchFamily="49" charset="0"/>
                <a:cs typeface="Cascadia Code" panose="020B0609020000020004" pitchFamily="49" charset="0"/>
              </a:rPr>
              <a:t> } from "react";</a:t>
            </a:r>
          </a:p>
          <a:p>
            <a:endParaRPr lang="en-US" b="1" dirty="0">
              <a:solidFill>
                <a:srgbClr val="72F1B8"/>
              </a:solidFill>
              <a:latin typeface="Cascadia Code" panose="020B0609020000020004" pitchFamily="49" charset="0"/>
              <a:ea typeface="Cascadia Code" panose="020B0609020000020004" pitchFamily="49" charset="0"/>
              <a:cs typeface="Cascadia Code" panose="020B0609020000020004" pitchFamily="49" charset="0"/>
            </a:endParaRPr>
          </a:p>
          <a:p>
            <a:r>
              <a:rPr lang="en-US" b="1" dirty="0">
                <a:solidFill>
                  <a:srgbClr val="72F1B8"/>
                </a:solidFill>
                <a:latin typeface="Cascadia Code" panose="020B0609020000020004" pitchFamily="49" charset="0"/>
                <a:ea typeface="Cascadia Code" panose="020B0609020000020004" pitchFamily="49" charset="0"/>
                <a:cs typeface="Cascadia Code" panose="020B0609020000020004" pitchFamily="49" charset="0"/>
              </a:rPr>
              <a:t>const </a:t>
            </a:r>
            <a:r>
              <a:rPr lang="en-US" b="1" dirty="0" err="1">
                <a:solidFill>
                  <a:srgbClr val="72F1B8"/>
                </a:solidFill>
                <a:latin typeface="Cascadia Code" panose="020B0609020000020004" pitchFamily="49" charset="0"/>
                <a:ea typeface="Cascadia Code" panose="020B0609020000020004" pitchFamily="49" charset="0"/>
                <a:cs typeface="Cascadia Code" panose="020B0609020000020004" pitchFamily="49" charset="0"/>
              </a:rPr>
              <a:t>StudentComponent</a:t>
            </a:r>
            <a:r>
              <a:rPr lang="en-US" b="1" dirty="0">
                <a:solidFill>
                  <a:srgbClr val="72F1B8"/>
                </a:solidFill>
                <a:latin typeface="Cascadia Code" panose="020B0609020000020004" pitchFamily="49" charset="0"/>
                <a:ea typeface="Cascadia Code" panose="020B0609020000020004" pitchFamily="49" charset="0"/>
                <a:cs typeface="Cascadia Code" panose="020B0609020000020004" pitchFamily="49" charset="0"/>
              </a:rPr>
              <a:t> = () =&gt; {</a:t>
            </a:r>
          </a:p>
          <a:p>
            <a:r>
              <a:rPr lang="en-US" b="1" dirty="0">
                <a:solidFill>
                  <a:srgbClr val="72F1B8"/>
                </a:solidFill>
                <a:latin typeface="Cascadia Code" panose="020B0609020000020004" pitchFamily="49" charset="0"/>
                <a:ea typeface="Cascadia Code" panose="020B0609020000020004" pitchFamily="49" charset="0"/>
                <a:cs typeface="Cascadia Code" panose="020B0609020000020004" pitchFamily="49" charset="0"/>
              </a:rPr>
              <a:t>  const [student] = </a:t>
            </a:r>
            <a:r>
              <a:rPr lang="en-US" b="1" dirty="0" err="1">
                <a:solidFill>
                  <a:srgbClr val="72F1B8"/>
                </a:solidFill>
                <a:latin typeface="Cascadia Code" panose="020B0609020000020004" pitchFamily="49" charset="0"/>
                <a:ea typeface="Cascadia Code" panose="020B0609020000020004" pitchFamily="49" charset="0"/>
                <a:cs typeface="Cascadia Code" panose="020B0609020000020004" pitchFamily="49" charset="0"/>
              </a:rPr>
              <a:t>useState</a:t>
            </a:r>
            <a:r>
              <a:rPr lang="en-US" b="1" dirty="0">
                <a:solidFill>
                  <a:srgbClr val="72F1B8"/>
                </a:solidFill>
                <a:latin typeface="Cascadia Code" panose="020B0609020000020004" pitchFamily="49" charset="0"/>
                <a:ea typeface="Cascadia Code" panose="020B0609020000020004" pitchFamily="49" charset="0"/>
                <a:cs typeface="Cascadia Code" panose="020B0609020000020004" pitchFamily="49" charset="0"/>
              </a:rPr>
              <a:t>({</a:t>
            </a:r>
          </a:p>
          <a:p>
            <a:r>
              <a:rPr lang="en-US" b="1" dirty="0">
                <a:solidFill>
                  <a:srgbClr val="72F1B8"/>
                </a:solidFill>
                <a:latin typeface="Cascadia Code" panose="020B0609020000020004" pitchFamily="49" charset="0"/>
                <a:ea typeface="Cascadia Code" panose="020B0609020000020004" pitchFamily="49" charset="0"/>
                <a:cs typeface="Cascadia Code" panose="020B0609020000020004" pitchFamily="49" charset="0"/>
              </a:rPr>
              <a:t>    </a:t>
            </a:r>
            <a:r>
              <a:rPr lang="en-US" b="1" dirty="0" err="1">
                <a:solidFill>
                  <a:srgbClr val="72F1B8"/>
                </a:solidFill>
                <a:latin typeface="Cascadia Code" panose="020B0609020000020004" pitchFamily="49" charset="0"/>
                <a:ea typeface="Cascadia Code" panose="020B0609020000020004" pitchFamily="49" charset="0"/>
                <a:cs typeface="Cascadia Code" panose="020B0609020000020004" pitchFamily="49" charset="0"/>
              </a:rPr>
              <a:t>firstName</a:t>
            </a:r>
            <a:r>
              <a:rPr lang="en-US" b="1" dirty="0">
                <a:solidFill>
                  <a:srgbClr val="72F1B8"/>
                </a:solidFill>
                <a:latin typeface="Cascadia Code" panose="020B0609020000020004" pitchFamily="49" charset="0"/>
                <a:ea typeface="Cascadia Code" panose="020B0609020000020004" pitchFamily="49" charset="0"/>
                <a:cs typeface="Cascadia Code" panose="020B0609020000020004" pitchFamily="49" charset="0"/>
              </a:rPr>
              <a:t>: "Mayur",</a:t>
            </a:r>
          </a:p>
          <a:p>
            <a:r>
              <a:rPr lang="en-US" b="1" dirty="0">
                <a:solidFill>
                  <a:srgbClr val="72F1B8"/>
                </a:solidFill>
                <a:latin typeface="Cascadia Code" panose="020B0609020000020004" pitchFamily="49" charset="0"/>
                <a:ea typeface="Cascadia Code" panose="020B0609020000020004" pitchFamily="49" charset="0"/>
                <a:cs typeface="Cascadia Code" panose="020B0609020000020004" pitchFamily="49" charset="0"/>
              </a:rPr>
              <a:t>    </a:t>
            </a:r>
            <a:r>
              <a:rPr lang="en-US" b="1" dirty="0" err="1">
                <a:solidFill>
                  <a:srgbClr val="72F1B8"/>
                </a:solidFill>
                <a:latin typeface="Cascadia Code" panose="020B0609020000020004" pitchFamily="49" charset="0"/>
                <a:ea typeface="Cascadia Code" panose="020B0609020000020004" pitchFamily="49" charset="0"/>
                <a:cs typeface="Cascadia Code" panose="020B0609020000020004" pitchFamily="49" charset="0"/>
              </a:rPr>
              <a:t>lastName</a:t>
            </a:r>
            <a:r>
              <a:rPr lang="en-US" b="1" dirty="0">
                <a:solidFill>
                  <a:srgbClr val="72F1B8"/>
                </a:solidFill>
                <a:latin typeface="Cascadia Code" panose="020B0609020000020004" pitchFamily="49" charset="0"/>
                <a:ea typeface="Cascadia Code" panose="020B0609020000020004" pitchFamily="49" charset="0"/>
                <a:cs typeface="Cascadia Code" panose="020B0609020000020004" pitchFamily="49" charset="0"/>
              </a:rPr>
              <a:t>: "Pai",</a:t>
            </a:r>
          </a:p>
          <a:p>
            <a:r>
              <a:rPr lang="en-US" b="1" dirty="0">
                <a:solidFill>
                  <a:srgbClr val="72F1B8"/>
                </a:solidFill>
                <a:latin typeface="Cascadia Code" panose="020B0609020000020004" pitchFamily="49" charset="0"/>
                <a:ea typeface="Cascadia Code" panose="020B0609020000020004" pitchFamily="49" charset="0"/>
                <a:cs typeface="Cascadia Code" panose="020B0609020000020004" pitchFamily="49" charset="0"/>
              </a:rPr>
              <a:t>    </a:t>
            </a:r>
            <a:r>
              <a:rPr lang="en-US" b="1" dirty="0" err="1">
                <a:solidFill>
                  <a:srgbClr val="72F1B8"/>
                </a:solidFill>
                <a:latin typeface="Cascadia Code" panose="020B0609020000020004" pitchFamily="49" charset="0"/>
                <a:ea typeface="Cascadia Code" panose="020B0609020000020004" pitchFamily="49" charset="0"/>
                <a:cs typeface="Cascadia Code" panose="020B0609020000020004" pitchFamily="49" charset="0"/>
              </a:rPr>
              <a:t>rollNo</a:t>
            </a:r>
            <a:r>
              <a:rPr lang="en-US" b="1" dirty="0">
                <a:solidFill>
                  <a:srgbClr val="72F1B8"/>
                </a:solidFill>
                <a:latin typeface="Cascadia Code" panose="020B0609020000020004" pitchFamily="49" charset="0"/>
                <a:ea typeface="Cascadia Code" panose="020B0609020000020004" pitchFamily="49" charset="0"/>
                <a:cs typeface="Cascadia Code" panose="020B0609020000020004" pitchFamily="49" charset="0"/>
              </a:rPr>
              <a:t>: 53,</a:t>
            </a:r>
          </a:p>
          <a:p>
            <a:r>
              <a:rPr lang="en-US" b="1" dirty="0">
                <a:solidFill>
                  <a:srgbClr val="72F1B8"/>
                </a:solidFill>
                <a:latin typeface="Cascadia Code" panose="020B0609020000020004" pitchFamily="49" charset="0"/>
                <a:ea typeface="Cascadia Code" panose="020B0609020000020004" pitchFamily="49" charset="0"/>
                <a:cs typeface="Cascadia Code" panose="020B0609020000020004" pitchFamily="49" charset="0"/>
              </a:rPr>
              <a:t>    age: 23,</a:t>
            </a:r>
          </a:p>
          <a:p>
            <a:r>
              <a:rPr lang="en-US" b="1" dirty="0">
                <a:solidFill>
                  <a:srgbClr val="72F1B8"/>
                </a:solidFill>
                <a:latin typeface="Cascadia Code" panose="020B0609020000020004" pitchFamily="49" charset="0"/>
                <a:ea typeface="Cascadia Code" panose="020B0609020000020004" pitchFamily="49" charset="0"/>
                <a:cs typeface="Cascadia Code" panose="020B0609020000020004" pitchFamily="49" charset="0"/>
              </a:rPr>
              <a:t>    books: ["C Programming", "C++ Programming", "Data Structure and Algorithms"],</a:t>
            </a:r>
          </a:p>
          <a:p>
            <a:r>
              <a:rPr lang="en-US" b="1" dirty="0">
                <a:solidFill>
                  <a:srgbClr val="72F1B8"/>
                </a:solidFill>
                <a:latin typeface="Cascadia Code" panose="020B0609020000020004" pitchFamily="49" charset="0"/>
                <a:ea typeface="Cascadia Code" panose="020B0609020000020004" pitchFamily="49" charset="0"/>
                <a:cs typeface="Cascadia Code" panose="020B0609020000020004" pitchFamily="49" charset="0"/>
              </a:rPr>
              <a:t>  });</a:t>
            </a:r>
          </a:p>
          <a:p>
            <a:endParaRPr lang="en-US" b="1" dirty="0">
              <a:solidFill>
                <a:srgbClr val="72F1B8"/>
              </a:solidFill>
              <a:latin typeface="Cascadia Code" panose="020B0609020000020004" pitchFamily="49" charset="0"/>
              <a:ea typeface="Cascadia Code" panose="020B0609020000020004" pitchFamily="49" charset="0"/>
              <a:cs typeface="Cascadia Code" panose="020B0609020000020004" pitchFamily="49" charset="0"/>
            </a:endParaRPr>
          </a:p>
          <a:p>
            <a:r>
              <a:rPr lang="en-US" b="1" dirty="0">
                <a:solidFill>
                  <a:srgbClr val="72F1B8"/>
                </a:solidFill>
                <a:latin typeface="Cascadia Code" panose="020B0609020000020004" pitchFamily="49" charset="0"/>
                <a:ea typeface="Cascadia Code" panose="020B0609020000020004" pitchFamily="49" charset="0"/>
                <a:cs typeface="Cascadia Code" panose="020B0609020000020004" pitchFamily="49" charset="0"/>
              </a:rPr>
              <a:t>  return (</a:t>
            </a:r>
          </a:p>
          <a:p>
            <a:r>
              <a:rPr lang="en-US" b="1" dirty="0">
                <a:solidFill>
                  <a:srgbClr val="72F1B8"/>
                </a:solidFill>
                <a:latin typeface="Cascadia Code" panose="020B0609020000020004" pitchFamily="49" charset="0"/>
                <a:ea typeface="Cascadia Code" panose="020B0609020000020004" pitchFamily="49" charset="0"/>
                <a:cs typeface="Cascadia Code" panose="020B0609020000020004" pitchFamily="49" charset="0"/>
              </a:rPr>
              <a:t>    &lt;div&gt;</a:t>
            </a:r>
          </a:p>
          <a:p>
            <a:r>
              <a:rPr lang="en-US" b="1" dirty="0">
                <a:solidFill>
                  <a:srgbClr val="72F1B8"/>
                </a:solidFill>
                <a:latin typeface="Cascadia Code" panose="020B0609020000020004" pitchFamily="49" charset="0"/>
                <a:ea typeface="Cascadia Code" panose="020B0609020000020004" pitchFamily="49" charset="0"/>
                <a:cs typeface="Cascadia Code" panose="020B0609020000020004" pitchFamily="49" charset="0"/>
              </a:rPr>
              <a:t>      &lt;h1&gt;Hello Student&lt;/h1&gt;</a:t>
            </a:r>
          </a:p>
          <a:p>
            <a:r>
              <a:rPr lang="en-US" b="1" dirty="0">
                <a:solidFill>
                  <a:srgbClr val="72F1B8"/>
                </a:solidFill>
                <a:latin typeface="Cascadia Code" panose="020B0609020000020004" pitchFamily="49" charset="0"/>
                <a:ea typeface="Cascadia Code" panose="020B0609020000020004" pitchFamily="49" charset="0"/>
                <a:cs typeface="Cascadia Code" panose="020B0609020000020004" pitchFamily="49" charset="0"/>
              </a:rPr>
              <a:t>      &lt;</a:t>
            </a:r>
            <a:r>
              <a:rPr lang="en-US" b="1" dirty="0" err="1">
                <a:solidFill>
                  <a:srgbClr val="72F1B8"/>
                </a:solidFill>
                <a:latin typeface="Cascadia Code" panose="020B0609020000020004" pitchFamily="49" charset="0"/>
                <a:ea typeface="Cascadia Code" panose="020B0609020000020004" pitchFamily="49" charset="0"/>
                <a:cs typeface="Cascadia Code" panose="020B0609020000020004" pitchFamily="49" charset="0"/>
              </a:rPr>
              <a:t>hr</a:t>
            </a:r>
            <a:r>
              <a:rPr lang="en-US" b="1" dirty="0">
                <a:solidFill>
                  <a:srgbClr val="72F1B8"/>
                </a:solidFill>
                <a:latin typeface="Cascadia Code" panose="020B0609020000020004" pitchFamily="49" charset="0"/>
                <a:ea typeface="Cascadia Code" panose="020B0609020000020004" pitchFamily="49" charset="0"/>
                <a:cs typeface="Cascadia Code" panose="020B0609020000020004" pitchFamily="49" charset="0"/>
              </a:rPr>
              <a:t> /&gt;</a:t>
            </a:r>
          </a:p>
          <a:p>
            <a:r>
              <a:rPr lang="en-US" b="1" dirty="0">
                <a:solidFill>
                  <a:srgbClr val="72F1B8"/>
                </a:solidFill>
                <a:latin typeface="Cascadia Code" panose="020B0609020000020004" pitchFamily="49" charset="0"/>
                <a:ea typeface="Cascadia Code" panose="020B0609020000020004" pitchFamily="49" charset="0"/>
                <a:cs typeface="Cascadia Code" panose="020B0609020000020004" pitchFamily="49" charset="0"/>
              </a:rPr>
              <a:t>    &lt;/div&gt;</a:t>
            </a:r>
          </a:p>
          <a:p>
            <a:r>
              <a:rPr lang="en-US" b="1" dirty="0">
                <a:solidFill>
                  <a:srgbClr val="72F1B8"/>
                </a:solidFill>
                <a:latin typeface="Cascadia Code" panose="020B0609020000020004" pitchFamily="49" charset="0"/>
                <a:ea typeface="Cascadia Code" panose="020B0609020000020004" pitchFamily="49" charset="0"/>
                <a:cs typeface="Cascadia Code" panose="020B0609020000020004" pitchFamily="49" charset="0"/>
              </a:rPr>
              <a:t>  );</a:t>
            </a:r>
          </a:p>
          <a:p>
            <a:r>
              <a:rPr lang="en-US" b="1" dirty="0">
                <a:solidFill>
                  <a:srgbClr val="72F1B8"/>
                </a:solidFill>
                <a:latin typeface="Cascadia Code" panose="020B0609020000020004" pitchFamily="49" charset="0"/>
                <a:ea typeface="Cascadia Code" panose="020B0609020000020004" pitchFamily="49" charset="0"/>
                <a:cs typeface="Cascadia Code" panose="020B0609020000020004" pitchFamily="49" charset="0"/>
              </a:rPr>
              <a:t>};</a:t>
            </a:r>
          </a:p>
          <a:p>
            <a:endParaRPr lang="en-US" b="1" dirty="0">
              <a:solidFill>
                <a:srgbClr val="72F1B8"/>
              </a:solidFill>
              <a:latin typeface="Cascadia Code" panose="020B0609020000020004" pitchFamily="49" charset="0"/>
              <a:ea typeface="Cascadia Code" panose="020B0609020000020004" pitchFamily="49" charset="0"/>
              <a:cs typeface="Cascadia Code" panose="020B0609020000020004" pitchFamily="49" charset="0"/>
            </a:endParaRPr>
          </a:p>
          <a:p>
            <a:r>
              <a:rPr lang="en-US" b="1" dirty="0">
                <a:solidFill>
                  <a:srgbClr val="72F1B8"/>
                </a:solidFill>
                <a:latin typeface="Cascadia Code" panose="020B0609020000020004" pitchFamily="49" charset="0"/>
                <a:ea typeface="Cascadia Code" panose="020B0609020000020004" pitchFamily="49" charset="0"/>
                <a:cs typeface="Cascadia Code" panose="020B0609020000020004" pitchFamily="49" charset="0"/>
              </a:rPr>
              <a:t>export default </a:t>
            </a:r>
            <a:r>
              <a:rPr lang="en-US" b="1" dirty="0" err="1">
                <a:solidFill>
                  <a:srgbClr val="72F1B8"/>
                </a:solidFill>
                <a:latin typeface="Cascadia Code" panose="020B0609020000020004" pitchFamily="49" charset="0"/>
                <a:ea typeface="Cascadia Code" panose="020B0609020000020004" pitchFamily="49" charset="0"/>
                <a:cs typeface="Cascadia Code" panose="020B0609020000020004" pitchFamily="49" charset="0"/>
              </a:rPr>
              <a:t>StudentComponent</a:t>
            </a:r>
            <a:r>
              <a:rPr lang="en-US" b="1" dirty="0">
                <a:solidFill>
                  <a:srgbClr val="72F1B8"/>
                </a:solidFill>
                <a:latin typeface="Cascadia Code" panose="020B0609020000020004" pitchFamily="49" charset="0"/>
                <a:ea typeface="Cascadia Code" panose="020B0609020000020004" pitchFamily="49" charset="0"/>
                <a:cs typeface="Cascadia Code" panose="020B0609020000020004" pitchFamily="49" charset="0"/>
              </a:rPr>
              <a:t>;</a:t>
            </a:r>
          </a:p>
        </p:txBody>
      </p:sp>
    </p:spTree>
    <p:extLst>
      <p:ext uri="{BB962C8B-B14F-4D97-AF65-F5344CB8AC3E}">
        <p14:creationId xmlns:p14="http://schemas.microsoft.com/office/powerpoint/2010/main" val="946741077"/>
      </p:ext>
    </p:extLst>
  </p:cSld>
  <p:clrMapOvr>
    <a:overrideClrMapping bg1="dk1" tx1="lt1" bg2="dk2" tx2="lt2" accent1="accent1" accent2="accent2" accent3="accent3" accent4="accent4" accent5="accent5" accent6="accent6" hlink="hlink" folHlink="folHlink"/>
  </p:clrMapOvr>
  <mc:AlternateContent xmlns:mc="http://schemas.openxmlformats.org/markup-compatibility/2006" xmlns:p159="http://schemas.microsoft.com/office/powerpoint/2015/09/main">
    <mc:Choice Requires="p159">
      <p:transition>
        <p159:morph option="byObject"/>
      </p:transition>
    </mc:Choice>
    <mc:Fallback xmlns="">
      <p:transition>
        <p:fade/>
      </p:transition>
    </mc:Fallback>
  </mc:AlternateContent>
</p:sld>
</file>

<file path=ppt/slides/slide30.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sp useBgFill="1">
        <p:nvSpPr>
          <p:cNvPr id="21" name="Rectangle 20">
            <a:extLst>
              <a:ext uri="{FF2B5EF4-FFF2-40B4-BE49-F238E27FC236}">
                <a16:creationId xmlns:a16="http://schemas.microsoft.com/office/drawing/2014/main" id="{E5A92FE9-DB05-4D0D-AF5A-BE8664B9FFB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grpSp>
        <p:nvGrpSpPr>
          <p:cNvPr id="23" name="Group 22">
            <a:extLst>
              <a:ext uri="{FF2B5EF4-FFF2-40B4-BE49-F238E27FC236}">
                <a16:creationId xmlns:a16="http://schemas.microsoft.com/office/drawing/2014/main" id="{53D9B26A-5143-49A7-BA98-D871D5BD719A}"/>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flipH="1">
            <a:off x="6526211" y="1"/>
            <a:ext cx="5014912" cy="6857999"/>
            <a:chOff x="2928938" y="-4763"/>
            <a:chExt cx="5014912" cy="6862763"/>
          </a:xfrm>
        </p:grpSpPr>
        <p:sp>
          <p:nvSpPr>
            <p:cNvPr id="24" name="Freeform 6">
              <a:extLst>
                <a:ext uri="{FF2B5EF4-FFF2-40B4-BE49-F238E27FC236}">
                  <a16:creationId xmlns:a16="http://schemas.microsoft.com/office/drawing/2014/main" id="{68B85E55-A2A1-4682-B891-F201358A92D5}"/>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3367088" y="-4763"/>
              <a:ext cx="1063625" cy="2782888"/>
            </a:xfrm>
            <a:custGeom>
              <a:avLst/>
              <a:gdLst/>
              <a:ahLst/>
              <a:cxnLst/>
              <a:rect l="0" t="0" r="r" b="b"/>
              <a:pathLst>
                <a:path w="670" h="1753">
                  <a:moveTo>
                    <a:pt x="0" y="1696"/>
                  </a:moveTo>
                  <a:lnTo>
                    <a:pt x="225" y="1753"/>
                  </a:lnTo>
                  <a:lnTo>
                    <a:pt x="670" y="0"/>
                  </a:lnTo>
                  <a:lnTo>
                    <a:pt x="430" y="0"/>
                  </a:lnTo>
                  <a:lnTo>
                    <a:pt x="0" y="1696"/>
                  </a:lnTo>
                  <a:close/>
                </a:path>
              </a:pathLst>
            </a:custGeom>
            <a:solidFill>
              <a:schemeClr val="accent1"/>
            </a:solidFill>
            <a:ln>
              <a:noFill/>
            </a:ln>
          </p:spPr>
          <p:txBody>
            <a:bodyPr/>
            <a:lstStyle/>
            <a:p>
              <a:endParaRPr lang="en-US"/>
            </a:p>
          </p:txBody>
        </p:sp>
        <p:sp>
          <p:nvSpPr>
            <p:cNvPr id="25" name="Freeform 7">
              <a:extLst>
                <a:ext uri="{FF2B5EF4-FFF2-40B4-BE49-F238E27FC236}">
                  <a16:creationId xmlns:a16="http://schemas.microsoft.com/office/drawing/2014/main" id="{45EF6EDB-9B5D-49E9-96FA-1AE08BF95E57}"/>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2928938" y="-4763"/>
              <a:ext cx="1035050" cy="2673350"/>
            </a:xfrm>
            <a:custGeom>
              <a:avLst/>
              <a:gdLst/>
              <a:ahLst/>
              <a:cxnLst/>
              <a:rect l="0" t="0" r="r" b="b"/>
              <a:pathLst>
                <a:path w="652" h="1684">
                  <a:moveTo>
                    <a:pt x="225" y="1684"/>
                  </a:moveTo>
                  <a:lnTo>
                    <a:pt x="652" y="0"/>
                  </a:lnTo>
                  <a:lnTo>
                    <a:pt x="411" y="0"/>
                  </a:lnTo>
                  <a:lnTo>
                    <a:pt x="0" y="1627"/>
                  </a:lnTo>
                  <a:lnTo>
                    <a:pt x="219" y="1681"/>
                  </a:lnTo>
                  <a:lnTo>
                    <a:pt x="225" y="1684"/>
                  </a:lnTo>
                  <a:close/>
                </a:path>
              </a:pathLst>
            </a:custGeom>
            <a:solidFill>
              <a:srgbClr val="595959"/>
            </a:solidFill>
            <a:ln>
              <a:noFill/>
            </a:ln>
          </p:spPr>
          <p:txBody>
            <a:bodyPr/>
            <a:lstStyle/>
            <a:p>
              <a:endParaRPr lang="en-US"/>
            </a:p>
          </p:txBody>
        </p:sp>
        <p:sp>
          <p:nvSpPr>
            <p:cNvPr id="26" name="Freeform 12">
              <a:extLst>
                <a:ext uri="{FF2B5EF4-FFF2-40B4-BE49-F238E27FC236}">
                  <a16:creationId xmlns:a16="http://schemas.microsoft.com/office/drawing/2014/main" id="{38338226-D6E2-4EEE-B271-DB4BD096DBA1}"/>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2928938" y="2582862"/>
              <a:ext cx="2693987" cy="4275138"/>
            </a:xfrm>
            <a:custGeom>
              <a:avLst/>
              <a:gdLst/>
              <a:ahLst/>
              <a:cxnLst/>
              <a:rect l="0" t="0" r="r" b="b"/>
              <a:pathLst>
                <a:path w="1697" h="2693">
                  <a:moveTo>
                    <a:pt x="0" y="0"/>
                  </a:moveTo>
                  <a:lnTo>
                    <a:pt x="1622" y="2693"/>
                  </a:lnTo>
                  <a:lnTo>
                    <a:pt x="1697" y="2693"/>
                  </a:lnTo>
                  <a:lnTo>
                    <a:pt x="0" y="0"/>
                  </a:lnTo>
                  <a:close/>
                </a:path>
              </a:pathLst>
            </a:custGeom>
            <a:solidFill>
              <a:srgbClr val="262626"/>
            </a:solidFill>
            <a:ln>
              <a:noFill/>
            </a:ln>
          </p:spPr>
          <p:txBody>
            <a:bodyPr/>
            <a:lstStyle/>
            <a:p>
              <a:endParaRPr lang="en-US"/>
            </a:p>
          </p:txBody>
        </p:sp>
        <p:sp>
          <p:nvSpPr>
            <p:cNvPr id="27" name="Freeform 13">
              <a:extLst>
                <a:ext uri="{FF2B5EF4-FFF2-40B4-BE49-F238E27FC236}">
                  <a16:creationId xmlns:a16="http://schemas.microsoft.com/office/drawing/2014/main" id="{4878FB48-17B3-4A11-8025-DE0945CD4E71}"/>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3371850" y="2692400"/>
              <a:ext cx="3332162" cy="4165600"/>
            </a:xfrm>
            <a:custGeom>
              <a:avLst/>
              <a:gdLst/>
              <a:ahLst/>
              <a:cxnLst/>
              <a:rect l="0" t="0" r="r" b="b"/>
              <a:pathLst>
                <a:path w="2099" h="2624">
                  <a:moveTo>
                    <a:pt x="2099" y="2624"/>
                  </a:moveTo>
                  <a:lnTo>
                    <a:pt x="0" y="0"/>
                  </a:lnTo>
                  <a:lnTo>
                    <a:pt x="2021" y="2624"/>
                  </a:lnTo>
                  <a:lnTo>
                    <a:pt x="2099" y="2624"/>
                  </a:lnTo>
                  <a:close/>
                </a:path>
              </a:pathLst>
            </a:custGeom>
            <a:solidFill>
              <a:schemeClr val="accent1">
                <a:lumMod val="50000"/>
              </a:schemeClr>
            </a:solidFill>
            <a:ln>
              <a:noFill/>
            </a:ln>
          </p:spPr>
          <p:txBody>
            <a:bodyPr/>
            <a:lstStyle/>
            <a:p>
              <a:endParaRPr lang="en-US"/>
            </a:p>
          </p:txBody>
        </p:sp>
        <p:sp>
          <p:nvSpPr>
            <p:cNvPr id="28" name="Freeform 14">
              <a:extLst>
                <a:ext uri="{FF2B5EF4-FFF2-40B4-BE49-F238E27FC236}">
                  <a16:creationId xmlns:a16="http://schemas.microsoft.com/office/drawing/2014/main" id="{4150A21C-DD6D-4D3C-9E95-7A3CA263BEB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3367088" y="2687637"/>
              <a:ext cx="4576762" cy="4170363"/>
            </a:xfrm>
            <a:custGeom>
              <a:avLst/>
              <a:gdLst/>
              <a:ahLst/>
              <a:cxnLst/>
              <a:rect l="0" t="0" r="r" b="b"/>
              <a:pathLst>
                <a:path w="2883" h="2627">
                  <a:moveTo>
                    <a:pt x="0" y="0"/>
                  </a:moveTo>
                  <a:lnTo>
                    <a:pt x="3" y="3"/>
                  </a:lnTo>
                  <a:lnTo>
                    <a:pt x="2102" y="2627"/>
                  </a:lnTo>
                  <a:lnTo>
                    <a:pt x="2883" y="2627"/>
                  </a:lnTo>
                  <a:lnTo>
                    <a:pt x="225" y="57"/>
                  </a:lnTo>
                  <a:lnTo>
                    <a:pt x="0" y="0"/>
                  </a:lnTo>
                  <a:close/>
                </a:path>
              </a:pathLst>
            </a:custGeom>
            <a:solidFill>
              <a:schemeClr val="accent1">
                <a:lumMod val="75000"/>
              </a:schemeClr>
            </a:solidFill>
            <a:ln>
              <a:noFill/>
            </a:ln>
          </p:spPr>
          <p:txBody>
            <a:bodyPr/>
            <a:lstStyle/>
            <a:p>
              <a:endParaRPr lang="en-US"/>
            </a:p>
          </p:txBody>
        </p:sp>
        <p:sp>
          <p:nvSpPr>
            <p:cNvPr id="29" name="Freeform 15">
              <a:extLst>
                <a:ext uri="{FF2B5EF4-FFF2-40B4-BE49-F238E27FC236}">
                  <a16:creationId xmlns:a16="http://schemas.microsoft.com/office/drawing/2014/main" id="{7505BF04-104D-4180-A284-42FCD6B04DD6}"/>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2928938" y="2578100"/>
              <a:ext cx="3584575" cy="4279900"/>
            </a:xfrm>
            <a:custGeom>
              <a:avLst/>
              <a:gdLst/>
              <a:ahLst/>
              <a:cxnLst/>
              <a:rect l="0" t="0" r="r" b="b"/>
              <a:pathLst>
                <a:path w="2258" h="2696">
                  <a:moveTo>
                    <a:pt x="2258" y="2696"/>
                  </a:moveTo>
                  <a:lnTo>
                    <a:pt x="264" y="111"/>
                  </a:lnTo>
                  <a:lnTo>
                    <a:pt x="228" y="60"/>
                  </a:lnTo>
                  <a:lnTo>
                    <a:pt x="225" y="57"/>
                  </a:lnTo>
                  <a:lnTo>
                    <a:pt x="0" y="0"/>
                  </a:lnTo>
                  <a:lnTo>
                    <a:pt x="0" y="3"/>
                  </a:lnTo>
                  <a:lnTo>
                    <a:pt x="1697" y="2696"/>
                  </a:lnTo>
                  <a:lnTo>
                    <a:pt x="2258" y="2696"/>
                  </a:lnTo>
                  <a:close/>
                </a:path>
              </a:pathLst>
            </a:custGeom>
            <a:solidFill>
              <a:srgbClr val="404040"/>
            </a:solidFill>
            <a:ln>
              <a:noFill/>
            </a:ln>
          </p:spPr>
          <p:txBody>
            <a:bodyPr/>
            <a:lstStyle/>
            <a:p>
              <a:endParaRPr lang="en-US"/>
            </a:p>
          </p:txBody>
        </p:sp>
      </p:grpSp>
      <p:sp>
        <p:nvSpPr>
          <p:cNvPr id="2" name="Title 1">
            <a:extLst>
              <a:ext uri="{FF2B5EF4-FFF2-40B4-BE49-F238E27FC236}">
                <a16:creationId xmlns:a16="http://schemas.microsoft.com/office/drawing/2014/main" id="{652CD06E-EB43-4697-A9C1-290232C3BAD6}"/>
              </a:ext>
            </a:extLst>
          </p:cNvPr>
          <p:cNvSpPr>
            <a:spLocks noGrp="1"/>
          </p:cNvSpPr>
          <p:nvPr>
            <p:ph type="ctrTitle"/>
          </p:nvPr>
        </p:nvSpPr>
        <p:spPr>
          <a:xfrm>
            <a:off x="473345" y="0"/>
            <a:ext cx="11604355" cy="1223994"/>
          </a:xfrm>
        </p:spPr>
        <p:txBody>
          <a:bodyPr>
            <a:noAutofit/>
          </a:bodyPr>
          <a:lstStyle/>
          <a:p>
            <a:pPr algn="l"/>
            <a:r>
              <a:rPr lang="en-US" sz="5400" b="1" dirty="0">
                <a:latin typeface="Mystical Woods Smooth Script" panose="02000500000000000000" pitchFamily="2" charset="0"/>
                <a:cs typeface="Cavolini" panose="03000502040302020204" pitchFamily="66" charset="0"/>
              </a:rPr>
              <a:t>States And Props </a:t>
            </a:r>
            <a:r>
              <a:rPr lang="en-US" sz="2100" b="1" dirty="0">
                <a:latin typeface="Cavolini" panose="03000502040302020204" pitchFamily="66" charset="0"/>
                <a:cs typeface="Cavolini" panose="03000502040302020204" pitchFamily="66" charset="0"/>
              </a:rPr>
              <a:t>continued…</a:t>
            </a:r>
            <a:endParaRPr lang="en-US" sz="5400" b="1" dirty="0">
              <a:latin typeface="Mystical Woods Smooth Script" panose="02000500000000000000" pitchFamily="2" charset="0"/>
              <a:cs typeface="Cavolini" panose="03000502040302020204" pitchFamily="66" charset="0"/>
            </a:endParaRPr>
          </a:p>
        </p:txBody>
      </p:sp>
      <p:grpSp>
        <p:nvGrpSpPr>
          <p:cNvPr id="6" name="Group 5">
            <a:extLst>
              <a:ext uri="{FF2B5EF4-FFF2-40B4-BE49-F238E27FC236}">
                <a16:creationId xmlns:a16="http://schemas.microsoft.com/office/drawing/2014/main" id="{752A73B4-49EC-E765-1462-2A106F07C3D4}"/>
              </a:ext>
            </a:extLst>
          </p:cNvPr>
          <p:cNvGrpSpPr/>
          <p:nvPr/>
        </p:nvGrpSpPr>
        <p:grpSpPr>
          <a:xfrm>
            <a:off x="481809" y="1152868"/>
            <a:ext cx="8950321" cy="182880"/>
            <a:chOff x="1089027" y="1251583"/>
            <a:chExt cx="8950321" cy="182880"/>
          </a:xfrm>
        </p:grpSpPr>
        <p:cxnSp>
          <p:nvCxnSpPr>
            <p:cNvPr id="4" name="Straight Connector 3">
              <a:extLst>
                <a:ext uri="{FF2B5EF4-FFF2-40B4-BE49-F238E27FC236}">
                  <a16:creationId xmlns:a16="http://schemas.microsoft.com/office/drawing/2014/main" id="{1111542F-3245-DDEC-4B5A-7412E7DBE5FD}"/>
                </a:ext>
              </a:extLst>
            </p:cNvPr>
            <p:cNvCxnSpPr/>
            <p:nvPr/>
          </p:nvCxnSpPr>
          <p:spPr>
            <a:xfrm>
              <a:off x="1089027" y="1347537"/>
              <a:ext cx="8786493" cy="0"/>
            </a:xfrm>
            <a:prstGeom prst="line">
              <a:avLst/>
            </a:prstGeom>
            <a:ln w="38100">
              <a:solidFill>
                <a:srgbClr val="595959"/>
              </a:solidFill>
            </a:ln>
            <a:effectLst>
              <a:reflection blurRad="6350" stA="50000" endA="275" endPos="40000" dist="101600" dir="5400000" sy="-100000" algn="bl" rotWithShape="0"/>
              <a:softEdge rad="12700"/>
            </a:effectLst>
          </p:spPr>
          <p:style>
            <a:lnRef idx="3">
              <a:schemeClr val="dk1"/>
            </a:lnRef>
            <a:fillRef idx="0">
              <a:schemeClr val="dk1"/>
            </a:fillRef>
            <a:effectRef idx="2">
              <a:schemeClr val="dk1"/>
            </a:effectRef>
            <a:fontRef idx="minor">
              <a:schemeClr val="tx1"/>
            </a:fontRef>
          </p:style>
        </p:cxnSp>
        <p:sp>
          <p:nvSpPr>
            <p:cNvPr id="5" name="Flowchart: Connector 4">
              <a:extLst>
                <a:ext uri="{FF2B5EF4-FFF2-40B4-BE49-F238E27FC236}">
                  <a16:creationId xmlns:a16="http://schemas.microsoft.com/office/drawing/2014/main" id="{B2858492-B751-8ED7-57BE-708D61DDCF50}"/>
                </a:ext>
              </a:extLst>
            </p:cNvPr>
            <p:cNvSpPr/>
            <p:nvPr/>
          </p:nvSpPr>
          <p:spPr>
            <a:xfrm>
              <a:off x="9856468" y="1251583"/>
              <a:ext cx="182880" cy="182880"/>
            </a:xfrm>
            <a:prstGeom prst="flowChartConnector">
              <a:avLst/>
            </a:prstGeom>
            <a:ln>
              <a:noFill/>
            </a:ln>
            <a:effectLst>
              <a:outerShdw blurRad="50800" dist="38100" dir="2700000" algn="tl"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7" name="TextBox 6">
            <a:extLst>
              <a:ext uri="{FF2B5EF4-FFF2-40B4-BE49-F238E27FC236}">
                <a16:creationId xmlns:a16="http://schemas.microsoft.com/office/drawing/2014/main" id="{A6747723-BAE5-C999-4896-8F92A872C1D9}"/>
              </a:ext>
            </a:extLst>
          </p:cNvPr>
          <p:cNvSpPr txBox="1"/>
          <p:nvPr/>
        </p:nvSpPr>
        <p:spPr>
          <a:xfrm flipH="1">
            <a:off x="414301" y="2284914"/>
            <a:ext cx="10806849" cy="738664"/>
          </a:xfrm>
          <a:prstGeom prst="rect">
            <a:avLst/>
          </a:prstGeom>
          <a:noFill/>
        </p:spPr>
        <p:txBody>
          <a:bodyPr wrap="square" rtlCol="0">
            <a:spAutoFit/>
          </a:bodyPr>
          <a:lstStyle/>
          <a:p>
            <a:r>
              <a:rPr lang="en-US" sz="2100" b="1" i="0" dirty="0">
                <a:solidFill>
                  <a:srgbClr val="CECAC3"/>
                </a:solidFill>
                <a:effectLst/>
                <a:latin typeface="Cavolini" panose="03000502040302020204" pitchFamily="66" charset="0"/>
                <a:cs typeface="Cavolini" panose="03000502040302020204" pitchFamily="66" charset="0"/>
              </a:rPr>
              <a:t>Refer to the </a:t>
            </a:r>
            <a:r>
              <a:rPr lang="en-US" sz="2100" b="1" i="1" dirty="0">
                <a:solidFill>
                  <a:srgbClr val="DA4B58"/>
                </a:solidFill>
                <a:effectLst/>
                <a:latin typeface="Cavolini" panose="03000502040302020204" pitchFamily="66" charset="0"/>
                <a:cs typeface="Cavolini" panose="03000502040302020204" pitchFamily="66" charset="0"/>
              </a:rPr>
              <a:t>state</a:t>
            </a:r>
            <a:r>
              <a:rPr lang="en-US" sz="2100" b="1" i="0" dirty="0">
                <a:solidFill>
                  <a:srgbClr val="CECAC3"/>
                </a:solidFill>
                <a:effectLst/>
                <a:latin typeface="Cavolini" panose="03000502040302020204" pitchFamily="66" charset="0"/>
                <a:cs typeface="Cavolini" panose="03000502040302020204" pitchFamily="66" charset="0"/>
              </a:rPr>
              <a:t> object anywhere in the component by using the following syntax: </a:t>
            </a:r>
            <a:r>
              <a:rPr lang="en-US" sz="2100" b="1" dirty="0" err="1">
                <a:solidFill>
                  <a:srgbClr val="FF7EDB"/>
                </a:solidFill>
                <a:effectLst/>
                <a:latin typeface="Cascadia Code" panose="020B0609020000020004" pitchFamily="49" charset="0"/>
              </a:rPr>
              <a:t>state</a:t>
            </a:r>
            <a:r>
              <a:rPr lang="en-US" sz="2100" b="1" dirty="0" err="1">
                <a:solidFill>
                  <a:srgbClr val="BBBBBB"/>
                </a:solidFill>
                <a:effectLst/>
                <a:latin typeface="Cascadia Code" panose="020B0609020000020004" pitchFamily="49" charset="0"/>
              </a:rPr>
              <a:t>.</a:t>
            </a:r>
            <a:r>
              <a:rPr lang="en-US" sz="2100" b="1" dirty="0" err="1">
                <a:solidFill>
                  <a:srgbClr val="2EE2FA"/>
                </a:solidFill>
                <a:effectLst/>
                <a:latin typeface="Cascadia Code" panose="020B0609020000020004" pitchFamily="49" charset="0"/>
              </a:rPr>
              <a:t>propertyname</a:t>
            </a:r>
            <a:endParaRPr lang="en-US" sz="2100" b="1" dirty="0">
              <a:solidFill>
                <a:srgbClr val="BBBBBB"/>
              </a:solidFill>
              <a:effectLst/>
              <a:latin typeface="Cascadia Code" panose="020B0609020000020004" pitchFamily="49" charset="0"/>
            </a:endParaRPr>
          </a:p>
        </p:txBody>
      </p:sp>
      <p:pic>
        <p:nvPicPr>
          <p:cNvPr id="14" name="Graphic 13" descr="Atom with solid fill">
            <a:extLst>
              <a:ext uri="{FF2B5EF4-FFF2-40B4-BE49-F238E27FC236}">
                <a16:creationId xmlns:a16="http://schemas.microsoft.com/office/drawing/2014/main" id="{3BCE63B3-D40B-1502-6FFD-0D8FCB8CAC21}"/>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473345" y="1484034"/>
            <a:ext cx="685800" cy="685800"/>
          </a:xfrm>
          <a:prstGeom prst="rect">
            <a:avLst/>
          </a:prstGeom>
        </p:spPr>
      </p:pic>
      <p:sp>
        <p:nvSpPr>
          <p:cNvPr id="15" name="TextBox 14">
            <a:extLst>
              <a:ext uri="{FF2B5EF4-FFF2-40B4-BE49-F238E27FC236}">
                <a16:creationId xmlns:a16="http://schemas.microsoft.com/office/drawing/2014/main" id="{E4A5A0F0-968F-7C81-4B80-F5DCFC416FF5}"/>
              </a:ext>
            </a:extLst>
          </p:cNvPr>
          <p:cNvSpPr txBox="1"/>
          <p:nvPr/>
        </p:nvSpPr>
        <p:spPr>
          <a:xfrm flipH="1">
            <a:off x="1250396" y="1619185"/>
            <a:ext cx="7596740" cy="415498"/>
          </a:xfrm>
          <a:prstGeom prst="rect">
            <a:avLst/>
          </a:prstGeom>
          <a:noFill/>
        </p:spPr>
        <p:txBody>
          <a:bodyPr wrap="square" rtlCol="0">
            <a:spAutoFit/>
          </a:bodyPr>
          <a:lstStyle/>
          <a:p>
            <a:pPr algn="l"/>
            <a:r>
              <a:rPr lang="en-US" sz="2100" b="1" dirty="0">
                <a:latin typeface="Cavolini" panose="03000502040302020204" pitchFamily="66" charset="0"/>
                <a:cs typeface="Cavolini" panose="03000502040302020204" pitchFamily="66" charset="0"/>
              </a:rPr>
              <a:t>Using T</a:t>
            </a:r>
            <a:r>
              <a:rPr lang="en-US" sz="2100" b="1" i="0" dirty="0">
                <a:effectLst/>
                <a:latin typeface="Cavolini" panose="03000502040302020204" pitchFamily="66" charset="0"/>
                <a:cs typeface="Cavolini" panose="03000502040302020204" pitchFamily="66" charset="0"/>
              </a:rPr>
              <a:t>he State Object</a:t>
            </a:r>
          </a:p>
        </p:txBody>
      </p:sp>
    </p:spTree>
    <p:extLst>
      <p:ext uri="{BB962C8B-B14F-4D97-AF65-F5344CB8AC3E}">
        <p14:creationId xmlns:p14="http://schemas.microsoft.com/office/powerpoint/2010/main" val="1756440057"/>
      </p:ext>
    </p:extLst>
  </p:cSld>
  <p:clrMapOvr>
    <a:overrideClrMapping bg1="dk1" tx1="lt1" bg2="dk2" tx2="lt2" accent1="accent1" accent2="accent2" accent3="accent3" accent4="accent4" accent5="accent5" accent6="accent6" hlink="hlink" folHlink="folHlink"/>
  </p:clrMapOvr>
  <mc:AlternateContent xmlns:mc="http://schemas.openxmlformats.org/markup-compatibility/2006" xmlns:p159="http://schemas.microsoft.com/office/powerpoint/2015/09/main">
    <mc:Choice Requires="p159">
      <p:transition>
        <p159:morph option="byObject"/>
      </p:transition>
    </mc:Choice>
    <mc:Fallback xmlns="">
      <p:transition>
        <p:fade/>
      </p:transition>
    </mc:Fallback>
  </mc:AlternateContent>
</p:sld>
</file>

<file path=ppt/slides/slide31.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sp useBgFill="1">
        <p:nvSpPr>
          <p:cNvPr id="21" name="Rectangle 20">
            <a:extLst>
              <a:ext uri="{FF2B5EF4-FFF2-40B4-BE49-F238E27FC236}">
                <a16:creationId xmlns:a16="http://schemas.microsoft.com/office/drawing/2014/main" id="{E5A92FE9-DB05-4D0D-AF5A-BE8664B9FFB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grpSp>
        <p:nvGrpSpPr>
          <p:cNvPr id="23" name="Group 22">
            <a:extLst>
              <a:ext uri="{FF2B5EF4-FFF2-40B4-BE49-F238E27FC236}">
                <a16:creationId xmlns:a16="http://schemas.microsoft.com/office/drawing/2014/main" id="{53D9B26A-5143-49A7-BA98-D871D5BD719A}"/>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flipH="1">
            <a:off x="6526211" y="1"/>
            <a:ext cx="5014912" cy="6857999"/>
            <a:chOff x="2928938" y="-4763"/>
            <a:chExt cx="5014912" cy="6862763"/>
          </a:xfrm>
        </p:grpSpPr>
        <p:sp>
          <p:nvSpPr>
            <p:cNvPr id="24" name="Freeform 6">
              <a:extLst>
                <a:ext uri="{FF2B5EF4-FFF2-40B4-BE49-F238E27FC236}">
                  <a16:creationId xmlns:a16="http://schemas.microsoft.com/office/drawing/2014/main" id="{68B85E55-A2A1-4682-B891-F201358A92D5}"/>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3367088" y="-4763"/>
              <a:ext cx="1063625" cy="2782888"/>
            </a:xfrm>
            <a:custGeom>
              <a:avLst/>
              <a:gdLst/>
              <a:ahLst/>
              <a:cxnLst/>
              <a:rect l="0" t="0" r="r" b="b"/>
              <a:pathLst>
                <a:path w="670" h="1753">
                  <a:moveTo>
                    <a:pt x="0" y="1696"/>
                  </a:moveTo>
                  <a:lnTo>
                    <a:pt x="225" y="1753"/>
                  </a:lnTo>
                  <a:lnTo>
                    <a:pt x="670" y="0"/>
                  </a:lnTo>
                  <a:lnTo>
                    <a:pt x="430" y="0"/>
                  </a:lnTo>
                  <a:lnTo>
                    <a:pt x="0" y="1696"/>
                  </a:lnTo>
                  <a:close/>
                </a:path>
              </a:pathLst>
            </a:custGeom>
            <a:solidFill>
              <a:schemeClr val="accent1"/>
            </a:solidFill>
            <a:ln>
              <a:noFill/>
            </a:ln>
          </p:spPr>
          <p:txBody>
            <a:bodyPr/>
            <a:lstStyle/>
            <a:p>
              <a:endParaRPr lang="en-US"/>
            </a:p>
          </p:txBody>
        </p:sp>
        <p:sp>
          <p:nvSpPr>
            <p:cNvPr id="25" name="Freeform 7">
              <a:extLst>
                <a:ext uri="{FF2B5EF4-FFF2-40B4-BE49-F238E27FC236}">
                  <a16:creationId xmlns:a16="http://schemas.microsoft.com/office/drawing/2014/main" id="{45EF6EDB-9B5D-49E9-96FA-1AE08BF95E57}"/>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2928938" y="-4763"/>
              <a:ext cx="1035050" cy="2673350"/>
            </a:xfrm>
            <a:custGeom>
              <a:avLst/>
              <a:gdLst/>
              <a:ahLst/>
              <a:cxnLst/>
              <a:rect l="0" t="0" r="r" b="b"/>
              <a:pathLst>
                <a:path w="652" h="1684">
                  <a:moveTo>
                    <a:pt x="225" y="1684"/>
                  </a:moveTo>
                  <a:lnTo>
                    <a:pt x="652" y="0"/>
                  </a:lnTo>
                  <a:lnTo>
                    <a:pt x="411" y="0"/>
                  </a:lnTo>
                  <a:lnTo>
                    <a:pt x="0" y="1627"/>
                  </a:lnTo>
                  <a:lnTo>
                    <a:pt x="219" y="1681"/>
                  </a:lnTo>
                  <a:lnTo>
                    <a:pt x="225" y="1684"/>
                  </a:lnTo>
                  <a:close/>
                </a:path>
              </a:pathLst>
            </a:custGeom>
            <a:solidFill>
              <a:srgbClr val="595959"/>
            </a:solidFill>
            <a:ln>
              <a:noFill/>
            </a:ln>
          </p:spPr>
          <p:txBody>
            <a:bodyPr/>
            <a:lstStyle/>
            <a:p>
              <a:endParaRPr lang="en-US"/>
            </a:p>
          </p:txBody>
        </p:sp>
        <p:sp>
          <p:nvSpPr>
            <p:cNvPr id="26" name="Freeform 12">
              <a:extLst>
                <a:ext uri="{FF2B5EF4-FFF2-40B4-BE49-F238E27FC236}">
                  <a16:creationId xmlns:a16="http://schemas.microsoft.com/office/drawing/2014/main" id="{38338226-D6E2-4EEE-B271-DB4BD096DBA1}"/>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2928938" y="2582862"/>
              <a:ext cx="2693987" cy="4275138"/>
            </a:xfrm>
            <a:custGeom>
              <a:avLst/>
              <a:gdLst/>
              <a:ahLst/>
              <a:cxnLst/>
              <a:rect l="0" t="0" r="r" b="b"/>
              <a:pathLst>
                <a:path w="1697" h="2693">
                  <a:moveTo>
                    <a:pt x="0" y="0"/>
                  </a:moveTo>
                  <a:lnTo>
                    <a:pt x="1622" y="2693"/>
                  </a:lnTo>
                  <a:lnTo>
                    <a:pt x="1697" y="2693"/>
                  </a:lnTo>
                  <a:lnTo>
                    <a:pt x="0" y="0"/>
                  </a:lnTo>
                  <a:close/>
                </a:path>
              </a:pathLst>
            </a:custGeom>
            <a:solidFill>
              <a:srgbClr val="262626"/>
            </a:solidFill>
            <a:ln>
              <a:noFill/>
            </a:ln>
          </p:spPr>
          <p:txBody>
            <a:bodyPr/>
            <a:lstStyle/>
            <a:p>
              <a:endParaRPr lang="en-US"/>
            </a:p>
          </p:txBody>
        </p:sp>
        <p:sp>
          <p:nvSpPr>
            <p:cNvPr id="27" name="Freeform 13">
              <a:extLst>
                <a:ext uri="{FF2B5EF4-FFF2-40B4-BE49-F238E27FC236}">
                  <a16:creationId xmlns:a16="http://schemas.microsoft.com/office/drawing/2014/main" id="{4878FB48-17B3-4A11-8025-DE0945CD4E71}"/>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3371850" y="2692400"/>
              <a:ext cx="3332162" cy="4165600"/>
            </a:xfrm>
            <a:custGeom>
              <a:avLst/>
              <a:gdLst/>
              <a:ahLst/>
              <a:cxnLst/>
              <a:rect l="0" t="0" r="r" b="b"/>
              <a:pathLst>
                <a:path w="2099" h="2624">
                  <a:moveTo>
                    <a:pt x="2099" y="2624"/>
                  </a:moveTo>
                  <a:lnTo>
                    <a:pt x="0" y="0"/>
                  </a:lnTo>
                  <a:lnTo>
                    <a:pt x="2021" y="2624"/>
                  </a:lnTo>
                  <a:lnTo>
                    <a:pt x="2099" y="2624"/>
                  </a:lnTo>
                  <a:close/>
                </a:path>
              </a:pathLst>
            </a:custGeom>
            <a:solidFill>
              <a:schemeClr val="accent1">
                <a:lumMod val="50000"/>
              </a:schemeClr>
            </a:solidFill>
            <a:ln>
              <a:noFill/>
            </a:ln>
          </p:spPr>
          <p:txBody>
            <a:bodyPr/>
            <a:lstStyle/>
            <a:p>
              <a:endParaRPr lang="en-US"/>
            </a:p>
          </p:txBody>
        </p:sp>
        <p:sp>
          <p:nvSpPr>
            <p:cNvPr id="28" name="Freeform 14">
              <a:extLst>
                <a:ext uri="{FF2B5EF4-FFF2-40B4-BE49-F238E27FC236}">
                  <a16:creationId xmlns:a16="http://schemas.microsoft.com/office/drawing/2014/main" id="{4150A21C-DD6D-4D3C-9E95-7A3CA263BEB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3367088" y="2687637"/>
              <a:ext cx="4576762" cy="4170363"/>
            </a:xfrm>
            <a:custGeom>
              <a:avLst/>
              <a:gdLst/>
              <a:ahLst/>
              <a:cxnLst/>
              <a:rect l="0" t="0" r="r" b="b"/>
              <a:pathLst>
                <a:path w="2883" h="2627">
                  <a:moveTo>
                    <a:pt x="0" y="0"/>
                  </a:moveTo>
                  <a:lnTo>
                    <a:pt x="3" y="3"/>
                  </a:lnTo>
                  <a:lnTo>
                    <a:pt x="2102" y="2627"/>
                  </a:lnTo>
                  <a:lnTo>
                    <a:pt x="2883" y="2627"/>
                  </a:lnTo>
                  <a:lnTo>
                    <a:pt x="225" y="57"/>
                  </a:lnTo>
                  <a:lnTo>
                    <a:pt x="0" y="0"/>
                  </a:lnTo>
                  <a:close/>
                </a:path>
              </a:pathLst>
            </a:custGeom>
            <a:solidFill>
              <a:schemeClr val="accent1">
                <a:lumMod val="75000"/>
              </a:schemeClr>
            </a:solidFill>
            <a:ln>
              <a:noFill/>
            </a:ln>
          </p:spPr>
          <p:txBody>
            <a:bodyPr/>
            <a:lstStyle/>
            <a:p>
              <a:endParaRPr lang="en-US"/>
            </a:p>
          </p:txBody>
        </p:sp>
        <p:sp>
          <p:nvSpPr>
            <p:cNvPr id="29" name="Freeform 15">
              <a:extLst>
                <a:ext uri="{FF2B5EF4-FFF2-40B4-BE49-F238E27FC236}">
                  <a16:creationId xmlns:a16="http://schemas.microsoft.com/office/drawing/2014/main" id="{7505BF04-104D-4180-A284-42FCD6B04DD6}"/>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2928938" y="2578100"/>
              <a:ext cx="3584575" cy="4279900"/>
            </a:xfrm>
            <a:custGeom>
              <a:avLst/>
              <a:gdLst/>
              <a:ahLst/>
              <a:cxnLst/>
              <a:rect l="0" t="0" r="r" b="b"/>
              <a:pathLst>
                <a:path w="2258" h="2696">
                  <a:moveTo>
                    <a:pt x="2258" y="2696"/>
                  </a:moveTo>
                  <a:lnTo>
                    <a:pt x="264" y="111"/>
                  </a:lnTo>
                  <a:lnTo>
                    <a:pt x="228" y="60"/>
                  </a:lnTo>
                  <a:lnTo>
                    <a:pt x="225" y="57"/>
                  </a:lnTo>
                  <a:lnTo>
                    <a:pt x="0" y="0"/>
                  </a:lnTo>
                  <a:lnTo>
                    <a:pt x="0" y="3"/>
                  </a:lnTo>
                  <a:lnTo>
                    <a:pt x="1697" y="2696"/>
                  </a:lnTo>
                  <a:lnTo>
                    <a:pt x="2258" y="2696"/>
                  </a:lnTo>
                  <a:close/>
                </a:path>
              </a:pathLst>
            </a:custGeom>
            <a:solidFill>
              <a:srgbClr val="404040"/>
            </a:solidFill>
            <a:ln>
              <a:noFill/>
            </a:ln>
          </p:spPr>
          <p:txBody>
            <a:bodyPr/>
            <a:lstStyle/>
            <a:p>
              <a:endParaRPr lang="en-US"/>
            </a:p>
          </p:txBody>
        </p:sp>
      </p:grpSp>
      <p:sp>
        <p:nvSpPr>
          <p:cNvPr id="2" name="Title 1">
            <a:extLst>
              <a:ext uri="{FF2B5EF4-FFF2-40B4-BE49-F238E27FC236}">
                <a16:creationId xmlns:a16="http://schemas.microsoft.com/office/drawing/2014/main" id="{652CD06E-EB43-4697-A9C1-290232C3BAD6}"/>
              </a:ext>
            </a:extLst>
          </p:cNvPr>
          <p:cNvSpPr>
            <a:spLocks noGrp="1"/>
          </p:cNvSpPr>
          <p:nvPr>
            <p:ph type="ctrTitle"/>
          </p:nvPr>
        </p:nvSpPr>
        <p:spPr>
          <a:xfrm>
            <a:off x="473345" y="0"/>
            <a:ext cx="11604355" cy="1223994"/>
          </a:xfrm>
        </p:spPr>
        <p:txBody>
          <a:bodyPr>
            <a:noAutofit/>
          </a:bodyPr>
          <a:lstStyle/>
          <a:p>
            <a:pPr algn="l"/>
            <a:r>
              <a:rPr lang="en-US" sz="5400" b="1" dirty="0">
                <a:latin typeface="Mystical Woods Smooth Script" panose="02000500000000000000" pitchFamily="2" charset="0"/>
                <a:cs typeface="Cavolini" panose="03000502040302020204" pitchFamily="66" charset="0"/>
              </a:rPr>
              <a:t>States And Props </a:t>
            </a:r>
            <a:r>
              <a:rPr lang="en-US" sz="2100" b="1" dirty="0">
                <a:latin typeface="Cavolini" panose="03000502040302020204" pitchFamily="66" charset="0"/>
                <a:cs typeface="Cavolini" panose="03000502040302020204" pitchFamily="66" charset="0"/>
              </a:rPr>
              <a:t>continued…</a:t>
            </a:r>
            <a:endParaRPr lang="en-US" sz="5400" b="1" dirty="0">
              <a:latin typeface="Mystical Woods Smooth Script" panose="02000500000000000000" pitchFamily="2" charset="0"/>
              <a:cs typeface="Cavolini" panose="03000502040302020204" pitchFamily="66" charset="0"/>
            </a:endParaRPr>
          </a:p>
        </p:txBody>
      </p:sp>
      <p:grpSp>
        <p:nvGrpSpPr>
          <p:cNvPr id="6" name="Group 5">
            <a:extLst>
              <a:ext uri="{FF2B5EF4-FFF2-40B4-BE49-F238E27FC236}">
                <a16:creationId xmlns:a16="http://schemas.microsoft.com/office/drawing/2014/main" id="{752A73B4-49EC-E765-1462-2A106F07C3D4}"/>
              </a:ext>
            </a:extLst>
          </p:cNvPr>
          <p:cNvGrpSpPr/>
          <p:nvPr/>
        </p:nvGrpSpPr>
        <p:grpSpPr>
          <a:xfrm>
            <a:off x="481809" y="1152868"/>
            <a:ext cx="8950321" cy="182880"/>
            <a:chOff x="1089027" y="1251583"/>
            <a:chExt cx="8950321" cy="182880"/>
          </a:xfrm>
        </p:grpSpPr>
        <p:cxnSp>
          <p:nvCxnSpPr>
            <p:cNvPr id="4" name="Straight Connector 3">
              <a:extLst>
                <a:ext uri="{FF2B5EF4-FFF2-40B4-BE49-F238E27FC236}">
                  <a16:creationId xmlns:a16="http://schemas.microsoft.com/office/drawing/2014/main" id="{1111542F-3245-DDEC-4B5A-7412E7DBE5FD}"/>
                </a:ext>
              </a:extLst>
            </p:cNvPr>
            <p:cNvCxnSpPr/>
            <p:nvPr/>
          </p:nvCxnSpPr>
          <p:spPr>
            <a:xfrm>
              <a:off x="1089027" y="1347537"/>
              <a:ext cx="8786493" cy="0"/>
            </a:xfrm>
            <a:prstGeom prst="line">
              <a:avLst/>
            </a:prstGeom>
            <a:ln w="38100">
              <a:solidFill>
                <a:srgbClr val="595959"/>
              </a:solidFill>
            </a:ln>
            <a:effectLst>
              <a:reflection blurRad="6350" stA="50000" endA="275" endPos="40000" dist="101600" dir="5400000" sy="-100000" algn="bl" rotWithShape="0"/>
              <a:softEdge rad="12700"/>
            </a:effectLst>
          </p:spPr>
          <p:style>
            <a:lnRef idx="3">
              <a:schemeClr val="dk1"/>
            </a:lnRef>
            <a:fillRef idx="0">
              <a:schemeClr val="dk1"/>
            </a:fillRef>
            <a:effectRef idx="2">
              <a:schemeClr val="dk1"/>
            </a:effectRef>
            <a:fontRef idx="minor">
              <a:schemeClr val="tx1"/>
            </a:fontRef>
          </p:style>
        </p:cxnSp>
        <p:sp>
          <p:nvSpPr>
            <p:cNvPr id="5" name="Flowchart: Connector 4">
              <a:extLst>
                <a:ext uri="{FF2B5EF4-FFF2-40B4-BE49-F238E27FC236}">
                  <a16:creationId xmlns:a16="http://schemas.microsoft.com/office/drawing/2014/main" id="{B2858492-B751-8ED7-57BE-708D61DDCF50}"/>
                </a:ext>
              </a:extLst>
            </p:cNvPr>
            <p:cNvSpPr/>
            <p:nvPr/>
          </p:nvSpPr>
          <p:spPr>
            <a:xfrm>
              <a:off x="9856468" y="1251583"/>
              <a:ext cx="182880" cy="182880"/>
            </a:xfrm>
            <a:prstGeom prst="flowChartConnector">
              <a:avLst/>
            </a:prstGeom>
            <a:ln>
              <a:noFill/>
            </a:ln>
            <a:effectLst>
              <a:outerShdw blurRad="50800" dist="38100" dir="2700000" algn="tl"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11" name="TextBox 10">
            <a:extLst>
              <a:ext uri="{FF2B5EF4-FFF2-40B4-BE49-F238E27FC236}">
                <a16:creationId xmlns:a16="http://schemas.microsoft.com/office/drawing/2014/main" id="{EE9782A5-1465-38F7-C145-662AC5B677F6}"/>
              </a:ext>
            </a:extLst>
          </p:cNvPr>
          <p:cNvSpPr txBox="1"/>
          <p:nvPr/>
        </p:nvSpPr>
        <p:spPr>
          <a:xfrm>
            <a:off x="417576" y="1510793"/>
            <a:ext cx="11356848" cy="5632311"/>
          </a:xfrm>
          <a:prstGeom prst="rect">
            <a:avLst/>
          </a:prstGeom>
          <a:noFill/>
        </p:spPr>
        <p:txBody>
          <a:bodyPr wrap="square" numCol="2">
            <a:spAutoFit/>
          </a:bodyPr>
          <a:lstStyle/>
          <a:p>
            <a:r>
              <a:rPr lang="en-US" sz="1600" b="1" dirty="0">
                <a:solidFill>
                  <a:srgbClr val="72F1B8"/>
                </a:solidFill>
                <a:latin typeface="Cascadia Code" panose="020B0609020000020004" pitchFamily="49" charset="0"/>
              </a:rPr>
              <a:t>import React, { </a:t>
            </a:r>
            <a:r>
              <a:rPr lang="en-US" sz="1600" b="1" dirty="0" err="1">
                <a:solidFill>
                  <a:srgbClr val="72F1B8"/>
                </a:solidFill>
                <a:latin typeface="Cascadia Code" panose="020B0609020000020004" pitchFamily="49" charset="0"/>
              </a:rPr>
              <a:t>useState</a:t>
            </a:r>
            <a:r>
              <a:rPr lang="en-US" sz="1600" b="1" dirty="0">
                <a:solidFill>
                  <a:srgbClr val="72F1B8"/>
                </a:solidFill>
                <a:latin typeface="Cascadia Code" panose="020B0609020000020004" pitchFamily="49" charset="0"/>
              </a:rPr>
              <a:t> } from "react";</a:t>
            </a:r>
          </a:p>
          <a:p>
            <a:endParaRPr lang="en-US" sz="1600" b="1" dirty="0">
              <a:solidFill>
                <a:srgbClr val="72F1B8"/>
              </a:solidFill>
              <a:latin typeface="Cascadia Code" panose="020B0609020000020004" pitchFamily="49" charset="0"/>
            </a:endParaRPr>
          </a:p>
          <a:p>
            <a:r>
              <a:rPr lang="en-US" sz="1600" b="1" dirty="0">
                <a:solidFill>
                  <a:srgbClr val="72F1B8"/>
                </a:solidFill>
                <a:latin typeface="Cascadia Code" panose="020B0609020000020004" pitchFamily="49" charset="0"/>
              </a:rPr>
              <a:t>const </a:t>
            </a:r>
            <a:r>
              <a:rPr lang="en-US" sz="1600" b="1" dirty="0" err="1">
                <a:solidFill>
                  <a:srgbClr val="72F1B8"/>
                </a:solidFill>
                <a:latin typeface="Cascadia Code" panose="020B0609020000020004" pitchFamily="49" charset="0"/>
              </a:rPr>
              <a:t>StudentComponent</a:t>
            </a:r>
            <a:r>
              <a:rPr lang="en-US" sz="1600" b="1" dirty="0">
                <a:solidFill>
                  <a:srgbClr val="72F1B8"/>
                </a:solidFill>
                <a:latin typeface="Cascadia Code" panose="020B0609020000020004" pitchFamily="49" charset="0"/>
              </a:rPr>
              <a:t> = () =&gt; {</a:t>
            </a:r>
          </a:p>
          <a:p>
            <a:r>
              <a:rPr lang="en-US" sz="1600" b="1" dirty="0">
                <a:solidFill>
                  <a:srgbClr val="72F1B8"/>
                </a:solidFill>
                <a:latin typeface="Cascadia Code" panose="020B0609020000020004" pitchFamily="49" charset="0"/>
              </a:rPr>
              <a:t>  const [student] = </a:t>
            </a:r>
            <a:r>
              <a:rPr lang="en-US" sz="1600" b="1" dirty="0" err="1">
                <a:solidFill>
                  <a:srgbClr val="72F1B8"/>
                </a:solidFill>
                <a:latin typeface="Cascadia Code" panose="020B0609020000020004" pitchFamily="49" charset="0"/>
              </a:rPr>
              <a:t>useState</a:t>
            </a:r>
            <a:r>
              <a:rPr lang="en-US" sz="1600" b="1" dirty="0">
                <a:solidFill>
                  <a:srgbClr val="72F1B8"/>
                </a:solidFill>
                <a:latin typeface="Cascadia Code" panose="020B0609020000020004" pitchFamily="49" charset="0"/>
              </a:rPr>
              <a:t>({</a:t>
            </a:r>
          </a:p>
          <a:p>
            <a:r>
              <a:rPr lang="en-US" sz="1600" b="1" dirty="0">
                <a:solidFill>
                  <a:srgbClr val="72F1B8"/>
                </a:solidFill>
                <a:latin typeface="Cascadia Code" panose="020B0609020000020004" pitchFamily="49" charset="0"/>
              </a:rPr>
              <a:t>    </a:t>
            </a:r>
            <a:r>
              <a:rPr lang="en-US" sz="1600" b="1" dirty="0" err="1">
                <a:solidFill>
                  <a:srgbClr val="72F1B8"/>
                </a:solidFill>
                <a:latin typeface="Cascadia Code" panose="020B0609020000020004" pitchFamily="49" charset="0"/>
              </a:rPr>
              <a:t>firstName</a:t>
            </a:r>
            <a:r>
              <a:rPr lang="en-US" sz="1600" b="1" dirty="0">
                <a:solidFill>
                  <a:srgbClr val="72F1B8"/>
                </a:solidFill>
                <a:latin typeface="Cascadia Code" panose="020B0609020000020004" pitchFamily="49" charset="0"/>
              </a:rPr>
              <a:t>: "Mayur",</a:t>
            </a:r>
          </a:p>
          <a:p>
            <a:r>
              <a:rPr lang="en-US" sz="1600" b="1" dirty="0">
                <a:solidFill>
                  <a:srgbClr val="72F1B8"/>
                </a:solidFill>
                <a:latin typeface="Cascadia Code" panose="020B0609020000020004" pitchFamily="49" charset="0"/>
              </a:rPr>
              <a:t>    </a:t>
            </a:r>
            <a:r>
              <a:rPr lang="en-US" sz="1600" b="1" dirty="0" err="1">
                <a:solidFill>
                  <a:srgbClr val="72F1B8"/>
                </a:solidFill>
                <a:latin typeface="Cascadia Code" panose="020B0609020000020004" pitchFamily="49" charset="0"/>
              </a:rPr>
              <a:t>lastName</a:t>
            </a:r>
            <a:r>
              <a:rPr lang="en-US" sz="1600" b="1" dirty="0">
                <a:solidFill>
                  <a:srgbClr val="72F1B8"/>
                </a:solidFill>
                <a:latin typeface="Cascadia Code" panose="020B0609020000020004" pitchFamily="49" charset="0"/>
              </a:rPr>
              <a:t>: "Pai",</a:t>
            </a:r>
          </a:p>
          <a:p>
            <a:r>
              <a:rPr lang="en-US" sz="1600" b="1" dirty="0">
                <a:solidFill>
                  <a:srgbClr val="72F1B8"/>
                </a:solidFill>
                <a:latin typeface="Cascadia Code" panose="020B0609020000020004" pitchFamily="49" charset="0"/>
              </a:rPr>
              <a:t>    </a:t>
            </a:r>
            <a:r>
              <a:rPr lang="en-US" sz="1600" b="1" dirty="0" err="1">
                <a:solidFill>
                  <a:srgbClr val="72F1B8"/>
                </a:solidFill>
                <a:latin typeface="Cascadia Code" panose="020B0609020000020004" pitchFamily="49" charset="0"/>
              </a:rPr>
              <a:t>rollNo</a:t>
            </a:r>
            <a:r>
              <a:rPr lang="en-US" sz="1600" b="1" dirty="0">
                <a:solidFill>
                  <a:srgbClr val="72F1B8"/>
                </a:solidFill>
                <a:latin typeface="Cascadia Code" panose="020B0609020000020004" pitchFamily="49" charset="0"/>
              </a:rPr>
              <a:t>: 53,</a:t>
            </a:r>
          </a:p>
          <a:p>
            <a:r>
              <a:rPr lang="en-US" sz="1600" b="1" dirty="0">
                <a:solidFill>
                  <a:srgbClr val="72F1B8"/>
                </a:solidFill>
                <a:latin typeface="Cascadia Code" panose="020B0609020000020004" pitchFamily="49" charset="0"/>
              </a:rPr>
              <a:t>    age: 23,</a:t>
            </a:r>
          </a:p>
          <a:p>
            <a:r>
              <a:rPr lang="en-US" sz="1600" b="1" dirty="0">
                <a:solidFill>
                  <a:srgbClr val="72F1B8"/>
                </a:solidFill>
                <a:latin typeface="Cascadia Code" panose="020B0609020000020004" pitchFamily="49" charset="0"/>
              </a:rPr>
              <a:t>    books: ["C Programming", "C++ Programming", "Data Structure and Algorithms"],</a:t>
            </a:r>
          </a:p>
          <a:p>
            <a:r>
              <a:rPr lang="en-US" sz="1600" b="1" dirty="0">
                <a:solidFill>
                  <a:srgbClr val="72F1B8"/>
                </a:solidFill>
                <a:latin typeface="Cascadia Code" panose="020B0609020000020004" pitchFamily="49" charset="0"/>
              </a:rPr>
              <a:t>  });</a:t>
            </a:r>
          </a:p>
          <a:p>
            <a:endParaRPr lang="en-US" sz="1600" b="1" dirty="0">
              <a:solidFill>
                <a:srgbClr val="72F1B8"/>
              </a:solidFill>
              <a:latin typeface="Cascadia Code" panose="020B0609020000020004" pitchFamily="49" charset="0"/>
            </a:endParaRPr>
          </a:p>
          <a:p>
            <a:r>
              <a:rPr lang="en-US" sz="1600" b="1" dirty="0">
                <a:solidFill>
                  <a:srgbClr val="72F1B8"/>
                </a:solidFill>
                <a:latin typeface="Cascadia Code" panose="020B0609020000020004" pitchFamily="49" charset="0"/>
              </a:rPr>
              <a:t>  return (</a:t>
            </a:r>
          </a:p>
          <a:p>
            <a:r>
              <a:rPr lang="en-US" sz="1600" b="1" dirty="0">
                <a:solidFill>
                  <a:srgbClr val="72F1B8"/>
                </a:solidFill>
                <a:latin typeface="Cascadia Code" panose="020B0609020000020004" pitchFamily="49" charset="0"/>
              </a:rPr>
              <a:t>    &lt;div&gt;</a:t>
            </a:r>
          </a:p>
          <a:p>
            <a:r>
              <a:rPr lang="en-US" sz="1600" b="1" dirty="0">
                <a:solidFill>
                  <a:srgbClr val="72F1B8"/>
                </a:solidFill>
                <a:latin typeface="Cascadia Code" panose="020B0609020000020004" pitchFamily="49" charset="0"/>
              </a:rPr>
              <a:t>      &lt;h1&gt;Student Details&lt;/h1&gt;</a:t>
            </a:r>
          </a:p>
          <a:p>
            <a:r>
              <a:rPr lang="en-US" sz="1600" b="1" dirty="0">
                <a:solidFill>
                  <a:srgbClr val="72F1B8"/>
                </a:solidFill>
                <a:latin typeface="Cascadia Code" panose="020B0609020000020004" pitchFamily="49" charset="0"/>
              </a:rPr>
              <a:t>      &lt;</a:t>
            </a:r>
            <a:r>
              <a:rPr lang="en-US" sz="1600" b="1" dirty="0" err="1">
                <a:solidFill>
                  <a:srgbClr val="72F1B8"/>
                </a:solidFill>
                <a:latin typeface="Cascadia Code" panose="020B0609020000020004" pitchFamily="49" charset="0"/>
              </a:rPr>
              <a:t>hr</a:t>
            </a:r>
            <a:r>
              <a:rPr lang="en-US" sz="1600" b="1" dirty="0">
                <a:solidFill>
                  <a:srgbClr val="72F1B8"/>
                </a:solidFill>
                <a:latin typeface="Cascadia Code" panose="020B0609020000020004" pitchFamily="49" charset="0"/>
              </a:rPr>
              <a:t> /&gt;</a:t>
            </a:r>
          </a:p>
          <a:p>
            <a:r>
              <a:rPr lang="en-US" sz="1600" b="1" dirty="0">
                <a:solidFill>
                  <a:srgbClr val="72F1B8"/>
                </a:solidFill>
                <a:latin typeface="Cascadia Code" panose="020B0609020000020004" pitchFamily="49" charset="0"/>
              </a:rPr>
              <a:t>      &lt;h3&gt;First Name: {</a:t>
            </a:r>
            <a:r>
              <a:rPr lang="en-US" sz="1600" b="1" dirty="0" err="1">
                <a:solidFill>
                  <a:srgbClr val="72F1B8"/>
                </a:solidFill>
                <a:latin typeface="Cascadia Code" panose="020B0609020000020004" pitchFamily="49" charset="0"/>
              </a:rPr>
              <a:t>student.firstName</a:t>
            </a:r>
            <a:r>
              <a:rPr lang="en-US" sz="1600" b="1" dirty="0">
                <a:solidFill>
                  <a:srgbClr val="72F1B8"/>
                </a:solidFill>
                <a:latin typeface="Cascadia Code" panose="020B0609020000020004" pitchFamily="49" charset="0"/>
              </a:rPr>
              <a:t>}&lt;/h3&gt;</a:t>
            </a:r>
          </a:p>
          <a:p>
            <a:r>
              <a:rPr lang="en-US" sz="1600" b="1" dirty="0">
                <a:solidFill>
                  <a:srgbClr val="72F1B8"/>
                </a:solidFill>
                <a:latin typeface="Cascadia Code" panose="020B0609020000020004" pitchFamily="49" charset="0"/>
              </a:rPr>
              <a:t>      &lt;h3&gt;Last Name: {</a:t>
            </a:r>
            <a:r>
              <a:rPr lang="en-US" sz="1600" b="1" dirty="0" err="1">
                <a:solidFill>
                  <a:srgbClr val="72F1B8"/>
                </a:solidFill>
                <a:latin typeface="Cascadia Code" panose="020B0609020000020004" pitchFamily="49" charset="0"/>
              </a:rPr>
              <a:t>student.lastName</a:t>
            </a:r>
            <a:r>
              <a:rPr lang="en-US" sz="1600" b="1" dirty="0">
                <a:solidFill>
                  <a:srgbClr val="72F1B8"/>
                </a:solidFill>
                <a:latin typeface="Cascadia Code" panose="020B0609020000020004" pitchFamily="49" charset="0"/>
              </a:rPr>
              <a:t>}&lt;/h3&gt;</a:t>
            </a:r>
          </a:p>
          <a:p>
            <a:r>
              <a:rPr lang="en-US" sz="1600" b="1" dirty="0">
                <a:solidFill>
                  <a:srgbClr val="72F1B8"/>
                </a:solidFill>
                <a:latin typeface="Cascadia Code" panose="020B0609020000020004" pitchFamily="49" charset="0"/>
              </a:rPr>
              <a:t>      &lt;h3&gt;Roll No: {</a:t>
            </a:r>
            <a:r>
              <a:rPr lang="en-US" sz="1600" b="1" dirty="0" err="1">
                <a:solidFill>
                  <a:srgbClr val="72F1B8"/>
                </a:solidFill>
                <a:latin typeface="Cascadia Code" panose="020B0609020000020004" pitchFamily="49" charset="0"/>
              </a:rPr>
              <a:t>student.rollNo</a:t>
            </a:r>
            <a:r>
              <a:rPr lang="en-US" sz="1600" b="1" dirty="0">
                <a:solidFill>
                  <a:srgbClr val="72F1B8"/>
                </a:solidFill>
                <a:latin typeface="Cascadia Code" panose="020B0609020000020004" pitchFamily="49" charset="0"/>
              </a:rPr>
              <a:t>}&lt;/h3&gt;</a:t>
            </a:r>
          </a:p>
          <a:p>
            <a:r>
              <a:rPr lang="en-US" sz="1600" b="1" dirty="0">
                <a:solidFill>
                  <a:srgbClr val="72F1B8"/>
                </a:solidFill>
                <a:latin typeface="Cascadia Code" panose="020B0609020000020004" pitchFamily="49" charset="0"/>
              </a:rPr>
              <a:t>      &lt;h3&gt;Age: {</a:t>
            </a:r>
            <a:r>
              <a:rPr lang="en-US" sz="1600" b="1" dirty="0" err="1">
                <a:solidFill>
                  <a:srgbClr val="72F1B8"/>
                </a:solidFill>
                <a:latin typeface="Cascadia Code" panose="020B0609020000020004" pitchFamily="49" charset="0"/>
              </a:rPr>
              <a:t>student.age</a:t>
            </a:r>
            <a:r>
              <a:rPr lang="en-US" sz="1600" b="1" dirty="0">
                <a:solidFill>
                  <a:srgbClr val="72F1B8"/>
                </a:solidFill>
                <a:latin typeface="Cascadia Code" panose="020B0609020000020004" pitchFamily="49" charset="0"/>
              </a:rPr>
              <a:t>}&lt;/h3&gt;</a:t>
            </a:r>
          </a:p>
          <a:p>
            <a:r>
              <a:rPr lang="en-US" sz="1600" b="1" dirty="0">
                <a:solidFill>
                  <a:srgbClr val="72F1B8"/>
                </a:solidFill>
                <a:latin typeface="Cascadia Code" panose="020B0609020000020004" pitchFamily="49" charset="0"/>
              </a:rPr>
              <a:t>      </a:t>
            </a:r>
          </a:p>
          <a:p>
            <a:r>
              <a:rPr lang="en-US" sz="1600" b="1" dirty="0">
                <a:solidFill>
                  <a:srgbClr val="72F1B8"/>
                </a:solidFill>
                <a:latin typeface="Cascadia Code" panose="020B0609020000020004" pitchFamily="49" charset="0"/>
              </a:rPr>
              <a:t>&lt;h3&gt;</a:t>
            </a:r>
          </a:p>
          <a:p>
            <a:r>
              <a:rPr lang="en-US" sz="1600" b="1" dirty="0">
                <a:solidFill>
                  <a:srgbClr val="72F1B8"/>
                </a:solidFill>
                <a:latin typeface="Cascadia Code" panose="020B0609020000020004" pitchFamily="49" charset="0"/>
              </a:rPr>
              <a:t>        Books:{" "}</a:t>
            </a:r>
          </a:p>
          <a:p>
            <a:r>
              <a:rPr lang="en-US" sz="1600" b="1" dirty="0">
                <a:solidFill>
                  <a:srgbClr val="72F1B8"/>
                </a:solidFill>
                <a:latin typeface="Cascadia Code" panose="020B0609020000020004" pitchFamily="49" charset="0"/>
              </a:rPr>
              <a:t>        {</a:t>
            </a:r>
            <a:r>
              <a:rPr lang="en-US" sz="1600" b="1" dirty="0" err="1">
                <a:solidFill>
                  <a:srgbClr val="72F1B8"/>
                </a:solidFill>
                <a:latin typeface="Cascadia Code" panose="020B0609020000020004" pitchFamily="49" charset="0"/>
              </a:rPr>
              <a:t>student.books.map</a:t>
            </a:r>
            <a:r>
              <a:rPr lang="en-US" sz="1600" b="1" dirty="0">
                <a:solidFill>
                  <a:srgbClr val="72F1B8"/>
                </a:solidFill>
                <a:latin typeface="Cascadia Code" panose="020B0609020000020004" pitchFamily="49" charset="0"/>
              </a:rPr>
              <a:t>((book, index) =&gt; (</a:t>
            </a:r>
          </a:p>
          <a:p>
            <a:r>
              <a:rPr lang="en-US" sz="1600" b="1" dirty="0">
                <a:solidFill>
                  <a:srgbClr val="72F1B8"/>
                </a:solidFill>
                <a:latin typeface="Cascadia Code" panose="020B0609020000020004" pitchFamily="49" charset="0"/>
              </a:rPr>
              <a:t>          &lt;span key={index}&gt;</a:t>
            </a:r>
          </a:p>
          <a:p>
            <a:r>
              <a:rPr lang="en-US" sz="1600" b="1" dirty="0">
                <a:solidFill>
                  <a:srgbClr val="72F1B8"/>
                </a:solidFill>
                <a:latin typeface="Cascadia Code" panose="020B0609020000020004" pitchFamily="49" charset="0"/>
              </a:rPr>
              <a:t>            {book}</a:t>
            </a:r>
          </a:p>
          <a:p>
            <a:r>
              <a:rPr lang="en-US" sz="1600" b="1" dirty="0">
                <a:solidFill>
                  <a:srgbClr val="72F1B8"/>
                </a:solidFill>
                <a:latin typeface="Cascadia Code" panose="020B0609020000020004" pitchFamily="49" charset="0"/>
              </a:rPr>
              <a:t>            {index &lt; </a:t>
            </a:r>
            <a:r>
              <a:rPr lang="en-US" sz="1600" b="1" dirty="0" err="1">
                <a:solidFill>
                  <a:srgbClr val="72F1B8"/>
                </a:solidFill>
                <a:latin typeface="Cascadia Code" panose="020B0609020000020004" pitchFamily="49" charset="0"/>
              </a:rPr>
              <a:t>student.books.length</a:t>
            </a:r>
            <a:r>
              <a:rPr lang="en-US" sz="1600" b="1" dirty="0">
                <a:solidFill>
                  <a:srgbClr val="72F1B8"/>
                </a:solidFill>
                <a:latin typeface="Cascadia Code" panose="020B0609020000020004" pitchFamily="49" charset="0"/>
              </a:rPr>
              <a:t> - 1 ? ", " : ""}</a:t>
            </a:r>
          </a:p>
          <a:p>
            <a:r>
              <a:rPr lang="en-US" sz="1600" b="1" dirty="0">
                <a:solidFill>
                  <a:srgbClr val="72F1B8"/>
                </a:solidFill>
                <a:latin typeface="Cascadia Code" panose="020B0609020000020004" pitchFamily="49" charset="0"/>
              </a:rPr>
              <a:t>          &lt;/span&gt;</a:t>
            </a:r>
          </a:p>
          <a:p>
            <a:r>
              <a:rPr lang="en-US" sz="1600" b="1" dirty="0">
                <a:solidFill>
                  <a:srgbClr val="72F1B8"/>
                </a:solidFill>
                <a:latin typeface="Cascadia Code" panose="020B0609020000020004" pitchFamily="49" charset="0"/>
              </a:rPr>
              <a:t>        ))}</a:t>
            </a:r>
          </a:p>
          <a:p>
            <a:r>
              <a:rPr lang="en-US" sz="1600" b="1" dirty="0">
                <a:solidFill>
                  <a:srgbClr val="72F1B8"/>
                </a:solidFill>
                <a:latin typeface="Cascadia Code" panose="020B0609020000020004" pitchFamily="49" charset="0"/>
              </a:rPr>
              <a:t>      &lt;/h3&gt;</a:t>
            </a:r>
          </a:p>
          <a:p>
            <a:r>
              <a:rPr lang="en-US" sz="1600" b="1" dirty="0">
                <a:solidFill>
                  <a:srgbClr val="72F1B8"/>
                </a:solidFill>
                <a:latin typeface="Cascadia Code" panose="020B0609020000020004" pitchFamily="49" charset="0"/>
              </a:rPr>
              <a:t>    &lt;/div&gt;</a:t>
            </a:r>
          </a:p>
          <a:p>
            <a:r>
              <a:rPr lang="en-US" sz="1600" b="1" dirty="0">
                <a:solidFill>
                  <a:srgbClr val="72F1B8"/>
                </a:solidFill>
                <a:latin typeface="Cascadia Code" panose="020B0609020000020004" pitchFamily="49" charset="0"/>
              </a:rPr>
              <a:t>  );</a:t>
            </a:r>
          </a:p>
          <a:p>
            <a:r>
              <a:rPr lang="en-US" sz="1600" b="1" dirty="0">
                <a:solidFill>
                  <a:srgbClr val="72F1B8"/>
                </a:solidFill>
                <a:latin typeface="Cascadia Code" panose="020B0609020000020004" pitchFamily="49" charset="0"/>
              </a:rPr>
              <a:t>};</a:t>
            </a:r>
          </a:p>
          <a:p>
            <a:endParaRPr lang="en-US" sz="1600" b="1" dirty="0">
              <a:solidFill>
                <a:srgbClr val="72F1B8"/>
              </a:solidFill>
              <a:latin typeface="Cascadia Code" panose="020B0609020000020004" pitchFamily="49" charset="0"/>
            </a:endParaRPr>
          </a:p>
          <a:p>
            <a:r>
              <a:rPr lang="en-US" sz="1600" b="1" dirty="0">
                <a:solidFill>
                  <a:srgbClr val="72F1B8"/>
                </a:solidFill>
                <a:latin typeface="Cascadia Code" panose="020B0609020000020004" pitchFamily="49" charset="0"/>
              </a:rPr>
              <a:t>export default </a:t>
            </a:r>
            <a:r>
              <a:rPr lang="en-US" sz="1600" b="1" dirty="0" err="1">
                <a:solidFill>
                  <a:srgbClr val="72F1B8"/>
                </a:solidFill>
                <a:latin typeface="Cascadia Code" panose="020B0609020000020004" pitchFamily="49" charset="0"/>
              </a:rPr>
              <a:t>StudentComponent</a:t>
            </a:r>
            <a:r>
              <a:rPr lang="en-US" sz="1600" b="1" dirty="0">
                <a:solidFill>
                  <a:srgbClr val="72F1B8"/>
                </a:solidFill>
                <a:latin typeface="Cascadia Code" panose="020B0609020000020004" pitchFamily="49" charset="0"/>
              </a:rPr>
              <a:t>;</a:t>
            </a:r>
          </a:p>
        </p:txBody>
      </p:sp>
    </p:spTree>
    <p:extLst>
      <p:ext uri="{BB962C8B-B14F-4D97-AF65-F5344CB8AC3E}">
        <p14:creationId xmlns:p14="http://schemas.microsoft.com/office/powerpoint/2010/main" val="910173664"/>
      </p:ext>
    </p:extLst>
  </p:cSld>
  <p:clrMapOvr>
    <a:overrideClrMapping bg1="dk1" tx1="lt1" bg2="dk2" tx2="lt2" accent1="accent1" accent2="accent2" accent3="accent3" accent4="accent4" accent5="accent5" accent6="accent6" hlink="hlink" folHlink="folHlink"/>
  </p:clrMapOvr>
  <mc:AlternateContent xmlns:mc="http://schemas.openxmlformats.org/markup-compatibility/2006" xmlns:p159="http://schemas.microsoft.com/office/powerpoint/2015/09/main">
    <mc:Choice Requires="p159">
      <p:transition>
        <p159:morph option="byObject"/>
      </p:transition>
    </mc:Choice>
    <mc:Fallback xmlns="">
      <p:transition>
        <p:fade/>
      </p:transition>
    </mc:Fallback>
  </mc:AlternateContent>
</p:sld>
</file>

<file path=ppt/slides/slide32.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sp useBgFill="1">
        <p:nvSpPr>
          <p:cNvPr id="21" name="Rectangle 20">
            <a:extLst>
              <a:ext uri="{FF2B5EF4-FFF2-40B4-BE49-F238E27FC236}">
                <a16:creationId xmlns:a16="http://schemas.microsoft.com/office/drawing/2014/main" id="{E5A92FE9-DB05-4D0D-AF5A-BE8664B9FFB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grpSp>
        <p:nvGrpSpPr>
          <p:cNvPr id="23" name="Group 22">
            <a:extLst>
              <a:ext uri="{FF2B5EF4-FFF2-40B4-BE49-F238E27FC236}">
                <a16:creationId xmlns:a16="http://schemas.microsoft.com/office/drawing/2014/main" id="{53D9B26A-5143-49A7-BA98-D871D5BD719A}"/>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flipH="1">
            <a:off x="6526211" y="1"/>
            <a:ext cx="5014912" cy="6857999"/>
            <a:chOff x="2928938" y="-4763"/>
            <a:chExt cx="5014912" cy="6862763"/>
          </a:xfrm>
        </p:grpSpPr>
        <p:sp>
          <p:nvSpPr>
            <p:cNvPr id="24" name="Freeform 6">
              <a:extLst>
                <a:ext uri="{FF2B5EF4-FFF2-40B4-BE49-F238E27FC236}">
                  <a16:creationId xmlns:a16="http://schemas.microsoft.com/office/drawing/2014/main" id="{68B85E55-A2A1-4682-B891-F201358A92D5}"/>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3367088" y="-4763"/>
              <a:ext cx="1063625" cy="2782888"/>
            </a:xfrm>
            <a:custGeom>
              <a:avLst/>
              <a:gdLst/>
              <a:ahLst/>
              <a:cxnLst/>
              <a:rect l="0" t="0" r="r" b="b"/>
              <a:pathLst>
                <a:path w="670" h="1753">
                  <a:moveTo>
                    <a:pt x="0" y="1696"/>
                  </a:moveTo>
                  <a:lnTo>
                    <a:pt x="225" y="1753"/>
                  </a:lnTo>
                  <a:lnTo>
                    <a:pt x="670" y="0"/>
                  </a:lnTo>
                  <a:lnTo>
                    <a:pt x="430" y="0"/>
                  </a:lnTo>
                  <a:lnTo>
                    <a:pt x="0" y="1696"/>
                  </a:lnTo>
                  <a:close/>
                </a:path>
              </a:pathLst>
            </a:custGeom>
            <a:solidFill>
              <a:schemeClr val="accent1"/>
            </a:solidFill>
            <a:ln>
              <a:noFill/>
            </a:ln>
          </p:spPr>
          <p:txBody>
            <a:bodyPr/>
            <a:lstStyle/>
            <a:p>
              <a:endParaRPr lang="en-US"/>
            </a:p>
          </p:txBody>
        </p:sp>
        <p:sp>
          <p:nvSpPr>
            <p:cNvPr id="25" name="Freeform 7">
              <a:extLst>
                <a:ext uri="{FF2B5EF4-FFF2-40B4-BE49-F238E27FC236}">
                  <a16:creationId xmlns:a16="http://schemas.microsoft.com/office/drawing/2014/main" id="{45EF6EDB-9B5D-49E9-96FA-1AE08BF95E57}"/>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2928938" y="-4763"/>
              <a:ext cx="1035050" cy="2673350"/>
            </a:xfrm>
            <a:custGeom>
              <a:avLst/>
              <a:gdLst/>
              <a:ahLst/>
              <a:cxnLst/>
              <a:rect l="0" t="0" r="r" b="b"/>
              <a:pathLst>
                <a:path w="652" h="1684">
                  <a:moveTo>
                    <a:pt x="225" y="1684"/>
                  </a:moveTo>
                  <a:lnTo>
                    <a:pt x="652" y="0"/>
                  </a:lnTo>
                  <a:lnTo>
                    <a:pt x="411" y="0"/>
                  </a:lnTo>
                  <a:lnTo>
                    <a:pt x="0" y="1627"/>
                  </a:lnTo>
                  <a:lnTo>
                    <a:pt x="219" y="1681"/>
                  </a:lnTo>
                  <a:lnTo>
                    <a:pt x="225" y="1684"/>
                  </a:lnTo>
                  <a:close/>
                </a:path>
              </a:pathLst>
            </a:custGeom>
            <a:solidFill>
              <a:srgbClr val="595959"/>
            </a:solidFill>
            <a:ln>
              <a:noFill/>
            </a:ln>
          </p:spPr>
          <p:txBody>
            <a:bodyPr/>
            <a:lstStyle/>
            <a:p>
              <a:endParaRPr lang="en-US"/>
            </a:p>
          </p:txBody>
        </p:sp>
        <p:sp>
          <p:nvSpPr>
            <p:cNvPr id="26" name="Freeform 12">
              <a:extLst>
                <a:ext uri="{FF2B5EF4-FFF2-40B4-BE49-F238E27FC236}">
                  <a16:creationId xmlns:a16="http://schemas.microsoft.com/office/drawing/2014/main" id="{38338226-D6E2-4EEE-B271-DB4BD096DBA1}"/>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2928938" y="2582862"/>
              <a:ext cx="2693987" cy="4275138"/>
            </a:xfrm>
            <a:custGeom>
              <a:avLst/>
              <a:gdLst/>
              <a:ahLst/>
              <a:cxnLst/>
              <a:rect l="0" t="0" r="r" b="b"/>
              <a:pathLst>
                <a:path w="1697" h="2693">
                  <a:moveTo>
                    <a:pt x="0" y="0"/>
                  </a:moveTo>
                  <a:lnTo>
                    <a:pt x="1622" y="2693"/>
                  </a:lnTo>
                  <a:lnTo>
                    <a:pt x="1697" y="2693"/>
                  </a:lnTo>
                  <a:lnTo>
                    <a:pt x="0" y="0"/>
                  </a:lnTo>
                  <a:close/>
                </a:path>
              </a:pathLst>
            </a:custGeom>
            <a:solidFill>
              <a:srgbClr val="262626"/>
            </a:solidFill>
            <a:ln>
              <a:noFill/>
            </a:ln>
          </p:spPr>
          <p:txBody>
            <a:bodyPr/>
            <a:lstStyle/>
            <a:p>
              <a:endParaRPr lang="en-US"/>
            </a:p>
          </p:txBody>
        </p:sp>
        <p:sp>
          <p:nvSpPr>
            <p:cNvPr id="27" name="Freeform 13">
              <a:extLst>
                <a:ext uri="{FF2B5EF4-FFF2-40B4-BE49-F238E27FC236}">
                  <a16:creationId xmlns:a16="http://schemas.microsoft.com/office/drawing/2014/main" id="{4878FB48-17B3-4A11-8025-DE0945CD4E71}"/>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3371850" y="2692400"/>
              <a:ext cx="3332162" cy="4165600"/>
            </a:xfrm>
            <a:custGeom>
              <a:avLst/>
              <a:gdLst/>
              <a:ahLst/>
              <a:cxnLst/>
              <a:rect l="0" t="0" r="r" b="b"/>
              <a:pathLst>
                <a:path w="2099" h="2624">
                  <a:moveTo>
                    <a:pt x="2099" y="2624"/>
                  </a:moveTo>
                  <a:lnTo>
                    <a:pt x="0" y="0"/>
                  </a:lnTo>
                  <a:lnTo>
                    <a:pt x="2021" y="2624"/>
                  </a:lnTo>
                  <a:lnTo>
                    <a:pt x="2099" y="2624"/>
                  </a:lnTo>
                  <a:close/>
                </a:path>
              </a:pathLst>
            </a:custGeom>
            <a:solidFill>
              <a:schemeClr val="accent1">
                <a:lumMod val="50000"/>
              </a:schemeClr>
            </a:solidFill>
            <a:ln>
              <a:noFill/>
            </a:ln>
          </p:spPr>
          <p:txBody>
            <a:bodyPr/>
            <a:lstStyle/>
            <a:p>
              <a:endParaRPr lang="en-US"/>
            </a:p>
          </p:txBody>
        </p:sp>
        <p:sp>
          <p:nvSpPr>
            <p:cNvPr id="28" name="Freeform 14">
              <a:extLst>
                <a:ext uri="{FF2B5EF4-FFF2-40B4-BE49-F238E27FC236}">
                  <a16:creationId xmlns:a16="http://schemas.microsoft.com/office/drawing/2014/main" id="{4150A21C-DD6D-4D3C-9E95-7A3CA263BEB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3367088" y="2687637"/>
              <a:ext cx="4576762" cy="4170363"/>
            </a:xfrm>
            <a:custGeom>
              <a:avLst/>
              <a:gdLst/>
              <a:ahLst/>
              <a:cxnLst/>
              <a:rect l="0" t="0" r="r" b="b"/>
              <a:pathLst>
                <a:path w="2883" h="2627">
                  <a:moveTo>
                    <a:pt x="0" y="0"/>
                  </a:moveTo>
                  <a:lnTo>
                    <a:pt x="3" y="3"/>
                  </a:lnTo>
                  <a:lnTo>
                    <a:pt x="2102" y="2627"/>
                  </a:lnTo>
                  <a:lnTo>
                    <a:pt x="2883" y="2627"/>
                  </a:lnTo>
                  <a:lnTo>
                    <a:pt x="225" y="57"/>
                  </a:lnTo>
                  <a:lnTo>
                    <a:pt x="0" y="0"/>
                  </a:lnTo>
                  <a:close/>
                </a:path>
              </a:pathLst>
            </a:custGeom>
            <a:solidFill>
              <a:schemeClr val="accent1">
                <a:lumMod val="75000"/>
              </a:schemeClr>
            </a:solidFill>
            <a:ln>
              <a:noFill/>
            </a:ln>
          </p:spPr>
          <p:txBody>
            <a:bodyPr/>
            <a:lstStyle/>
            <a:p>
              <a:endParaRPr lang="en-US"/>
            </a:p>
          </p:txBody>
        </p:sp>
        <p:sp>
          <p:nvSpPr>
            <p:cNvPr id="29" name="Freeform 15">
              <a:extLst>
                <a:ext uri="{FF2B5EF4-FFF2-40B4-BE49-F238E27FC236}">
                  <a16:creationId xmlns:a16="http://schemas.microsoft.com/office/drawing/2014/main" id="{7505BF04-104D-4180-A284-42FCD6B04DD6}"/>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2928938" y="2578100"/>
              <a:ext cx="3584575" cy="4279900"/>
            </a:xfrm>
            <a:custGeom>
              <a:avLst/>
              <a:gdLst/>
              <a:ahLst/>
              <a:cxnLst/>
              <a:rect l="0" t="0" r="r" b="b"/>
              <a:pathLst>
                <a:path w="2258" h="2696">
                  <a:moveTo>
                    <a:pt x="2258" y="2696"/>
                  </a:moveTo>
                  <a:lnTo>
                    <a:pt x="264" y="111"/>
                  </a:lnTo>
                  <a:lnTo>
                    <a:pt x="228" y="60"/>
                  </a:lnTo>
                  <a:lnTo>
                    <a:pt x="225" y="57"/>
                  </a:lnTo>
                  <a:lnTo>
                    <a:pt x="0" y="0"/>
                  </a:lnTo>
                  <a:lnTo>
                    <a:pt x="0" y="3"/>
                  </a:lnTo>
                  <a:lnTo>
                    <a:pt x="1697" y="2696"/>
                  </a:lnTo>
                  <a:lnTo>
                    <a:pt x="2258" y="2696"/>
                  </a:lnTo>
                  <a:close/>
                </a:path>
              </a:pathLst>
            </a:custGeom>
            <a:solidFill>
              <a:srgbClr val="404040"/>
            </a:solidFill>
            <a:ln>
              <a:noFill/>
            </a:ln>
          </p:spPr>
          <p:txBody>
            <a:bodyPr/>
            <a:lstStyle/>
            <a:p>
              <a:endParaRPr lang="en-US"/>
            </a:p>
          </p:txBody>
        </p:sp>
      </p:grpSp>
      <p:sp>
        <p:nvSpPr>
          <p:cNvPr id="2" name="Title 1">
            <a:extLst>
              <a:ext uri="{FF2B5EF4-FFF2-40B4-BE49-F238E27FC236}">
                <a16:creationId xmlns:a16="http://schemas.microsoft.com/office/drawing/2014/main" id="{652CD06E-EB43-4697-A9C1-290232C3BAD6}"/>
              </a:ext>
            </a:extLst>
          </p:cNvPr>
          <p:cNvSpPr>
            <a:spLocks noGrp="1"/>
          </p:cNvSpPr>
          <p:nvPr>
            <p:ph type="ctrTitle"/>
          </p:nvPr>
        </p:nvSpPr>
        <p:spPr>
          <a:xfrm>
            <a:off x="473345" y="0"/>
            <a:ext cx="11604355" cy="1223994"/>
          </a:xfrm>
        </p:spPr>
        <p:txBody>
          <a:bodyPr>
            <a:noAutofit/>
          </a:bodyPr>
          <a:lstStyle/>
          <a:p>
            <a:pPr algn="l"/>
            <a:r>
              <a:rPr lang="en-US" sz="5400" b="1" dirty="0">
                <a:latin typeface="Mystical Woods Smooth Script" panose="02000500000000000000" pitchFamily="2" charset="0"/>
                <a:cs typeface="Cavolini" panose="03000502040302020204" pitchFamily="66" charset="0"/>
              </a:rPr>
              <a:t>States And Props </a:t>
            </a:r>
            <a:r>
              <a:rPr lang="en-US" sz="2100" b="1" dirty="0">
                <a:latin typeface="Cavolini" panose="03000502040302020204" pitchFamily="66" charset="0"/>
                <a:cs typeface="Cavolini" panose="03000502040302020204" pitchFamily="66" charset="0"/>
              </a:rPr>
              <a:t>continued…</a:t>
            </a:r>
            <a:endParaRPr lang="en-US" sz="5400" b="1" dirty="0">
              <a:latin typeface="Mystical Woods Smooth Script" panose="02000500000000000000" pitchFamily="2" charset="0"/>
              <a:cs typeface="Cavolini" panose="03000502040302020204" pitchFamily="66" charset="0"/>
            </a:endParaRPr>
          </a:p>
        </p:txBody>
      </p:sp>
      <p:grpSp>
        <p:nvGrpSpPr>
          <p:cNvPr id="6" name="Group 5">
            <a:extLst>
              <a:ext uri="{FF2B5EF4-FFF2-40B4-BE49-F238E27FC236}">
                <a16:creationId xmlns:a16="http://schemas.microsoft.com/office/drawing/2014/main" id="{752A73B4-49EC-E765-1462-2A106F07C3D4}"/>
              </a:ext>
            </a:extLst>
          </p:cNvPr>
          <p:cNvGrpSpPr/>
          <p:nvPr/>
        </p:nvGrpSpPr>
        <p:grpSpPr>
          <a:xfrm>
            <a:off x="481809" y="1152868"/>
            <a:ext cx="8950321" cy="182880"/>
            <a:chOff x="1089027" y="1251583"/>
            <a:chExt cx="8950321" cy="182880"/>
          </a:xfrm>
        </p:grpSpPr>
        <p:cxnSp>
          <p:nvCxnSpPr>
            <p:cNvPr id="4" name="Straight Connector 3">
              <a:extLst>
                <a:ext uri="{FF2B5EF4-FFF2-40B4-BE49-F238E27FC236}">
                  <a16:creationId xmlns:a16="http://schemas.microsoft.com/office/drawing/2014/main" id="{1111542F-3245-DDEC-4B5A-7412E7DBE5FD}"/>
                </a:ext>
              </a:extLst>
            </p:cNvPr>
            <p:cNvCxnSpPr/>
            <p:nvPr/>
          </p:nvCxnSpPr>
          <p:spPr>
            <a:xfrm>
              <a:off x="1089027" y="1347537"/>
              <a:ext cx="8786493" cy="0"/>
            </a:xfrm>
            <a:prstGeom prst="line">
              <a:avLst/>
            </a:prstGeom>
            <a:ln w="38100">
              <a:solidFill>
                <a:srgbClr val="595959"/>
              </a:solidFill>
            </a:ln>
            <a:effectLst>
              <a:reflection blurRad="6350" stA="50000" endA="275" endPos="40000" dist="101600" dir="5400000" sy="-100000" algn="bl" rotWithShape="0"/>
              <a:softEdge rad="12700"/>
            </a:effectLst>
          </p:spPr>
          <p:style>
            <a:lnRef idx="3">
              <a:schemeClr val="dk1"/>
            </a:lnRef>
            <a:fillRef idx="0">
              <a:schemeClr val="dk1"/>
            </a:fillRef>
            <a:effectRef idx="2">
              <a:schemeClr val="dk1"/>
            </a:effectRef>
            <a:fontRef idx="minor">
              <a:schemeClr val="tx1"/>
            </a:fontRef>
          </p:style>
        </p:cxnSp>
        <p:sp>
          <p:nvSpPr>
            <p:cNvPr id="5" name="Flowchart: Connector 4">
              <a:extLst>
                <a:ext uri="{FF2B5EF4-FFF2-40B4-BE49-F238E27FC236}">
                  <a16:creationId xmlns:a16="http://schemas.microsoft.com/office/drawing/2014/main" id="{B2858492-B751-8ED7-57BE-708D61DDCF50}"/>
                </a:ext>
              </a:extLst>
            </p:cNvPr>
            <p:cNvSpPr/>
            <p:nvPr/>
          </p:nvSpPr>
          <p:spPr>
            <a:xfrm>
              <a:off x="9856468" y="1251583"/>
              <a:ext cx="182880" cy="182880"/>
            </a:xfrm>
            <a:prstGeom prst="flowChartConnector">
              <a:avLst/>
            </a:prstGeom>
            <a:ln>
              <a:noFill/>
            </a:ln>
            <a:effectLst>
              <a:outerShdw blurRad="50800" dist="38100" dir="2700000" algn="tl"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7" name="TextBox 6">
            <a:extLst>
              <a:ext uri="{FF2B5EF4-FFF2-40B4-BE49-F238E27FC236}">
                <a16:creationId xmlns:a16="http://schemas.microsoft.com/office/drawing/2014/main" id="{A6747723-BAE5-C999-4896-8F92A872C1D9}"/>
              </a:ext>
            </a:extLst>
          </p:cNvPr>
          <p:cNvSpPr txBox="1"/>
          <p:nvPr/>
        </p:nvSpPr>
        <p:spPr>
          <a:xfrm flipH="1">
            <a:off x="414301" y="1385062"/>
            <a:ext cx="10806849" cy="738664"/>
          </a:xfrm>
          <a:prstGeom prst="rect">
            <a:avLst/>
          </a:prstGeom>
          <a:noFill/>
        </p:spPr>
        <p:txBody>
          <a:bodyPr wrap="square" rtlCol="0">
            <a:spAutoFit/>
          </a:bodyPr>
          <a:lstStyle/>
          <a:p>
            <a:r>
              <a:rPr lang="en-US" sz="2100" b="1" i="0" dirty="0">
                <a:solidFill>
                  <a:srgbClr val="CECAC3"/>
                </a:solidFill>
                <a:effectLst/>
                <a:latin typeface="Cavolini" panose="03000502040302020204" pitchFamily="66" charset="0"/>
                <a:cs typeface="Cavolini" panose="03000502040302020204" pitchFamily="66" charset="0"/>
              </a:rPr>
              <a:t>Let's import above component into the </a:t>
            </a:r>
            <a:r>
              <a:rPr lang="en-US" sz="2100" b="1" i="1" dirty="0">
                <a:solidFill>
                  <a:srgbClr val="DA4B58"/>
                </a:solidFill>
                <a:effectLst/>
                <a:latin typeface="Cavolini" panose="03000502040302020204" pitchFamily="66" charset="0"/>
                <a:cs typeface="Cavolini" panose="03000502040302020204" pitchFamily="66" charset="0"/>
              </a:rPr>
              <a:t>App</a:t>
            </a:r>
            <a:r>
              <a:rPr lang="en-US" sz="2100" b="1" i="0" dirty="0">
                <a:solidFill>
                  <a:srgbClr val="CECAC3"/>
                </a:solidFill>
                <a:effectLst/>
                <a:latin typeface="Cavolini" panose="03000502040302020204" pitchFamily="66" charset="0"/>
                <a:cs typeface="Cavolini" panose="03000502040302020204" pitchFamily="66" charset="0"/>
              </a:rPr>
              <a:t> component and see the result in the browser:</a:t>
            </a:r>
            <a:endParaRPr lang="en-US" sz="2100" b="1" dirty="0">
              <a:latin typeface="Cavolini" panose="03000502040302020204" pitchFamily="66" charset="0"/>
              <a:cs typeface="Cavolini" panose="03000502040302020204" pitchFamily="66" charset="0"/>
            </a:endParaRPr>
          </a:p>
        </p:txBody>
      </p:sp>
      <p:sp>
        <p:nvSpPr>
          <p:cNvPr id="11" name="TextBox 10">
            <a:extLst>
              <a:ext uri="{FF2B5EF4-FFF2-40B4-BE49-F238E27FC236}">
                <a16:creationId xmlns:a16="http://schemas.microsoft.com/office/drawing/2014/main" id="{EE9782A5-1465-38F7-C145-662AC5B677F6}"/>
              </a:ext>
            </a:extLst>
          </p:cNvPr>
          <p:cNvSpPr txBox="1"/>
          <p:nvPr/>
        </p:nvSpPr>
        <p:spPr>
          <a:xfrm>
            <a:off x="423677" y="2123726"/>
            <a:ext cx="11354022" cy="4524315"/>
          </a:xfrm>
          <a:prstGeom prst="rect">
            <a:avLst/>
          </a:prstGeom>
          <a:noFill/>
        </p:spPr>
        <p:txBody>
          <a:bodyPr wrap="square" numCol="2">
            <a:spAutoFit/>
          </a:bodyPr>
          <a:lstStyle/>
          <a:p>
            <a:r>
              <a:rPr lang="en-US" b="1" dirty="0">
                <a:solidFill>
                  <a:srgbClr val="72F1B8"/>
                </a:solidFill>
                <a:effectLst/>
                <a:latin typeface="Cascadia Code" panose="020B0609020000020004" pitchFamily="49" charset="0"/>
              </a:rPr>
              <a:t>import</a:t>
            </a:r>
            <a:r>
              <a:rPr lang="en-US" b="1" dirty="0">
                <a:solidFill>
                  <a:srgbClr val="BBBBBB"/>
                </a:solidFill>
                <a:effectLst/>
                <a:latin typeface="Cascadia Code" panose="020B0609020000020004" pitchFamily="49" charset="0"/>
              </a:rPr>
              <a:t> </a:t>
            </a:r>
            <a:r>
              <a:rPr lang="en-US" b="1" dirty="0">
                <a:solidFill>
                  <a:srgbClr val="FF7EDB"/>
                </a:solidFill>
                <a:effectLst/>
                <a:latin typeface="Cascadia Code" panose="020B0609020000020004" pitchFamily="49" charset="0"/>
              </a:rPr>
              <a:t>React</a:t>
            </a:r>
            <a:r>
              <a:rPr lang="en-US" b="1" dirty="0">
                <a:solidFill>
                  <a:srgbClr val="BBBBBB"/>
                </a:solidFill>
                <a:effectLst/>
                <a:latin typeface="Cascadia Code" panose="020B0609020000020004" pitchFamily="49" charset="0"/>
              </a:rPr>
              <a:t> </a:t>
            </a:r>
            <a:r>
              <a:rPr lang="en-US" b="1" dirty="0">
                <a:solidFill>
                  <a:srgbClr val="FEDE5D"/>
                </a:solidFill>
                <a:effectLst/>
                <a:latin typeface="Cascadia Code" panose="020B0609020000020004" pitchFamily="49" charset="0"/>
              </a:rPr>
              <a:t>from</a:t>
            </a:r>
            <a:r>
              <a:rPr lang="en-US" b="1" dirty="0">
                <a:solidFill>
                  <a:srgbClr val="BBBBBB"/>
                </a:solidFill>
                <a:effectLst/>
                <a:latin typeface="Cascadia Code" panose="020B0609020000020004" pitchFamily="49" charset="0"/>
              </a:rPr>
              <a:t> </a:t>
            </a:r>
            <a:r>
              <a:rPr lang="en-US" b="1" dirty="0">
                <a:solidFill>
                  <a:srgbClr val="FF8B39"/>
                </a:solidFill>
                <a:effectLst/>
                <a:latin typeface="Cascadia Code" panose="020B0609020000020004" pitchFamily="49" charset="0"/>
              </a:rPr>
              <a:t>"react"</a:t>
            </a:r>
            <a:r>
              <a:rPr lang="en-US" b="1" dirty="0">
                <a:solidFill>
                  <a:srgbClr val="BBBBBB"/>
                </a:solidFill>
                <a:effectLst/>
                <a:latin typeface="Cascadia Code" panose="020B0609020000020004" pitchFamily="49" charset="0"/>
              </a:rPr>
              <a:t>;</a:t>
            </a:r>
          </a:p>
          <a:p>
            <a:r>
              <a:rPr lang="en-US" b="1" dirty="0">
                <a:solidFill>
                  <a:srgbClr val="72F1B8"/>
                </a:solidFill>
                <a:effectLst/>
                <a:latin typeface="Cascadia Code" panose="020B0609020000020004" pitchFamily="49" charset="0"/>
              </a:rPr>
              <a:t>import</a:t>
            </a:r>
            <a:r>
              <a:rPr lang="en-US" b="1" dirty="0">
                <a:solidFill>
                  <a:srgbClr val="BBBBBB"/>
                </a:solidFill>
                <a:effectLst/>
                <a:latin typeface="Cascadia Code" panose="020B0609020000020004" pitchFamily="49" charset="0"/>
              </a:rPr>
              <a:t> </a:t>
            </a:r>
            <a:r>
              <a:rPr lang="en-US" b="1" dirty="0">
                <a:solidFill>
                  <a:srgbClr val="FF7EDB"/>
                </a:solidFill>
                <a:effectLst/>
                <a:latin typeface="Cascadia Code" panose="020B0609020000020004" pitchFamily="49" charset="0"/>
              </a:rPr>
              <a:t>logo</a:t>
            </a:r>
            <a:r>
              <a:rPr lang="en-US" b="1" dirty="0">
                <a:solidFill>
                  <a:srgbClr val="BBBBBB"/>
                </a:solidFill>
                <a:effectLst/>
                <a:latin typeface="Cascadia Code" panose="020B0609020000020004" pitchFamily="49" charset="0"/>
              </a:rPr>
              <a:t> </a:t>
            </a:r>
            <a:r>
              <a:rPr lang="en-US" b="1" dirty="0">
                <a:solidFill>
                  <a:srgbClr val="FEDE5D"/>
                </a:solidFill>
                <a:effectLst/>
                <a:latin typeface="Cascadia Code" panose="020B0609020000020004" pitchFamily="49" charset="0"/>
              </a:rPr>
              <a:t>from</a:t>
            </a:r>
            <a:r>
              <a:rPr lang="en-US" b="1" dirty="0">
                <a:solidFill>
                  <a:srgbClr val="BBBBBB"/>
                </a:solidFill>
                <a:effectLst/>
                <a:latin typeface="Cascadia Code" panose="020B0609020000020004" pitchFamily="49" charset="0"/>
              </a:rPr>
              <a:t> </a:t>
            </a:r>
            <a:r>
              <a:rPr lang="en-US" b="1" dirty="0">
                <a:solidFill>
                  <a:srgbClr val="FF8B39"/>
                </a:solidFill>
                <a:effectLst/>
                <a:latin typeface="Cascadia Code" panose="020B0609020000020004" pitchFamily="49" charset="0"/>
              </a:rPr>
              <a:t>"./</a:t>
            </a:r>
            <a:r>
              <a:rPr lang="en-US" b="1" dirty="0" err="1">
                <a:solidFill>
                  <a:srgbClr val="FF8B39"/>
                </a:solidFill>
                <a:effectLst/>
                <a:latin typeface="Cascadia Code" panose="020B0609020000020004" pitchFamily="49" charset="0"/>
              </a:rPr>
              <a:t>logo.svg</a:t>
            </a:r>
            <a:r>
              <a:rPr lang="en-US" b="1" dirty="0">
                <a:solidFill>
                  <a:srgbClr val="FF8B39"/>
                </a:solidFill>
                <a:effectLst/>
                <a:latin typeface="Cascadia Code" panose="020B0609020000020004" pitchFamily="49" charset="0"/>
              </a:rPr>
              <a:t>"</a:t>
            </a:r>
            <a:r>
              <a:rPr lang="en-US" b="1" dirty="0">
                <a:solidFill>
                  <a:srgbClr val="BBBBBB"/>
                </a:solidFill>
                <a:effectLst/>
                <a:latin typeface="Cascadia Code" panose="020B0609020000020004" pitchFamily="49" charset="0"/>
              </a:rPr>
              <a:t>;</a:t>
            </a:r>
          </a:p>
          <a:p>
            <a:r>
              <a:rPr lang="en-US" b="1" dirty="0">
                <a:solidFill>
                  <a:srgbClr val="72F1B8"/>
                </a:solidFill>
                <a:effectLst/>
                <a:latin typeface="Cascadia Code" panose="020B0609020000020004" pitchFamily="49" charset="0"/>
              </a:rPr>
              <a:t>import</a:t>
            </a:r>
            <a:r>
              <a:rPr lang="en-US" b="1" dirty="0">
                <a:solidFill>
                  <a:srgbClr val="BBBBBB"/>
                </a:solidFill>
                <a:effectLst/>
                <a:latin typeface="Cascadia Code" panose="020B0609020000020004" pitchFamily="49" charset="0"/>
              </a:rPr>
              <a:t> </a:t>
            </a:r>
            <a:r>
              <a:rPr lang="en-US" b="1" dirty="0">
                <a:solidFill>
                  <a:srgbClr val="FF8B39"/>
                </a:solidFill>
                <a:effectLst/>
                <a:latin typeface="Cascadia Code" panose="020B0609020000020004" pitchFamily="49" charset="0"/>
              </a:rPr>
              <a:t>"./App.css"</a:t>
            </a:r>
            <a:r>
              <a:rPr lang="en-US" b="1" dirty="0">
                <a:solidFill>
                  <a:srgbClr val="BBBBBB"/>
                </a:solidFill>
                <a:effectLst/>
                <a:latin typeface="Cascadia Code" panose="020B0609020000020004" pitchFamily="49" charset="0"/>
              </a:rPr>
              <a:t>;</a:t>
            </a:r>
          </a:p>
          <a:p>
            <a:r>
              <a:rPr lang="en-US" b="1" dirty="0">
                <a:solidFill>
                  <a:srgbClr val="72F1B8"/>
                </a:solidFill>
                <a:effectLst/>
                <a:latin typeface="Cascadia Code" panose="020B0609020000020004" pitchFamily="49" charset="0"/>
              </a:rPr>
              <a:t>import</a:t>
            </a:r>
            <a:r>
              <a:rPr lang="en-US" b="1" dirty="0">
                <a:solidFill>
                  <a:srgbClr val="BBBBBB"/>
                </a:solidFill>
                <a:effectLst/>
                <a:latin typeface="Cascadia Code" panose="020B0609020000020004" pitchFamily="49" charset="0"/>
              </a:rPr>
              <a:t> </a:t>
            </a:r>
            <a:r>
              <a:rPr lang="en-US" b="1" dirty="0" err="1">
                <a:solidFill>
                  <a:srgbClr val="FF7EDB"/>
                </a:solidFill>
                <a:effectLst/>
                <a:latin typeface="Cascadia Code" panose="020B0609020000020004" pitchFamily="49" charset="0"/>
              </a:rPr>
              <a:t>StudentComponent</a:t>
            </a:r>
            <a:r>
              <a:rPr lang="en-US" b="1" dirty="0">
                <a:solidFill>
                  <a:srgbClr val="BBBBBB"/>
                </a:solidFill>
                <a:effectLst/>
                <a:latin typeface="Cascadia Code" panose="020B0609020000020004" pitchFamily="49" charset="0"/>
              </a:rPr>
              <a:t> </a:t>
            </a:r>
            <a:r>
              <a:rPr lang="en-US" b="1" dirty="0">
                <a:solidFill>
                  <a:srgbClr val="FEDE5D"/>
                </a:solidFill>
                <a:effectLst/>
                <a:latin typeface="Cascadia Code" panose="020B0609020000020004" pitchFamily="49" charset="0"/>
              </a:rPr>
              <a:t>from</a:t>
            </a:r>
            <a:r>
              <a:rPr lang="en-US" b="1" dirty="0">
                <a:solidFill>
                  <a:srgbClr val="BBBBBB"/>
                </a:solidFill>
                <a:effectLst/>
                <a:latin typeface="Cascadia Code" panose="020B0609020000020004" pitchFamily="49" charset="0"/>
              </a:rPr>
              <a:t> </a:t>
            </a:r>
            <a:r>
              <a:rPr lang="en-US" b="1" dirty="0">
                <a:solidFill>
                  <a:srgbClr val="FF8B39"/>
                </a:solidFill>
                <a:effectLst/>
                <a:latin typeface="Cascadia Code" panose="020B0609020000020004" pitchFamily="49" charset="0"/>
              </a:rPr>
              <a:t>"./components/</a:t>
            </a:r>
            <a:r>
              <a:rPr lang="en-US" b="1" dirty="0" err="1">
                <a:solidFill>
                  <a:srgbClr val="FF8B39"/>
                </a:solidFill>
                <a:effectLst/>
                <a:latin typeface="Cascadia Code" panose="020B0609020000020004" pitchFamily="49" charset="0"/>
              </a:rPr>
              <a:t>StudentComponent</a:t>
            </a:r>
            <a:r>
              <a:rPr lang="en-US" b="1" dirty="0">
                <a:solidFill>
                  <a:srgbClr val="FF8B39"/>
                </a:solidFill>
                <a:effectLst/>
                <a:latin typeface="Cascadia Code" panose="020B0609020000020004" pitchFamily="49" charset="0"/>
              </a:rPr>
              <a:t>"</a:t>
            </a:r>
            <a:r>
              <a:rPr lang="en-US" b="1" dirty="0">
                <a:solidFill>
                  <a:srgbClr val="BBBBBB"/>
                </a:solidFill>
                <a:effectLst/>
                <a:latin typeface="Cascadia Code" panose="020B0609020000020004" pitchFamily="49" charset="0"/>
              </a:rPr>
              <a:t>;</a:t>
            </a:r>
          </a:p>
          <a:p>
            <a:br>
              <a:rPr lang="en-US" b="1" dirty="0">
                <a:solidFill>
                  <a:srgbClr val="BBBBBB"/>
                </a:solidFill>
                <a:effectLst/>
                <a:latin typeface="Cascadia Code" panose="020B0609020000020004" pitchFamily="49" charset="0"/>
              </a:rPr>
            </a:br>
            <a:r>
              <a:rPr lang="en-US" b="1" dirty="0">
                <a:solidFill>
                  <a:srgbClr val="FEDE5D"/>
                </a:solidFill>
                <a:effectLst/>
                <a:latin typeface="Cascadia Code" panose="020B0609020000020004" pitchFamily="49" charset="0"/>
              </a:rPr>
              <a:t>function</a:t>
            </a:r>
            <a:r>
              <a:rPr lang="en-US" b="1" dirty="0">
                <a:solidFill>
                  <a:srgbClr val="BBBBBB"/>
                </a:solidFill>
                <a:effectLst/>
                <a:latin typeface="Cascadia Code" panose="020B0609020000020004" pitchFamily="49" charset="0"/>
              </a:rPr>
              <a:t> </a:t>
            </a:r>
            <a:r>
              <a:rPr lang="en-US" b="1" dirty="0">
                <a:solidFill>
                  <a:srgbClr val="36F9F6"/>
                </a:solidFill>
                <a:effectLst/>
                <a:latin typeface="Cascadia Code" panose="020B0609020000020004" pitchFamily="49" charset="0"/>
              </a:rPr>
              <a:t>App</a:t>
            </a:r>
            <a:r>
              <a:rPr lang="en-US" b="1" dirty="0">
                <a:solidFill>
                  <a:srgbClr val="BBBBBB"/>
                </a:solidFill>
                <a:effectLst/>
                <a:latin typeface="Cascadia Code" panose="020B0609020000020004" pitchFamily="49" charset="0"/>
              </a:rPr>
              <a:t>() {</a:t>
            </a:r>
          </a:p>
          <a:p>
            <a:r>
              <a:rPr lang="en-US" b="1" dirty="0">
                <a:solidFill>
                  <a:srgbClr val="BBBBBB"/>
                </a:solidFill>
                <a:effectLst/>
                <a:latin typeface="Cascadia Code" panose="020B0609020000020004" pitchFamily="49" charset="0"/>
              </a:rPr>
              <a:t>  </a:t>
            </a:r>
            <a:r>
              <a:rPr lang="en-US" b="1" dirty="0">
                <a:solidFill>
                  <a:srgbClr val="FEDE5D"/>
                </a:solidFill>
                <a:effectLst/>
                <a:latin typeface="Cascadia Code" panose="020B0609020000020004" pitchFamily="49" charset="0"/>
              </a:rPr>
              <a:t>return</a:t>
            </a:r>
            <a:r>
              <a:rPr lang="en-US" b="1" dirty="0">
                <a:solidFill>
                  <a:srgbClr val="BBBBBB"/>
                </a:solidFill>
                <a:effectLst/>
                <a:latin typeface="Cascadia Code" panose="020B0609020000020004" pitchFamily="49" charset="0"/>
              </a:rPr>
              <a:t> (</a:t>
            </a:r>
          </a:p>
          <a:p>
            <a:r>
              <a:rPr lang="en-US" b="1" dirty="0">
                <a:solidFill>
                  <a:srgbClr val="BBBBBB"/>
                </a:solidFill>
                <a:effectLst/>
                <a:latin typeface="Cascadia Code" panose="020B0609020000020004" pitchFamily="49" charset="0"/>
              </a:rPr>
              <a:t>    </a:t>
            </a:r>
            <a:r>
              <a:rPr lang="en-US" b="1" dirty="0">
                <a:solidFill>
                  <a:srgbClr val="36F9F6"/>
                </a:solidFill>
                <a:effectLst/>
                <a:latin typeface="Cascadia Code" panose="020B0609020000020004" pitchFamily="49" charset="0"/>
              </a:rPr>
              <a:t>&lt;</a:t>
            </a:r>
            <a:r>
              <a:rPr lang="en-US" b="1" dirty="0">
                <a:solidFill>
                  <a:srgbClr val="72F1B8"/>
                </a:solidFill>
                <a:effectLst/>
                <a:latin typeface="Cascadia Code" panose="020B0609020000020004" pitchFamily="49" charset="0"/>
              </a:rPr>
              <a:t>div</a:t>
            </a:r>
            <a:r>
              <a:rPr lang="en-US" b="1" dirty="0">
                <a:solidFill>
                  <a:srgbClr val="BBBBBB"/>
                </a:solidFill>
                <a:effectLst/>
                <a:latin typeface="Cascadia Code" panose="020B0609020000020004" pitchFamily="49" charset="0"/>
              </a:rPr>
              <a:t> </a:t>
            </a:r>
            <a:r>
              <a:rPr lang="en-US" b="1" dirty="0" err="1">
                <a:solidFill>
                  <a:srgbClr val="FEDE5D"/>
                </a:solidFill>
                <a:effectLst/>
                <a:latin typeface="Cascadia Code" panose="020B0609020000020004" pitchFamily="49" charset="0"/>
              </a:rPr>
              <a:t>className</a:t>
            </a:r>
            <a:r>
              <a:rPr lang="en-US" b="1" dirty="0">
                <a:solidFill>
                  <a:srgbClr val="FFFFFF"/>
                </a:solidFill>
                <a:effectLst/>
                <a:latin typeface="Cascadia Code" panose="020B0609020000020004" pitchFamily="49" charset="0"/>
              </a:rPr>
              <a:t>=</a:t>
            </a:r>
            <a:r>
              <a:rPr lang="en-US" b="1" dirty="0">
                <a:solidFill>
                  <a:srgbClr val="FF8B39"/>
                </a:solidFill>
                <a:effectLst/>
                <a:latin typeface="Cascadia Code" panose="020B0609020000020004" pitchFamily="49" charset="0"/>
              </a:rPr>
              <a:t>"App"</a:t>
            </a:r>
            <a:r>
              <a:rPr lang="en-US" b="1" dirty="0">
                <a:solidFill>
                  <a:srgbClr val="36F9F6"/>
                </a:solidFill>
                <a:effectLst/>
                <a:latin typeface="Cascadia Code" panose="020B0609020000020004" pitchFamily="49" charset="0"/>
              </a:rPr>
              <a:t>&gt;</a:t>
            </a:r>
            <a:endParaRPr lang="en-US" b="1" dirty="0">
              <a:solidFill>
                <a:srgbClr val="BBBBBB"/>
              </a:solidFill>
              <a:effectLst/>
              <a:latin typeface="Cascadia Code" panose="020B0609020000020004" pitchFamily="49" charset="0"/>
            </a:endParaRPr>
          </a:p>
          <a:p>
            <a:r>
              <a:rPr lang="en-US" b="1" dirty="0">
                <a:solidFill>
                  <a:srgbClr val="BBBBBB"/>
                </a:solidFill>
                <a:effectLst/>
                <a:latin typeface="Cascadia Code" panose="020B0609020000020004" pitchFamily="49" charset="0"/>
              </a:rPr>
              <a:t>      </a:t>
            </a:r>
            <a:r>
              <a:rPr lang="en-US" b="1" dirty="0">
                <a:solidFill>
                  <a:srgbClr val="36F9F6"/>
                </a:solidFill>
                <a:effectLst/>
                <a:latin typeface="Cascadia Code" panose="020B0609020000020004" pitchFamily="49" charset="0"/>
              </a:rPr>
              <a:t>&lt;</a:t>
            </a:r>
            <a:r>
              <a:rPr lang="en-US" b="1" dirty="0">
                <a:solidFill>
                  <a:srgbClr val="72F1B8"/>
                </a:solidFill>
                <a:effectLst/>
                <a:latin typeface="Cascadia Code" panose="020B0609020000020004" pitchFamily="49" charset="0"/>
              </a:rPr>
              <a:t>header</a:t>
            </a:r>
            <a:r>
              <a:rPr lang="en-US" b="1" dirty="0">
                <a:solidFill>
                  <a:srgbClr val="BBBBBB"/>
                </a:solidFill>
                <a:effectLst/>
                <a:latin typeface="Cascadia Code" panose="020B0609020000020004" pitchFamily="49" charset="0"/>
              </a:rPr>
              <a:t> </a:t>
            </a:r>
            <a:r>
              <a:rPr lang="en-US" b="1" dirty="0" err="1">
                <a:solidFill>
                  <a:srgbClr val="FEDE5D"/>
                </a:solidFill>
                <a:effectLst/>
                <a:latin typeface="Cascadia Code" panose="020B0609020000020004" pitchFamily="49" charset="0"/>
              </a:rPr>
              <a:t>className</a:t>
            </a:r>
            <a:r>
              <a:rPr lang="en-US" b="1" dirty="0">
                <a:solidFill>
                  <a:srgbClr val="FFFFFF"/>
                </a:solidFill>
                <a:effectLst/>
                <a:latin typeface="Cascadia Code" panose="020B0609020000020004" pitchFamily="49" charset="0"/>
              </a:rPr>
              <a:t>=</a:t>
            </a:r>
            <a:r>
              <a:rPr lang="en-US" b="1" dirty="0">
                <a:solidFill>
                  <a:srgbClr val="FF8B39"/>
                </a:solidFill>
                <a:effectLst/>
                <a:latin typeface="Cascadia Code" panose="020B0609020000020004" pitchFamily="49" charset="0"/>
              </a:rPr>
              <a:t>"App-header"</a:t>
            </a:r>
            <a:r>
              <a:rPr lang="en-US" b="1" dirty="0">
                <a:solidFill>
                  <a:srgbClr val="36F9F6"/>
                </a:solidFill>
                <a:effectLst/>
                <a:latin typeface="Cascadia Code" panose="020B0609020000020004" pitchFamily="49" charset="0"/>
              </a:rPr>
              <a:t>&gt;</a:t>
            </a:r>
            <a:endParaRPr lang="en-US" b="1" dirty="0">
              <a:solidFill>
                <a:srgbClr val="BBBBBB"/>
              </a:solidFill>
              <a:effectLst/>
              <a:latin typeface="Cascadia Code" panose="020B0609020000020004" pitchFamily="49" charset="0"/>
            </a:endParaRPr>
          </a:p>
          <a:p>
            <a:r>
              <a:rPr lang="en-US" b="1" dirty="0">
                <a:solidFill>
                  <a:srgbClr val="BBBBBB"/>
                </a:solidFill>
                <a:effectLst/>
                <a:latin typeface="Cascadia Code" panose="020B0609020000020004" pitchFamily="49" charset="0"/>
              </a:rPr>
              <a:t>        </a:t>
            </a:r>
            <a:r>
              <a:rPr lang="en-US" b="1" dirty="0">
                <a:solidFill>
                  <a:srgbClr val="36F9F6"/>
                </a:solidFill>
                <a:effectLst/>
                <a:latin typeface="Cascadia Code" panose="020B0609020000020004" pitchFamily="49" charset="0"/>
              </a:rPr>
              <a:t>&lt;</a:t>
            </a:r>
            <a:r>
              <a:rPr lang="en-US" b="1" dirty="0" err="1">
                <a:solidFill>
                  <a:srgbClr val="FE4450"/>
                </a:solidFill>
                <a:effectLst/>
                <a:latin typeface="Cascadia Code" panose="020B0609020000020004" pitchFamily="49" charset="0"/>
              </a:rPr>
              <a:t>StudentComponent</a:t>
            </a:r>
            <a:r>
              <a:rPr lang="en-US" b="1" dirty="0">
                <a:solidFill>
                  <a:srgbClr val="BBBBBB"/>
                </a:solidFill>
                <a:effectLst/>
                <a:latin typeface="Cascadia Code" panose="020B0609020000020004" pitchFamily="49" charset="0"/>
              </a:rPr>
              <a:t> </a:t>
            </a:r>
            <a:r>
              <a:rPr lang="en-US" b="1" dirty="0">
                <a:solidFill>
                  <a:srgbClr val="36F9F6"/>
                </a:solidFill>
                <a:effectLst/>
                <a:latin typeface="Cascadia Code" panose="020B0609020000020004" pitchFamily="49" charset="0"/>
              </a:rPr>
              <a:t>/&gt;</a:t>
            </a:r>
            <a:endParaRPr lang="en-US" b="1" dirty="0">
              <a:solidFill>
                <a:srgbClr val="BBBBBB"/>
              </a:solidFill>
              <a:effectLst/>
              <a:latin typeface="Cascadia Code" panose="020B0609020000020004" pitchFamily="49" charset="0"/>
            </a:endParaRPr>
          </a:p>
          <a:p>
            <a:r>
              <a:rPr lang="en-US" b="1" dirty="0">
                <a:solidFill>
                  <a:srgbClr val="BBBBBB"/>
                </a:solidFill>
                <a:effectLst/>
                <a:latin typeface="Cascadia Code" panose="020B0609020000020004" pitchFamily="49" charset="0"/>
              </a:rPr>
              <a:t>      </a:t>
            </a:r>
            <a:r>
              <a:rPr lang="en-US" b="1" dirty="0">
                <a:solidFill>
                  <a:srgbClr val="36F9F6"/>
                </a:solidFill>
                <a:effectLst/>
                <a:latin typeface="Cascadia Code" panose="020B0609020000020004" pitchFamily="49" charset="0"/>
              </a:rPr>
              <a:t>&lt;/</a:t>
            </a:r>
            <a:r>
              <a:rPr lang="en-US" b="1" dirty="0">
                <a:solidFill>
                  <a:srgbClr val="72F1B8"/>
                </a:solidFill>
                <a:effectLst/>
                <a:latin typeface="Cascadia Code" panose="020B0609020000020004" pitchFamily="49" charset="0"/>
              </a:rPr>
              <a:t>header</a:t>
            </a:r>
            <a:r>
              <a:rPr lang="en-US" b="1" dirty="0">
                <a:solidFill>
                  <a:srgbClr val="36F9F6"/>
                </a:solidFill>
                <a:effectLst/>
                <a:latin typeface="Cascadia Code" panose="020B0609020000020004" pitchFamily="49" charset="0"/>
              </a:rPr>
              <a:t>&gt;</a:t>
            </a:r>
            <a:endParaRPr lang="en-US" b="1" dirty="0">
              <a:solidFill>
                <a:srgbClr val="BBBBBB"/>
              </a:solidFill>
              <a:effectLst/>
              <a:latin typeface="Cascadia Code" panose="020B0609020000020004" pitchFamily="49" charset="0"/>
            </a:endParaRPr>
          </a:p>
          <a:p>
            <a:r>
              <a:rPr lang="en-US" b="1" dirty="0">
                <a:solidFill>
                  <a:srgbClr val="BBBBBB"/>
                </a:solidFill>
                <a:effectLst/>
                <a:latin typeface="Cascadia Code" panose="020B0609020000020004" pitchFamily="49" charset="0"/>
              </a:rPr>
              <a:t>    </a:t>
            </a:r>
            <a:r>
              <a:rPr lang="en-US" b="1" dirty="0">
                <a:solidFill>
                  <a:srgbClr val="36F9F6"/>
                </a:solidFill>
                <a:effectLst/>
                <a:latin typeface="Cascadia Code" panose="020B0609020000020004" pitchFamily="49" charset="0"/>
              </a:rPr>
              <a:t>&lt;/</a:t>
            </a:r>
            <a:r>
              <a:rPr lang="en-US" b="1" dirty="0">
                <a:solidFill>
                  <a:srgbClr val="72F1B8"/>
                </a:solidFill>
                <a:effectLst/>
                <a:latin typeface="Cascadia Code" panose="020B0609020000020004" pitchFamily="49" charset="0"/>
              </a:rPr>
              <a:t>div</a:t>
            </a:r>
            <a:r>
              <a:rPr lang="en-US" b="1" dirty="0">
                <a:solidFill>
                  <a:srgbClr val="36F9F6"/>
                </a:solidFill>
                <a:effectLst/>
                <a:latin typeface="Cascadia Code" panose="020B0609020000020004" pitchFamily="49" charset="0"/>
              </a:rPr>
              <a:t>&gt;</a:t>
            </a:r>
            <a:endParaRPr lang="en-US" b="1" dirty="0">
              <a:solidFill>
                <a:srgbClr val="BBBBBB"/>
              </a:solidFill>
              <a:effectLst/>
              <a:latin typeface="Cascadia Code" panose="020B0609020000020004" pitchFamily="49" charset="0"/>
            </a:endParaRPr>
          </a:p>
          <a:p>
            <a:r>
              <a:rPr lang="en-US" b="1" dirty="0">
                <a:solidFill>
                  <a:srgbClr val="BBBBBB"/>
                </a:solidFill>
                <a:effectLst/>
                <a:latin typeface="Cascadia Code" panose="020B0609020000020004" pitchFamily="49" charset="0"/>
              </a:rPr>
              <a:t>  );</a:t>
            </a:r>
          </a:p>
          <a:p>
            <a:r>
              <a:rPr lang="en-US" b="1" dirty="0">
                <a:solidFill>
                  <a:srgbClr val="BBBBBB"/>
                </a:solidFill>
                <a:effectLst/>
                <a:latin typeface="Cascadia Code" panose="020B0609020000020004" pitchFamily="49" charset="0"/>
              </a:rPr>
              <a:t>}</a:t>
            </a:r>
          </a:p>
          <a:p>
            <a:br>
              <a:rPr lang="en-US" b="1" dirty="0">
                <a:solidFill>
                  <a:srgbClr val="BBBBBB"/>
                </a:solidFill>
                <a:effectLst/>
                <a:latin typeface="Cascadia Code" panose="020B0609020000020004" pitchFamily="49" charset="0"/>
              </a:rPr>
            </a:br>
            <a:r>
              <a:rPr lang="en-US" b="1" dirty="0">
                <a:solidFill>
                  <a:srgbClr val="72F1B8"/>
                </a:solidFill>
                <a:effectLst/>
                <a:latin typeface="Cascadia Code" panose="020B0609020000020004" pitchFamily="49" charset="0"/>
              </a:rPr>
              <a:t>export</a:t>
            </a:r>
            <a:r>
              <a:rPr lang="en-US" b="1" dirty="0">
                <a:solidFill>
                  <a:srgbClr val="BBBBBB"/>
                </a:solidFill>
                <a:effectLst/>
                <a:latin typeface="Cascadia Code" panose="020B0609020000020004" pitchFamily="49" charset="0"/>
              </a:rPr>
              <a:t> </a:t>
            </a:r>
            <a:r>
              <a:rPr lang="en-US" b="1" dirty="0">
                <a:solidFill>
                  <a:srgbClr val="FEDE5D"/>
                </a:solidFill>
                <a:effectLst/>
                <a:latin typeface="Cascadia Code" panose="020B0609020000020004" pitchFamily="49" charset="0"/>
              </a:rPr>
              <a:t>default</a:t>
            </a:r>
            <a:r>
              <a:rPr lang="en-US" b="1" dirty="0">
                <a:solidFill>
                  <a:srgbClr val="BBBBBB"/>
                </a:solidFill>
                <a:effectLst/>
                <a:latin typeface="Cascadia Code" panose="020B0609020000020004" pitchFamily="49" charset="0"/>
              </a:rPr>
              <a:t> </a:t>
            </a:r>
            <a:r>
              <a:rPr lang="en-US" b="1" dirty="0">
                <a:solidFill>
                  <a:srgbClr val="36F9F6"/>
                </a:solidFill>
                <a:effectLst/>
                <a:latin typeface="Cascadia Code" panose="020B0609020000020004" pitchFamily="49" charset="0"/>
              </a:rPr>
              <a:t>App</a:t>
            </a:r>
            <a:r>
              <a:rPr lang="en-US" b="1" dirty="0">
                <a:solidFill>
                  <a:srgbClr val="BBBBBB"/>
                </a:solidFill>
                <a:effectLst/>
                <a:latin typeface="Cascadia Code" panose="020B0609020000020004" pitchFamily="49" charset="0"/>
              </a:rPr>
              <a:t>;</a:t>
            </a:r>
          </a:p>
          <a:p>
            <a:br>
              <a:rPr lang="en-US" b="1" dirty="0">
                <a:solidFill>
                  <a:srgbClr val="BBBBBB"/>
                </a:solidFill>
                <a:effectLst/>
                <a:latin typeface="Cascadia Code" panose="020B0609020000020004" pitchFamily="49" charset="0"/>
              </a:rPr>
            </a:br>
            <a:endParaRPr lang="en-US" b="1" dirty="0">
              <a:solidFill>
                <a:srgbClr val="BBBBBB"/>
              </a:solidFill>
              <a:effectLst/>
              <a:latin typeface="Cascadia Code" panose="020B0609020000020004" pitchFamily="49" charset="0"/>
            </a:endParaRPr>
          </a:p>
        </p:txBody>
      </p:sp>
    </p:spTree>
    <p:extLst>
      <p:ext uri="{BB962C8B-B14F-4D97-AF65-F5344CB8AC3E}">
        <p14:creationId xmlns:p14="http://schemas.microsoft.com/office/powerpoint/2010/main" val="2284323290"/>
      </p:ext>
    </p:extLst>
  </p:cSld>
  <p:clrMapOvr>
    <a:overrideClrMapping bg1="dk1" tx1="lt1" bg2="dk2" tx2="lt2" accent1="accent1" accent2="accent2" accent3="accent3" accent4="accent4" accent5="accent5" accent6="accent6" hlink="hlink" folHlink="folHlink"/>
  </p:clrMapOvr>
  <mc:AlternateContent xmlns:mc="http://schemas.openxmlformats.org/markup-compatibility/2006" xmlns:p159="http://schemas.microsoft.com/office/powerpoint/2015/09/main">
    <mc:Choice Requires="p159">
      <p:transition>
        <p159:morph option="byObject"/>
      </p:transition>
    </mc:Choice>
    <mc:Fallback xmlns="">
      <p:transition>
        <p:fade/>
      </p:transition>
    </mc:Fallback>
  </mc:AlternateContent>
</p:sld>
</file>

<file path=ppt/slides/slide33.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sp useBgFill="1">
        <p:nvSpPr>
          <p:cNvPr id="21" name="Rectangle 20">
            <a:extLst>
              <a:ext uri="{FF2B5EF4-FFF2-40B4-BE49-F238E27FC236}">
                <a16:creationId xmlns:a16="http://schemas.microsoft.com/office/drawing/2014/main" id="{E5A92FE9-DB05-4D0D-AF5A-BE8664B9FFB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grpSp>
        <p:nvGrpSpPr>
          <p:cNvPr id="23" name="Group 22">
            <a:extLst>
              <a:ext uri="{FF2B5EF4-FFF2-40B4-BE49-F238E27FC236}">
                <a16:creationId xmlns:a16="http://schemas.microsoft.com/office/drawing/2014/main" id="{53D9B26A-5143-49A7-BA98-D871D5BD719A}"/>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flipH="1">
            <a:off x="6526211" y="1"/>
            <a:ext cx="5014912" cy="6857999"/>
            <a:chOff x="2928938" y="-4763"/>
            <a:chExt cx="5014912" cy="6862763"/>
          </a:xfrm>
        </p:grpSpPr>
        <p:sp>
          <p:nvSpPr>
            <p:cNvPr id="24" name="Freeform 6">
              <a:extLst>
                <a:ext uri="{FF2B5EF4-FFF2-40B4-BE49-F238E27FC236}">
                  <a16:creationId xmlns:a16="http://schemas.microsoft.com/office/drawing/2014/main" id="{68B85E55-A2A1-4682-B891-F201358A92D5}"/>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3367088" y="-4763"/>
              <a:ext cx="1063625" cy="2782888"/>
            </a:xfrm>
            <a:custGeom>
              <a:avLst/>
              <a:gdLst/>
              <a:ahLst/>
              <a:cxnLst/>
              <a:rect l="0" t="0" r="r" b="b"/>
              <a:pathLst>
                <a:path w="670" h="1753">
                  <a:moveTo>
                    <a:pt x="0" y="1696"/>
                  </a:moveTo>
                  <a:lnTo>
                    <a:pt x="225" y="1753"/>
                  </a:lnTo>
                  <a:lnTo>
                    <a:pt x="670" y="0"/>
                  </a:lnTo>
                  <a:lnTo>
                    <a:pt x="430" y="0"/>
                  </a:lnTo>
                  <a:lnTo>
                    <a:pt x="0" y="1696"/>
                  </a:lnTo>
                  <a:close/>
                </a:path>
              </a:pathLst>
            </a:custGeom>
            <a:solidFill>
              <a:schemeClr val="accent1"/>
            </a:solidFill>
            <a:ln>
              <a:noFill/>
            </a:ln>
          </p:spPr>
          <p:txBody>
            <a:bodyPr/>
            <a:lstStyle/>
            <a:p>
              <a:endParaRPr lang="en-US"/>
            </a:p>
          </p:txBody>
        </p:sp>
        <p:sp>
          <p:nvSpPr>
            <p:cNvPr id="25" name="Freeform 7">
              <a:extLst>
                <a:ext uri="{FF2B5EF4-FFF2-40B4-BE49-F238E27FC236}">
                  <a16:creationId xmlns:a16="http://schemas.microsoft.com/office/drawing/2014/main" id="{45EF6EDB-9B5D-49E9-96FA-1AE08BF95E57}"/>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2928938" y="-4763"/>
              <a:ext cx="1035050" cy="2673350"/>
            </a:xfrm>
            <a:custGeom>
              <a:avLst/>
              <a:gdLst/>
              <a:ahLst/>
              <a:cxnLst/>
              <a:rect l="0" t="0" r="r" b="b"/>
              <a:pathLst>
                <a:path w="652" h="1684">
                  <a:moveTo>
                    <a:pt x="225" y="1684"/>
                  </a:moveTo>
                  <a:lnTo>
                    <a:pt x="652" y="0"/>
                  </a:lnTo>
                  <a:lnTo>
                    <a:pt x="411" y="0"/>
                  </a:lnTo>
                  <a:lnTo>
                    <a:pt x="0" y="1627"/>
                  </a:lnTo>
                  <a:lnTo>
                    <a:pt x="219" y="1681"/>
                  </a:lnTo>
                  <a:lnTo>
                    <a:pt x="225" y="1684"/>
                  </a:lnTo>
                  <a:close/>
                </a:path>
              </a:pathLst>
            </a:custGeom>
            <a:solidFill>
              <a:srgbClr val="595959"/>
            </a:solidFill>
            <a:ln>
              <a:noFill/>
            </a:ln>
          </p:spPr>
          <p:txBody>
            <a:bodyPr/>
            <a:lstStyle/>
            <a:p>
              <a:endParaRPr lang="en-US"/>
            </a:p>
          </p:txBody>
        </p:sp>
        <p:sp>
          <p:nvSpPr>
            <p:cNvPr id="26" name="Freeform 12">
              <a:extLst>
                <a:ext uri="{FF2B5EF4-FFF2-40B4-BE49-F238E27FC236}">
                  <a16:creationId xmlns:a16="http://schemas.microsoft.com/office/drawing/2014/main" id="{38338226-D6E2-4EEE-B271-DB4BD096DBA1}"/>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2928938" y="2582862"/>
              <a:ext cx="2693987" cy="4275138"/>
            </a:xfrm>
            <a:custGeom>
              <a:avLst/>
              <a:gdLst/>
              <a:ahLst/>
              <a:cxnLst/>
              <a:rect l="0" t="0" r="r" b="b"/>
              <a:pathLst>
                <a:path w="1697" h="2693">
                  <a:moveTo>
                    <a:pt x="0" y="0"/>
                  </a:moveTo>
                  <a:lnTo>
                    <a:pt x="1622" y="2693"/>
                  </a:lnTo>
                  <a:lnTo>
                    <a:pt x="1697" y="2693"/>
                  </a:lnTo>
                  <a:lnTo>
                    <a:pt x="0" y="0"/>
                  </a:lnTo>
                  <a:close/>
                </a:path>
              </a:pathLst>
            </a:custGeom>
            <a:solidFill>
              <a:srgbClr val="262626"/>
            </a:solidFill>
            <a:ln>
              <a:noFill/>
            </a:ln>
          </p:spPr>
          <p:txBody>
            <a:bodyPr/>
            <a:lstStyle/>
            <a:p>
              <a:endParaRPr lang="en-US"/>
            </a:p>
          </p:txBody>
        </p:sp>
        <p:sp>
          <p:nvSpPr>
            <p:cNvPr id="27" name="Freeform 13">
              <a:extLst>
                <a:ext uri="{FF2B5EF4-FFF2-40B4-BE49-F238E27FC236}">
                  <a16:creationId xmlns:a16="http://schemas.microsoft.com/office/drawing/2014/main" id="{4878FB48-17B3-4A11-8025-DE0945CD4E71}"/>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3371850" y="2692400"/>
              <a:ext cx="3332162" cy="4165600"/>
            </a:xfrm>
            <a:custGeom>
              <a:avLst/>
              <a:gdLst/>
              <a:ahLst/>
              <a:cxnLst/>
              <a:rect l="0" t="0" r="r" b="b"/>
              <a:pathLst>
                <a:path w="2099" h="2624">
                  <a:moveTo>
                    <a:pt x="2099" y="2624"/>
                  </a:moveTo>
                  <a:lnTo>
                    <a:pt x="0" y="0"/>
                  </a:lnTo>
                  <a:lnTo>
                    <a:pt x="2021" y="2624"/>
                  </a:lnTo>
                  <a:lnTo>
                    <a:pt x="2099" y="2624"/>
                  </a:lnTo>
                  <a:close/>
                </a:path>
              </a:pathLst>
            </a:custGeom>
            <a:solidFill>
              <a:schemeClr val="accent1">
                <a:lumMod val="50000"/>
              </a:schemeClr>
            </a:solidFill>
            <a:ln>
              <a:noFill/>
            </a:ln>
          </p:spPr>
          <p:txBody>
            <a:bodyPr/>
            <a:lstStyle/>
            <a:p>
              <a:endParaRPr lang="en-US"/>
            </a:p>
          </p:txBody>
        </p:sp>
        <p:sp>
          <p:nvSpPr>
            <p:cNvPr id="28" name="Freeform 14">
              <a:extLst>
                <a:ext uri="{FF2B5EF4-FFF2-40B4-BE49-F238E27FC236}">
                  <a16:creationId xmlns:a16="http://schemas.microsoft.com/office/drawing/2014/main" id="{4150A21C-DD6D-4D3C-9E95-7A3CA263BEB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3367088" y="2687637"/>
              <a:ext cx="4576762" cy="4170363"/>
            </a:xfrm>
            <a:custGeom>
              <a:avLst/>
              <a:gdLst/>
              <a:ahLst/>
              <a:cxnLst/>
              <a:rect l="0" t="0" r="r" b="b"/>
              <a:pathLst>
                <a:path w="2883" h="2627">
                  <a:moveTo>
                    <a:pt x="0" y="0"/>
                  </a:moveTo>
                  <a:lnTo>
                    <a:pt x="3" y="3"/>
                  </a:lnTo>
                  <a:lnTo>
                    <a:pt x="2102" y="2627"/>
                  </a:lnTo>
                  <a:lnTo>
                    <a:pt x="2883" y="2627"/>
                  </a:lnTo>
                  <a:lnTo>
                    <a:pt x="225" y="57"/>
                  </a:lnTo>
                  <a:lnTo>
                    <a:pt x="0" y="0"/>
                  </a:lnTo>
                  <a:close/>
                </a:path>
              </a:pathLst>
            </a:custGeom>
            <a:solidFill>
              <a:schemeClr val="accent1">
                <a:lumMod val="75000"/>
              </a:schemeClr>
            </a:solidFill>
            <a:ln>
              <a:noFill/>
            </a:ln>
          </p:spPr>
          <p:txBody>
            <a:bodyPr/>
            <a:lstStyle/>
            <a:p>
              <a:endParaRPr lang="en-US"/>
            </a:p>
          </p:txBody>
        </p:sp>
        <p:sp>
          <p:nvSpPr>
            <p:cNvPr id="29" name="Freeform 15">
              <a:extLst>
                <a:ext uri="{FF2B5EF4-FFF2-40B4-BE49-F238E27FC236}">
                  <a16:creationId xmlns:a16="http://schemas.microsoft.com/office/drawing/2014/main" id="{7505BF04-104D-4180-A284-42FCD6B04DD6}"/>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2928938" y="2578100"/>
              <a:ext cx="3584575" cy="4279900"/>
            </a:xfrm>
            <a:custGeom>
              <a:avLst/>
              <a:gdLst/>
              <a:ahLst/>
              <a:cxnLst/>
              <a:rect l="0" t="0" r="r" b="b"/>
              <a:pathLst>
                <a:path w="2258" h="2696">
                  <a:moveTo>
                    <a:pt x="2258" y="2696"/>
                  </a:moveTo>
                  <a:lnTo>
                    <a:pt x="264" y="111"/>
                  </a:lnTo>
                  <a:lnTo>
                    <a:pt x="228" y="60"/>
                  </a:lnTo>
                  <a:lnTo>
                    <a:pt x="225" y="57"/>
                  </a:lnTo>
                  <a:lnTo>
                    <a:pt x="0" y="0"/>
                  </a:lnTo>
                  <a:lnTo>
                    <a:pt x="0" y="3"/>
                  </a:lnTo>
                  <a:lnTo>
                    <a:pt x="1697" y="2696"/>
                  </a:lnTo>
                  <a:lnTo>
                    <a:pt x="2258" y="2696"/>
                  </a:lnTo>
                  <a:close/>
                </a:path>
              </a:pathLst>
            </a:custGeom>
            <a:solidFill>
              <a:srgbClr val="404040"/>
            </a:solidFill>
            <a:ln>
              <a:noFill/>
            </a:ln>
          </p:spPr>
          <p:txBody>
            <a:bodyPr/>
            <a:lstStyle/>
            <a:p>
              <a:endParaRPr lang="en-US"/>
            </a:p>
          </p:txBody>
        </p:sp>
      </p:grpSp>
      <p:sp>
        <p:nvSpPr>
          <p:cNvPr id="2" name="Title 1">
            <a:extLst>
              <a:ext uri="{FF2B5EF4-FFF2-40B4-BE49-F238E27FC236}">
                <a16:creationId xmlns:a16="http://schemas.microsoft.com/office/drawing/2014/main" id="{652CD06E-EB43-4697-A9C1-290232C3BAD6}"/>
              </a:ext>
            </a:extLst>
          </p:cNvPr>
          <p:cNvSpPr>
            <a:spLocks noGrp="1"/>
          </p:cNvSpPr>
          <p:nvPr>
            <p:ph type="ctrTitle"/>
          </p:nvPr>
        </p:nvSpPr>
        <p:spPr>
          <a:xfrm>
            <a:off x="473345" y="0"/>
            <a:ext cx="11604355" cy="1223994"/>
          </a:xfrm>
        </p:spPr>
        <p:txBody>
          <a:bodyPr>
            <a:noAutofit/>
          </a:bodyPr>
          <a:lstStyle/>
          <a:p>
            <a:pPr algn="l"/>
            <a:r>
              <a:rPr lang="en-US" sz="5400" b="1" dirty="0">
                <a:latin typeface="Mystical Woods Smooth Script" panose="02000500000000000000" pitchFamily="2" charset="0"/>
                <a:cs typeface="Cavolini" panose="03000502040302020204" pitchFamily="66" charset="0"/>
              </a:rPr>
              <a:t>States And Props </a:t>
            </a:r>
            <a:r>
              <a:rPr lang="en-US" sz="2100" b="1" dirty="0">
                <a:latin typeface="Cavolini" panose="03000502040302020204" pitchFamily="66" charset="0"/>
                <a:cs typeface="Cavolini" panose="03000502040302020204" pitchFamily="66" charset="0"/>
              </a:rPr>
              <a:t>continued…</a:t>
            </a:r>
            <a:endParaRPr lang="en-US" sz="5400" b="1" dirty="0">
              <a:latin typeface="Mystical Woods Smooth Script" panose="02000500000000000000" pitchFamily="2" charset="0"/>
              <a:cs typeface="Cavolini" panose="03000502040302020204" pitchFamily="66" charset="0"/>
            </a:endParaRPr>
          </a:p>
        </p:txBody>
      </p:sp>
      <p:grpSp>
        <p:nvGrpSpPr>
          <p:cNvPr id="6" name="Group 5">
            <a:extLst>
              <a:ext uri="{FF2B5EF4-FFF2-40B4-BE49-F238E27FC236}">
                <a16:creationId xmlns:a16="http://schemas.microsoft.com/office/drawing/2014/main" id="{752A73B4-49EC-E765-1462-2A106F07C3D4}"/>
              </a:ext>
            </a:extLst>
          </p:cNvPr>
          <p:cNvGrpSpPr/>
          <p:nvPr/>
        </p:nvGrpSpPr>
        <p:grpSpPr>
          <a:xfrm>
            <a:off x="481809" y="1152868"/>
            <a:ext cx="8950321" cy="182880"/>
            <a:chOff x="1089027" y="1251583"/>
            <a:chExt cx="8950321" cy="182880"/>
          </a:xfrm>
        </p:grpSpPr>
        <p:cxnSp>
          <p:nvCxnSpPr>
            <p:cNvPr id="4" name="Straight Connector 3">
              <a:extLst>
                <a:ext uri="{FF2B5EF4-FFF2-40B4-BE49-F238E27FC236}">
                  <a16:creationId xmlns:a16="http://schemas.microsoft.com/office/drawing/2014/main" id="{1111542F-3245-DDEC-4B5A-7412E7DBE5FD}"/>
                </a:ext>
              </a:extLst>
            </p:cNvPr>
            <p:cNvCxnSpPr/>
            <p:nvPr/>
          </p:nvCxnSpPr>
          <p:spPr>
            <a:xfrm>
              <a:off x="1089027" y="1347537"/>
              <a:ext cx="8786493" cy="0"/>
            </a:xfrm>
            <a:prstGeom prst="line">
              <a:avLst/>
            </a:prstGeom>
            <a:ln w="38100">
              <a:solidFill>
                <a:srgbClr val="595959"/>
              </a:solidFill>
            </a:ln>
            <a:effectLst>
              <a:reflection blurRad="6350" stA="50000" endA="275" endPos="40000" dist="101600" dir="5400000" sy="-100000" algn="bl" rotWithShape="0"/>
              <a:softEdge rad="12700"/>
            </a:effectLst>
          </p:spPr>
          <p:style>
            <a:lnRef idx="3">
              <a:schemeClr val="dk1"/>
            </a:lnRef>
            <a:fillRef idx="0">
              <a:schemeClr val="dk1"/>
            </a:fillRef>
            <a:effectRef idx="2">
              <a:schemeClr val="dk1"/>
            </a:effectRef>
            <a:fontRef idx="minor">
              <a:schemeClr val="tx1"/>
            </a:fontRef>
          </p:style>
        </p:cxnSp>
        <p:sp>
          <p:nvSpPr>
            <p:cNvPr id="5" name="Flowchart: Connector 4">
              <a:extLst>
                <a:ext uri="{FF2B5EF4-FFF2-40B4-BE49-F238E27FC236}">
                  <a16:creationId xmlns:a16="http://schemas.microsoft.com/office/drawing/2014/main" id="{B2858492-B751-8ED7-57BE-708D61DDCF50}"/>
                </a:ext>
              </a:extLst>
            </p:cNvPr>
            <p:cNvSpPr/>
            <p:nvPr/>
          </p:nvSpPr>
          <p:spPr>
            <a:xfrm>
              <a:off x="9856468" y="1251583"/>
              <a:ext cx="182880" cy="182880"/>
            </a:xfrm>
            <a:prstGeom prst="flowChartConnector">
              <a:avLst/>
            </a:prstGeom>
            <a:ln>
              <a:noFill/>
            </a:ln>
            <a:effectLst>
              <a:outerShdw blurRad="50800" dist="38100" dir="2700000" algn="tl"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7" name="TextBox 6">
            <a:extLst>
              <a:ext uri="{FF2B5EF4-FFF2-40B4-BE49-F238E27FC236}">
                <a16:creationId xmlns:a16="http://schemas.microsoft.com/office/drawing/2014/main" id="{A6747723-BAE5-C999-4896-8F92A872C1D9}"/>
              </a:ext>
            </a:extLst>
          </p:cNvPr>
          <p:cNvSpPr txBox="1"/>
          <p:nvPr/>
        </p:nvSpPr>
        <p:spPr>
          <a:xfrm flipH="1">
            <a:off x="414301" y="2284914"/>
            <a:ext cx="10806849" cy="415498"/>
          </a:xfrm>
          <a:prstGeom prst="rect">
            <a:avLst/>
          </a:prstGeom>
          <a:noFill/>
        </p:spPr>
        <p:txBody>
          <a:bodyPr wrap="square" rtlCol="0">
            <a:spAutoFit/>
          </a:bodyPr>
          <a:lstStyle/>
          <a:p>
            <a:pPr algn="l"/>
            <a:r>
              <a:rPr lang="en-US" sz="2100" b="1" i="0" dirty="0">
                <a:solidFill>
                  <a:srgbClr val="CECAC3"/>
                </a:solidFill>
                <a:effectLst/>
                <a:latin typeface="Cavolini" panose="03000502040302020204" pitchFamily="66" charset="0"/>
                <a:cs typeface="Cavolini" panose="03000502040302020204" pitchFamily="66" charset="0"/>
              </a:rPr>
              <a:t>To change a value in the state object, use the </a:t>
            </a:r>
            <a:r>
              <a:rPr lang="en-US" sz="2100" b="1" i="1" dirty="0" err="1">
                <a:solidFill>
                  <a:srgbClr val="DA4B58"/>
                </a:solidFill>
                <a:effectLst/>
                <a:latin typeface="Cavolini" panose="03000502040302020204" pitchFamily="66" charset="0"/>
                <a:cs typeface="Cavolini" panose="03000502040302020204" pitchFamily="66" charset="0"/>
              </a:rPr>
              <a:t>setState</a:t>
            </a:r>
            <a:r>
              <a:rPr lang="en-US" sz="2100" b="1" i="1" dirty="0">
                <a:solidFill>
                  <a:srgbClr val="DA4B58"/>
                </a:solidFill>
                <a:effectLst/>
                <a:latin typeface="Cavolini" panose="03000502040302020204" pitchFamily="66" charset="0"/>
                <a:cs typeface="Cavolini" panose="03000502040302020204" pitchFamily="66" charset="0"/>
              </a:rPr>
              <a:t>()</a:t>
            </a:r>
            <a:r>
              <a:rPr lang="en-US" sz="2100" b="1" i="0" dirty="0">
                <a:solidFill>
                  <a:srgbClr val="CECAC3"/>
                </a:solidFill>
                <a:effectLst/>
                <a:latin typeface="Cavolini" panose="03000502040302020204" pitchFamily="66" charset="0"/>
                <a:cs typeface="Cavolini" panose="03000502040302020204" pitchFamily="66" charset="0"/>
              </a:rPr>
              <a:t> method.</a:t>
            </a:r>
            <a:endParaRPr lang="en-US" sz="2100" b="1" i="0" dirty="0">
              <a:effectLst/>
              <a:latin typeface="Cavolini" panose="03000502040302020204" pitchFamily="66" charset="0"/>
              <a:cs typeface="Cavolini" panose="03000502040302020204" pitchFamily="66" charset="0"/>
            </a:endParaRPr>
          </a:p>
        </p:txBody>
      </p:sp>
      <p:pic>
        <p:nvPicPr>
          <p:cNvPr id="14" name="Graphic 13" descr="Atom with solid fill">
            <a:extLst>
              <a:ext uri="{FF2B5EF4-FFF2-40B4-BE49-F238E27FC236}">
                <a16:creationId xmlns:a16="http://schemas.microsoft.com/office/drawing/2014/main" id="{3BCE63B3-D40B-1502-6FFD-0D8FCB8CAC21}"/>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473345" y="1484034"/>
            <a:ext cx="685800" cy="685800"/>
          </a:xfrm>
          <a:prstGeom prst="rect">
            <a:avLst/>
          </a:prstGeom>
        </p:spPr>
      </p:pic>
      <p:sp>
        <p:nvSpPr>
          <p:cNvPr id="15" name="TextBox 14">
            <a:extLst>
              <a:ext uri="{FF2B5EF4-FFF2-40B4-BE49-F238E27FC236}">
                <a16:creationId xmlns:a16="http://schemas.microsoft.com/office/drawing/2014/main" id="{E4A5A0F0-968F-7C81-4B80-F5DCFC416FF5}"/>
              </a:ext>
            </a:extLst>
          </p:cNvPr>
          <p:cNvSpPr txBox="1"/>
          <p:nvPr/>
        </p:nvSpPr>
        <p:spPr>
          <a:xfrm flipH="1">
            <a:off x="1250396" y="1619185"/>
            <a:ext cx="7596740" cy="415498"/>
          </a:xfrm>
          <a:prstGeom prst="rect">
            <a:avLst/>
          </a:prstGeom>
          <a:noFill/>
        </p:spPr>
        <p:txBody>
          <a:bodyPr wrap="square" rtlCol="0">
            <a:spAutoFit/>
          </a:bodyPr>
          <a:lstStyle/>
          <a:p>
            <a:pPr algn="l"/>
            <a:r>
              <a:rPr lang="en-US" sz="2100" b="1" i="0" dirty="0">
                <a:effectLst/>
                <a:latin typeface="Cavolini" panose="03000502040302020204" pitchFamily="66" charset="0"/>
                <a:cs typeface="Cavolini" panose="03000502040302020204" pitchFamily="66" charset="0"/>
              </a:rPr>
              <a:t>Changing The </a:t>
            </a:r>
            <a:r>
              <a:rPr lang="en-US" sz="2100" b="1" dirty="0">
                <a:latin typeface="Cavolini" panose="03000502040302020204" pitchFamily="66" charset="0"/>
                <a:cs typeface="Cavolini" panose="03000502040302020204" pitchFamily="66" charset="0"/>
              </a:rPr>
              <a:t>S</a:t>
            </a:r>
            <a:r>
              <a:rPr lang="en-US" sz="2100" b="1" i="0" dirty="0">
                <a:effectLst/>
                <a:latin typeface="Cavolini" panose="03000502040302020204" pitchFamily="66" charset="0"/>
                <a:cs typeface="Cavolini" panose="03000502040302020204" pitchFamily="66" charset="0"/>
              </a:rPr>
              <a:t>tate Object Using </a:t>
            </a:r>
            <a:r>
              <a:rPr lang="en-US" sz="2100" b="1" i="0" dirty="0" err="1">
                <a:effectLst/>
                <a:latin typeface="Cavolini" panose="03000502040302020204" pitchFamily="66" charset="0"/>
                <a:cs typeface="Cavolini" panose="03000502040302020204" pitchFamily="66" charset="0"/>
              </a:rPr>
              <a:t>setState</a:t>
            </a:r>
            <a:r>
              <a:rPr lang="en-US" sz="2100" b="1" i="0" dirty="0">
                <a:effectLst/>
                <a:latin typeface="Cavolini" panose="03000502040302020204" pitchFamily="66" charset="0"/>
                <a:cs typeface="Cavolini" panose="03000502040302020204" pitchFamily="66" charset="0"/>
              </a:rPr>
              <a:t>() Method</a:t>
            </a:r>
          </a:p>
        </p:txBody>
      </p:sp>
      <p:sp>
        <p:nvSpPr>
          <p:cNvPr id="8" name="TextBox 7">
            <a:extLst>
              <a:ext uri="{FF2B5EF4-FFF2-40B4-BE49-F238E27FC236}">
                <a16:creationId xmlns:a16="http://schemas.microsoft.com/office/drawing/2014/main" id="{7EF1A497-3842-FBAA-9924-495511B1754D}"/>
              </a:ext>
            </a:extLst>
          </p:cNvPr>
          <p:cNvSpPr txBox="1"/>
          <p:nvPr/>
        </p:nvSpPr>
        <p:spPr>
          <a:xfrm>
            <a:off x="414301" y="2809873"/>
            <a:ext cx="11324043" cy="738664"/>
          </a:xfrm>
          <a:prstGeom prst="rect">
            <a:avLst/>
          </a:prstGeom>
          <a:noFill/>
        </p:spPr>
        <p:txBody>
          <a:bodyPr wrap="square">
            <a:spAutoFit/>
          </a:bodyPr>
          <a:lstStyle/>
          <a:p>
            <a:r>
              <a:rPr lang="en-US" sz="2100" b="1" i="0" dirty="0">
                <a:solidFill>
                  <a:srgbClr val="CECAC3"/>
                </a:solidFill>
                <a:effectLst/>
                <a:latin typeface="Cavolini" panose="03000502040302020204" pitchFamily="66" charset="0"/>
                <a:cs typeface="Cavolini" panose="03000502040302020204" pitchFamily="66" charset="0"/>
              </a:rPr>
              <a:t>When a value in the </a:t>
            </a:r>
            <a:r>
              <a:rPr lang="en-US" sz="2100" b="1" i="1" dirty="0">
                <a:solidFill>
                  <a:srgbClr val="DA4B58"/>
                </a:solidFill>
                <a:effectLst/>
                <a:latin typeface="Cavolini" panose="03000502040302020204" pitchFamily="66" charset="0"/>
                <a:cs typeface="Cavolini" panose="03000502040302020204" pitchFamily="66" charset="0"/>
              </a:rPr>
              <a:t>state</a:t>
            </a:r>
            <a:r>
              <a:rPr lang="en-US" sz="2100" b="1" i="0" dirty="0">
                <a:solidFill>
                  <a:srgbClr val="CECAC3"/>
                </a:solidFill>
                <a:effectLst/>
                <a:latin typeface="Cavolini" panose="03000502040302020204" pitchFamily="66" charset="0"/>
                <a:cs typeface="Cavolini" panose="03000502040302020204" pitchFamily="66" charset="0"/>
              </a:rPr>
              <a:t> object changes, the component will re-render, meaning that the output will change according to the new value(s).</a:t>
            </a:r>
            <a:endParaRPr lang="en-US" sz="2100" b="1" dirty="0">
              <a:latin typeface="Cavolini" panose="03000502040302020204" pitchFamily="66" charset="0"/>
              <a:cs typeface="Cavolini" panose="03000502040302020204" pitchFamily="66" charset="0"/>
            </a:endParaRPr>
          </a:p>
        </p:txBody>
      </p:sp>
      <p:sp>
        <p:nvSpPr>
          <p:cNvPr id="10" name="TextBox 9">
            <a:extLst>
              <a:ext uri="{FF2B5EF4-FFF2-40B4-BE49-F238E27FC236}">
                <a16:creationId xmlns:a16="http://schemas.microsoft.com/office/drawing/2014/main" id="{647EAB4A-7999-BDDF-8B5D-E27BA8CC02DC}"/>
              </a:ext>
            </a:extLst>
          </p:cNvPr>
          <p:cNvSpPr txBox="1"/>
          <p:nvPr/>
        </p:nvSpPr>
        <p:spPr>
          <a:xfrm>
            <a:off x="414301" y="3686915"/>
            <a:ext cx="10846369" cy="738664"/>
          </a:xfrm>
          <a:prstGeom prst="rect">
            <a:avLst/>
          </a:prstGeom>
          <a:noFill/>
        </p:spPr>
        <p:txBody>
          <a:bodyPr wrap="square">
            <a:spAutoFit/>
          </a:bodyPr>
          <a:lstStyle/>
          <a:p>
            <a:r>
              <a:rPr lang="en-US" sz="2100" b="1" i="0" dirty="0">
                <a:solidFill>
                  <a:srgbClr val="CECAC3"/>
                </a:solidFill>
                <a:effectLst/>
                <a:latin typeface="Cavolini" panose="03000502040302020204" pitchFamily="66" charset="0"/>
                <a:cs typeface="Cavolini" panose="03000502040302020204" pitchFamily="66" charset="0"/>
              </a:rPr>
              <a:t>For example, let's add a button with an </a:t>
            </a:r>
            <a:r>
              <a:rPr lang="en-US" sz="2100" b="1" i="1" dirty="0" err="1">
                <a:solidFill>
                  <a:srgbClr val="DA4B58"/>
                </a:solidFill>
                <a:effectLst/>
                <a:latin typeface="Cavolini" panose="03000502040302020204" pitchFamily="66" charset="0"/>
                <a:cs typeface="Cavolini" panose="03000502040302020204" pitchFamily="66" charset="0"/>
              </a:rPr>
              <a:t>onClick</a:t>
            </a:r>
            <a:r>
              <a:rPr lang="en-US" sz="2100" b="1" i="0" dirty="0">
                <a:solidFill>
                  <a:srgbClr val="CECAC3"/>
                </a:solidFill>
                <a:effectLst/>
                <a:latin typeface="Cavolini" panose="03000502040302020204" pitchFamily="66" charset="0"/>
                <a:cs typeface="Cavolini" panose="03000502040302020204" pitchFamily="66" charset="0"/>
              </a:rPr>
              <a:t> event that will change the </a:t>
            </a:r>
            <a:r>
              <a:rPr lang="en-US" sz="2100" b="1" i="0" dirty="0" err="1">
                <a:solidFill>
                  <a:srgbClr val="CECAC3"/>
                </a:solidFill>
                <a:effectLst/>
                <a:latin typeface="Cavolini" panose="03000502040302020204" pitchFamily="66" charset="0"/>
                <a:cs typeface="Cavolini" panose="03000502040302020204" pitchFamily="66" charset="0"/>
              </a:rPr>
              <a:t>rollNo</a:t>
            </a:r>
            <a:r>
              <a:rPr lang="en-US" sz="2100" b="1" i="0" dirty="0">
                <a:solidFill>
                  <a:srgbClr val="CECAC3"/>
                </a:solidFill>
                <a:effectLst/>
                <a:latin typeface="Cavolini" panose="03000502040302020204" pitchFamily="66" charset="0"/>
                <a:cs typeface="Cavolini" panose="03000502040302020204" pitchFamily="66" charset="0"/>
              </a:rPr>
              <a:t> and age of properties of the student:</a:t>
            </a:r>
            <a:endParaRPr lang="en-US" sz="2100" b="1" dirty="0">
              <a:latin typeface="Cavolini" panose="03000502040302020204" pitchFamily="66" charset="0"/>
              <a:cs typeface="Cavolini" panose="03000502040302020204" pitchFamily="66" charset="0"/>
            </a:endParaRPr>
          </a:p>
        </p:txBody>
      </p:sp>
    </p:spTree>
    <p:extLst>
      <p:ext uri="{BB962C8B-B14F-4D97-AF65-F5344CB8AC3E}">
        <p14:creationId xmlns:p14="http://schemas.microsoft.com/office/powerpoint/2010/main" val="3001727739"/>
      </p:ext>
    </p:extLst>
  </p:cSld>
  <p:clrMapOvr>
    <a:overrideClrMapping bg1="dk1" tx1="lt1" bg2="dk2" tx2="lt2" accent1="accent1" accent2="accent2" accent3="accent3" accent4="accent4" accent5="accent5" accent6="accent6" hlink="hlink" folHlink="folHlink"/>
  </p:clrMapOvr>
  <mc:AlternateContent xmlns:mc="http://schemas.openxmlformats.org/markup-compatibility/2006" xmlns:p159="http://schemas.microsoft.com/office/powerpoint/2015/09/main">
    <mc:Choice Requires="p159">
      <p:transition>
        <p159:morph option="byObject"/>
      </p:transition>
    </mc:Choice>
    <mc:Fallback xmlns="">
      <p:transition>
        <p:fade/>
      </p:transition>
    </mc:Fallback>
  </mc:AlternateContent>
</p:sld>
</file>

<file path=ppt/slides/slide34.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sp useBgFill="1">
        <p:nvSpPr>
          <p:cNvPr id="21" name="Rectangle 20">
            <a:extLst>
              <a:ext uri="{FF2B5EF4-FFF2-40B4-BE49-F238E27FC236}">
                <a16:creationId xmlns:a16="http://schemas.microsoft.com/office/drawing/2014/main" id="{E5A92FE9-DB05-4D0D-AF5A-BE8664B9FFB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grpSp>
        <p:nvGrpSpPr>
          <p:cNvPr id="23" name="Group 22">
            <a:extLst>
              <a:ext uri="{FF2B5EF4-FFF2-40B4-BE49-F238E27FC236}">
                <a16:creationId xmlns:a16="http://schemas.microsoft.com/office/drawing/2014/main" id="{53D9B26A-5143-49A7-BA98-D871D5BD719A}"/>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flipH="1">
            <a:off x="6526211" y="1"/>
            <a:ext cx="5014912" cy="6857999"/>
            <a:chOff x="2928938" y="-4763"/>
            <a:chExt cx="5014912" cy="6862763"/>
          </a:xfrm>
        </p:grpSpPr>
        <p:sp>
          <p:nvSpPr>
            <p:cNvPr id="24" name="Freeform 6">
              <a:extLst>
                <a:ext uri="{FF2B5EF4-FFF2-40B4-BE49-F238E27FC236}">
                  <a16:creationId xmlns:a16="http://schemas.microsoft.com/office/drawing/2014/main" id="{68B85E55-A2A1-4682-B891-F201358A92D5}"/>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3367088" y="-4763"/>
              <a:ext cx="1063625" cy="2782888"/>
            </a:xfrm>
            <a:custGeom>
              <a:avLst/>
              <a:gdLst/>
              <a:ahLst/>
              <a:cxnLst/>
              <a:rect l="0" t="0" r="r" b="b"/>
              <a:pathLst>
                <a:path w="670" h="1753">
                  <a:moveTo>
                    <a:pt x="0" y="1696"/>
                  </a:moveTo>
                  <a:lnTo>
                    <a:pt x="225" y="1753"/>
                  </a:lnTo>
                  <a:lnTo>
                    <a:pt x="670" y="0"/>
                  </a:lnTo>
                  <a:lnTo>
                    <a:pt x="430" y="0"/>
                  </a:lnTo>
                  <a:lnTo>
                    <a:pt x="0" y="1696"/>
                  </a:lnTo>
                  <a:close/>
                </a:path>
              </a:pathLst>
            </a:custGeom>
            <a:solidFill>
              <a:schemeClr val="accent1"/>
            </a:solidFill>
            <a:ln>
              <a:noFill/>
            </a:ln>
          </p:spPr>
          <p:txBody>
            <a:bodyPr/>
            <a:lstStyle/>
            <a:p>
              <a:endParaRPr lang="en-US"/>
            </a:p>
          </p:txBody>
        </p:sp>
        <p:sp>
          <p:nvSpPr>
            <p:cNvPr id="25" name="Freeform 7">
              <a:extLst>
                <a:ext uri="{FF2B5EF4-FFF2-40B4-BE49-F238E27FC236}">
                  <a16:creationId xmlns:a16="http://schemas.microsoft.com/office/drawing/2014/main" id="{45EF6EDB-9B5D-49E9-96FA-1AE08BF95E57}"/>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2928938" y="-4763"/>
              <a:ext cx="1035050" cy="2673350"/>
            </a:xfrm>
            <a:custGeom>
              <a:avLst/>
              <a:gdLst/>
              <a:ahLst/>
              <a:cxnLst/>
              <a:rect l="0" t="0" r="r" b="b"/>
              <a:pathLst>
                <a:path w="652" h="1684">
                  <a:moveTo>
                    <a:pt x="225" y="1684"/>
                  </a:moveTo>
                  <a:lnTo>
                    <a:pt x="652" y="0"/>
                  </a:lnTo>
                  <a:lnTo>
                    <a:pt x="411" y="0"/>
                  </a:lnTo>
                  <a:lnTo>
                    <a:pt x="0" y="1627"/>
                  </a:lnTo>
                  <a:lnTo>
                    <a:pt x="219" y="1681"/>
                  </a:lnTo>
                  <a:lnTo>
                    <a:pt x="225" y="1684"/>
                  </a:lnTo>
                  <a:close/>
                </a:path>
              </a:pathLst>
            </a:custGeom>
            <a:solidFill>
              <a:srgbClr val="595959"/>
            </a:solidFill>
            <a:ln>
              <a:noFill/>
            </a:ln>
          </p:spPr>
          <p:txBody>
            <a:bodyPr/>
            <a:lstStyle/>
            <a:p>
              <a:endParaRPr lang="en-US"/>
            </a:p>
          </p:txBody>
        </p:sp>
        <p:sp>
          <p:nvSpPr>
            <p:cNvPr id="26" name="Freeform 12">
              <a:extLst>
                <a:ext uri="{FF2B5EF4-FFF2-40B4-BE49-F238E27FC236}">
                  <a16:creationId xmlns:a16="http://schemas.microsoft.com/office/drawing/2014/main" id="{38338226-D6E2-4EEE-B271-DB4BD096DBA1}"/>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2928938" y="2582862"/>
              <a:ext cx="2693987" cy="4275138"/>
            </a:xfrm>
            <a:custGeom>
              <a:avLst/>
              <a:gdLst/>
              <a:ahLst/>
              <a:cxnLst/>
              <a:rect l="0" t="0" r="r" b="b"/>
              <a:pathLst>
                <a:path w="1697" h="2693">
                  <a:moveTo>
                    <a:pt x="0" y="0"/>
                  </a:moveTo>
                  <a:lnTo>
                    <a:pt x="1622" y="2693"/>
                  </a:lnTo>
                  <a:lnTo>
                    <a:pt x="1697" y="2693"/>
                  </a:lnTo>
                  <a:lnTo>
                    <a:pt x="0" y="0"/>
                  </a:lnTo>
                  <a:close/>
                </a:path>
              </a:pathLst>
            </a:custGeom>
            <a:solidFill>
              <a:srgbClr val="262626"/>
            </a:solidFill>
            <a:ln>
              <a:noFill/>
            </a:ln>
          </p:spPr>
          <p:txBody>
            <a:bodyPr/>
            <a:lstStyle/>
            <a:p>
              <a:endParaRPr lang="en-US"/>
            </a:p>
          </p:txBody>
        </p:sp>
        <p:sp>
          <p:nvSpPr>
            <p:cNvPr id="27" name="Freeform 13">
              <a:extLst>
                <a:ext uri="{FF2B5EF4-FFF2-40B4-BE49-F238E27FC236}">
                  <a16:creationId xmlns:a16="http://schemas.microsoft.com/office/drawing/2014/main" id="{4878FB48-17B3-4A11-8025-DE0945CD4E71}"/>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3371850" y="2692400"/>
              <a:ext cx="3332162" cy="4165600"/>
            </a:xfrm>
            <a:custGeom>
              <a:avLst/>
              <a:gdLst/>
              <a:ahLst/>
              <a:cxnLst/>
              <a:rect l="0" t="0" r="r" b="b"/>
              <a:pathLst>
                <a:path w="2099" h="2624">
                  <a:moveTo>
                    <a:pt x="2099" y="2624"/>
                  </a:moveTo>
                  <a:lnTo>
                    <a:pt x="0" y="0"/>
                  </a:lnTo>
                  <a:lnTo>
                    <a:pt x="2021" y="2624"/>
                  </a:lnTo>
                  <a:lnTo>
                    <a:pt x="2099" y="2624"/>
                  </a:lnTo>
                  <a:close/>
                </a:path>
              </a:pathLst>
            </a:custGeom>
            <a:solidFill>
              <a:schemeClr val="accent1">
                <a:lumMod val="50000"/>
              </a:schemeClr>
            </a:solidFill>
            <a:ln>
              <a:noFill/>
            </a:ln>
          </p:spPr>
          <p:txBody>
            <a:bodyPr/>
            <a:lstStyle/>
            <a:p>
              <a:endParaRPr lang="en-US"/>
            </a:p>
          </p:txBody>
        </p:sp>
        <p:sp>
          <p:nvSpPr>
            <p:cNvPr id="28" name="Freeform 14">
              <a:extLst>
                <a:ext uri="{FF2B5EF4-FFF2-40B4-BE49-F238E27FC236}">
                  <a16:creationId xmlns:a16="http://schemas.microsoft.com/office/drawing/2014/main" id="{4150A21C-DD6D-4D3C-9E95-7A3CA263BEB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3367088" y="2687637"/>
              <a:ext cx="4576762" cy="4170363"/>
            </a:xfrm>
            <a:custGeom>
              <a:avLst/>
              <a:gdLst/>
              <a:ahLst/>
              <a:cxnLst/>
              <a:rect l="0" t="0" r="r" b="b"/>
              <a:pathLst>
                <a:path w="2883" h="2627">
                  <a:moveTo>
                    <a:pt x="0" y="0"/>
                  </a:moveTo>
                  <a:lnTo>
                    <a:pt x="3" y="3"/>
                  </a:lnTo>
                  <a:lnTo>
                    <a:pt x="2102" y="2627"/>
                  </a:lnTo>
                  <a:lnTo>
                    <a:pt x="2883" y="2627"/>
                  </a:lnTo>
                  <a:lnTo>
                    <a:pt x="225" y="57"/>
                  </a:lnTo>
                  <a:lnTo>
                    <a:pt x="0" y="0"/>
                  </a:lnTo>
                  <a:close/>
                </a:path>
              </a:pathLst>
            </a:custGeom>
            <a:solidFill>
              <a:schemeClr val="accent1">
                <a:lumMod val="75000"/>
              </a:schemeClr>
            </a:solidFill>
            <a:ln>
              <a:noFill/>
            </a:ln>
          </p:spPr>
          <p:txBody>
            <a:bodyPr/>
            <a:lstStyle/>
            <a:p>
              <a:endParaRPr lang="en-US"/>
            </a:p>
          </p:txBody>
        </p:sp>
        <p:sp>
          <p:nvSpPr>
            <p:cNvPr id="29" name="Freeform 15">
              <a:extLst>
                <a:ext uri="{FF2B5EF4-FFF2-40B4-BE49-F238E27FC236}">
                  <a16:creationId xmlns:a16="http://schemas.microsoft.com/office/drawing/2014/main" id="{7505BF04-104D-4180-A284-42FCD6B04DD6}"/>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2928938" y="2578100"/>
              <a:ext cx="3584575" cy="4279900"/>
            </a:xfrm>
            <a:custGeom>
              <a:avLst/>
              <a:gdLst/>
              <a:ahLst/>
              <a:cxnLst/>
              <a:rect l="0" t="0" r="r" b="b"/>
              <a:pathLst>
                <a:path w="2258" h="2696">
                  <a:moveTo>
                    <a:pt x="2258" y="2696"/>
                  </a:moveTo>
                  <a:lnTo>
                    <a:pt x="264" y="111"/>
                  </a:lnTo>
                  <a:lnTo>
                    <a:pt x="228" y="60"/>
                  </a:lnTo>
                  <a:lnTo>
                    <a:pt x="225" y="57"/>
                  </a:lnTo>
                  <a:lnTo>
                    <a:pt x="0" y="0"/>
                  </a:lnTo>
                  <a:lnTo>
                    <a:pt x="0" y="3"/>
                  </a:lnTo>
                  <a:lnTo>
                    <a:pt x="1697" y="2696"/>
                  </a:lnTo>
                  <a:lnTo>
                    <a:pt x="2258" y="2696"/>
                  </a:lnTo>
                  <a:close/>
                </a:path>
              </a:pathLst>
            </a:custGeom>
            <a:solidFill>
              <a:srgbClr val="404040"/>
            </a:solidFill>
            <a:ln>
              <a:noFill/>
            </a:ln>
          </p:spPr>
          <p:txBody>
            <a:bodyPr/>
            <a:lstStyle/>
            <a:p>
              <a:endParaRPr lang="en-US"/>
            </a:p>
          </p:txBody>
        </p:sp>
      </p:grpSp>
      <p:sp>
        <p:nvSpPr>
          <p:cNvPr id="2" name="Title 1">
            <a:extLst>
              <a:ext uri="{FF2B5EF4-FFF2-40B4-BE49-F238E27FC236}">
                <a16:creationId xmlns:a16="http://schemas.microsoft.com/office/drawing/2014/main" id="{652CD06E-EB43-4697-A9C1-290232C3BAD6}"/>
              </a:ext>
            </a:extLst>
          </p:cNvPr>
          <p:cNvSpPr>
            <a:spLocks noGrp="1"/>
          </p:cNvSpPr>
          <p:nvPr>
            <p:ph type="ctrTitle"/>
          </p:nvPr>
        </p:nvSpPr>
        <p:spPr>
          <a:xfrm>
            <a:off x="473345" y="0"/>
            <a:ext cx="11604355" cy="1223994"/>
          </a:xfrm>
        </p:spPr>
        <p:txBody>
          <a:bodyPr>
            <a:noAutofit/>
          </a:bodyPr>
          <a:lstStyle/>
          <a:p>
            <a:pPr algn="l"/>
            <a:r>
              <a:rPr lang="en-US" sz="5400" b="1" dirty="0">
                <a:latin typeface="Mystical Woods Smooth Script" panose="02000500000000000000" pitchFamily="2" charset="0"/>
                <a:cs typeface="Cavolini" panose="03000502040302020204" pitchFamily="66" charset="0"/>
              </a:rPr>
              <a:t>States And Props </a:t>
            </a:r>
            <a:r>
              <a:rPr lang="en-US" sz="2100" b="1" dirty="0">
                <a:latin typeface="Cavolini" panose="03000502040302020204" pitchFamily="66" charset="0"/>
                <a:cs typeface="Cavolini" panose="03000502040302020204" pitchFamily="66" charset="0"/>
              </a:rPr>
              <a:t>continued…</a:t>
            </a:r>
            <a:endParaRPr lang="en-US" sz="5400" b="1" dirty="0">
              <a:latin typeface="Mystical Woods Smooth Script" panose="02000500000000000000" pitchFamily="2" charset="0"/>
              <a:cs typeface="Cavolini" panose="03000502040302020204" pitchFamily="66" charset="0"/>
            </a:endParaRPr>
          </a:p>
        </p:txBody>
      </p:sp>
      <p:grpSp>
        <p:nvGrpSpPr>
          <p:cNvPr id="6" name="Group 5">
            <a:extLst>
              <a:ext uri="{FF2B5EF4-FFF2-40B4-BE49-F238E27FC236}">
                <a16:creationId xmlns:a16="http://schemas.microsoft.com/office/drawing/2014/main" id="{752A73B4-49EC-E765-1462-2A106F07C3D4}"/>
              </a:ext>
            </a:extLst>
          </p:cNvPr>
          <p:cNvGrpSpPr/>
          <p:nvPr/>
        </p:nvGrpSpPr>
        <p:grpSpPr>
          <a:xfrm>
            <a:off x="481809" y="1152868"/>
            <a:ext cx="8950321" cy="182880"/>
            <a:chOff x="1089027" y="1251583"/>
            <a:chExt cx="8950321" cy="182880"/>
          </a:xfrm>
        </p:grpSpPr>
        <p:cxnSp>
          <p:nvCxnSpPr>
            <p:cNvPr id="4" name="Straight Connector 3">
              <a:extLst>
                <a:ext uri="{FF2B5EF4-FFF2-40B4-BE49-F238E27FC236}">
                  <a16:creationId xmlns:a16="http://schemas.microsoft.com/office/drawing/2014/main" id="{1111542F-3245-DDEC-4B5A-7412E7DBE5FD}"/>
                </a:ext>
              </a:extLst>
            </p:cNvPr>
            <p:cNvCxnSpPr/>
            <p:nvPr/>
          </p:nvCxnSpPr>
          <p:spPr>
            <a:xfrm>
              <a:off x="1089027" y="1347537"/>
              <a:ext cx="8786493" cy="0"/>
            </a:xfrm>
            <a:prstGeom prst="line">
              <a:avLst/>
            </a:prstGeom>
            <a:ln w="38100">
              <a:solidFill>
                <a:srgbClr val="595959"/>
              </a:solidFill>
            </a:ln>
            <a:effectLst>
              <a:reflection blurRad="6350" stA="50000" endA="275" endPos="40000" dist="101600" dir="5400000" sy="-100000" algn="bl" rotWithShape="0"/>
              <a:softEdge rad="12700"/>
            </a:effectLst>
          </p:spPr>
          <p:style>
            <a:lnRef idx="3">
              <a:schemeClr val="dk1"/>
            </a:lnRef>
            <a:fillRef idx="0">
              <a:schemeClr val="dk1"/>
            </a:fillRef>
            <a:effectRef idx="2">
              <a:schemeClr val="dk1"/>
            </a:effectRef>
            <a:fontRef idx="minor">
              <a:schemeClr val="tx1"/>
            </a:fontRef>
          </p:style>
        </p:cxnSp>
        <p:sp>
          <p:nvSpPr>
            <p:cNvPr id="5" name="Flowchart: Connector 4">
              <a:extLst>
                <a:ext uri="{FF2B5EF4-FFF2-40B4-BE49-F238E27FC236}">
                  <a16:creationId xmlns:a16="http://schemas.microsoft.com/office/drawing/2014/main" id="{B2858492-B751-8ED7-57BE-708D61DDCF50}"/>
                </a:ext>
              </a:extLst>
            </p:cNvPr>
            <p:cNvSpPr/>
            <p:nvPr/>
          </p:nvSpPr>
          <p:spPr>
            <a:xfrm>
              <a:off x="9856468" y="1251583"/>
              <a:ext cx="182880" cy="182880"/>
            </a:xfrm>
            <a:prstGeom prst="flowChartConnector">
              <a:avLst/>
            </a:prstGeom>
            <a:ln>
              <a:noFill/>
            </a:ln>
            <a:effectLst>
              <a:outerShdw blurRad="50800" dist="38100" dir="2700000" algn="tl"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11" name="TextBox 10">
            <a:extLst>
              <a:ext uri="{FF2B5EF4-FFF2-40B4-BE49-F238E27FC236}">
                <a16:creationId xmlns:a16="http://schemas.microsoft.com/office/drawing/2014/main" id="{EE9782A5-1465-38F7-C145-662AC5B677F6}"/>
              </a:ext>
            </a:extLst>
          </p:cNvPr>
          <p:cNvSpPr txBox="1"/>
          <p:nvPr/>
        </p:nvSpPr>
        <p:spPr>
          <a:xfrm>
            <a:off x="417576" y="1282065"/>
            <a:ext cx="11356848" cy="5400000"/>
          </a:xfrm>
          <a:prstGeom prst="rect">
            <a:avLst/>
          </a:prstGeom>
          <a:noFill/>
        </p:spPr>
        <p:txBody>
          <a:bodyPr wrap="square" numCol="3">
            <a:spAutoFit/>
          </a:bodyPr>
          <a:lstStyle/>
          <a:p>
            <a:r>
              <a:rPr lang="en-US" sz="1600" b="1" dirty="0">
                <a:solidFill>
                  <a:srgbClr val="72F1B8"/>
                </a:solidFill>
                <a:latin typeface="Cascadia Code" panose="020B0609020000020004" pitchFamily="49" charset="0"/>
              </a:rPr>
              <a:t>import React, { </a:t>
            </a:r>
            <a:r>
              <a:rPr lang="en-US" sz="1600" b="1" dirty="0" err="1">
                <a:solidFill>
                  <a:srgbClr val="72F1B8"/>
                </a:solidFill>
                <a:latin typeface="Cascadia Code" panose="020B0609020000020004" pitchFamily="49" charset="0"/>
              </a:rPr>
              <a:t>useState</a:t>
            </a:r>
            <a:r>
              <a:rPr lang="en-US" sz="1600" b="1" dirty="0">
                <a:solidFill>
                  <a:srgbClr val="72F1B8"/>
                </a:solidFill>
                <a:latin typeface="Cascadia Code" panose="020B0609020000020004" pitchFamily="49" charset="0"/>
              </a:rPr>
              <a:t> } from "react";</a:t>
            </a:r>
          </a:p>
          <a:p>
            <a:endParaRPr lang="en-US" sz="1600" b="1" dirty="0">
              <a:solidFill>
                <a:srgbClr val="72F1B8"/>
              </a:solidFill>
              <a:latin typeface="Cascadia Code" panose="020B0609020000020004" pitchFamily="49" charset="0"/>
            </a:endParaRPr>
          </a:p>
          <a:p>
            <a:r>
              <a:rPr lang="en-US" sz="1600" b="1" dirty="0">
                <a:solidFill>
                  <a:srgbClr val="72F1B8"/>
                </a:solidFill>
                <a:latin typeface="Cascadia Code" panose="020B0609020000020004" pitchFamily="49" charset="0"/>
              </a:rPr>
              <a:t>const </a:t>
            </a:r>
            <a:r>
              <a:rPr lang="en-US" sz="1600" b="1" dirty="0" err="1">
                <a:solidFill>
                  <a:srgbClr val="72F1B8"/>
                </a:solidFill>
                <a:latin typeface="Cascadia Code" panose="020B0609020000020004" pitchFamily="49" charset="0"/>
              </a:rPr>
              <a:t>StudentComponent</a:t>
            </a:r>
            <a:r>
              <a:rPr lang="en-US" sz="1600" b="1" dirty="0">
                <a:solidFill>
                  <a:srgbClr val="72F1B8"/>
                </a:solidFill>
                <a:latin typeface="Cascadia Code" panose="020B0609020000020004" pitchFamily="49" charset="0"/>
              </a:rPr>
              <a:t> = () =&gt; {</a:t>
            </a:r>
          </a:p>
          <a:p>
            <a:r>
              <a:rPr lang="en-US" sz="1600" b="1" dirty="0">
                <a:solidFill>
                  <a:srgbClr val="72F1B8"/>
                </a:solidFill>
                <a:latin typeface="Cascadia Code" panose="020B0609020000020004" pitchFamily="49" charset="0"/>
              </a:rPr>
              <a:t>  const [student, </a:t>
            </a:r>
            <a:r>
              <a:rPr lang="en-US" sz="1600" b="1" dirty="0" err="1">
                <a:solidFill>
                  <a:srgbClr val="72F1B8"/>
                </a:solidFill>
                <a:latin typeface="Cascadia Code" panose="020B0609020000020004" pitchFamily="49" charset="0"/>
              </a:rPr>
              <a:t>setStudent</a:t>
            </a:r>
            <a:r>
              <a:rPr lang="en-US" sz="1600" b="1" dirty="0">
                <a:solidFill>
                  <a:srgbClr val="72F1B8"/>
                </a:solidFill>
                <a:latin typeface="Cascadia Code" panose="020B0609020000020004" pitchFamily="49" charset="0"/>
              </a:rPr>
              <a:t>] = </a:t>
            </a:r>
            <a:r>
              <a:rPr lang="en-US" sz="1600" b="1" dirty="0" err="1">
                <a:solidFill>
                  <a:srgbClr val="72F1B8"/>
                </a:solidFill>
                <a:latin typeface="Cascadia Code" panose="020B0609020000020004" pitchFamily="49" charset="0"/>
              </a:rPr>
              <a:t>useState</a:t>
            </a:r>
            <a:r>
              <a:rPr lang="en-US" sz="1600" b="1" dirty="0">
                <a:solidFill>
                  <a:srgbClr val="72F1B8"/>
                </a:solidFill>
                <a:latin typeface="Cascadia Code" panose="020B0609020000020004" pitchFamily="49" charset="0"/>
              </a:rPr>
              <a:t>({</a:t>
            </a:r>
          </a:p>
          <a:p>
            <a:r>
              <a:rPr lang="en-US" sz="1600" b="1" dirty="0">
                <a:solidFill>
                  <a:srgbClr val="72F1B8"/>
                </a:solidFill>
                <a:latin typeface="Cascadia Code" panose="020B0609020000020004" pitchFamily="49" charset="0"/>
              </a:rPr>
              <a:t>    </a:t>
            </a:r>
            <a:r>
              <a:rPr lang="en-US" sz="1600" b="1" dirty="0" err="1">
                <a:solidFill>
                  <a:srgbClr val="72F1B8"/>
                </a:solidFill>
                <a:latin typeface="Cascadia Code" panose="020B0609020000020004" pitchFamily="49" charset="0"/>
              </a:rPr>
              <a:t>firstName</a:t>
            </a:r>
            <a:r>
              <a:rPr lang="en-US" sz="1600" b="1" dirty="0">
                <a:solidFill>
                  <a:srgbClr val="72F1B8"/>
                </a:solidFill>
                <a:latin typeface="Cascadia Code" panose="020B0609020000020004" pitchFamily="49" charset="0"/>
              </a:rPr>
              <a:t>: "Mayur",</a:t>
            </a:r>
          </a:p>
          <a:p>
            <a:r>
              <a:rPr lang="en-US" sz="1600" b="1" dirty="0">
                <a:solidFill>
                  <a:srgbClr val="72F1B8"/>
                </a:solidFill>
                <a:latin typeface="Cascadia Code" panose="020B0609020000020004" pitchFamily="49" charset="0"/>
              </a:rPr>
              <a:t>    </a:t>
            </a:r>
            <a:r>
              <a:rPr lang="en-US" sz="1600" b="1" dirty="0" err="1">
                <a:solidFill>
                  <a:srgbClr val="72F1B8"/>
                </a:solidFill>
                <a:latin typeface="Cascadia Code" panose="020B0609020000020004" pitchFamily="49" charset="0"/>
              </a:rPr>
              <a:t>lastName</a:t>
            </a:r>
            <a:r>
              <a:rPr lang="en-US" sz="1600" b="1" dirty="0">
                <a:solidFill>
                  <a:srgbClr val="72F1B8"/>
                </a:solidFill>
                <a:latin typeface="Cascadia Code" panose="020B0609020000020004" pitchFamily="49" charset="0"/>
              </a:rPr>
              <a:t>: "Pai",</a:t>
            </a:r>
          </a:p>
          <a:p>
            <a:r>
              <a:rPr lang="en-US" sz="1600" b="1" dirty="0">
                <a:solidFill>
                  <a:srgbClr val="72F1B8"/>
                </a:solidFill>
                <a:latin typeface="Cascadia Code" panose="020B0609020000020004" pitchFamily="49" charset="0"/>
              </a:rPr>
              <a:t>    </a:t>
            </a:r>
            <a:r>
              <a:rPr lang="en-US" sz="1600" b="1" dirty="0" err="1">
                <a:solidFill>
                  <a:srgbClr val="72F1B8"/>
                </a:solidFill>
                <a:latin typeface="Cascadia Code" panose="020B0609020000020004" pitchFamily="49" charset="0"/>
              </a:rPr>
              <a:t>rollNo</a:t>
            </a:r>
            <a:r>
              <a:rPr lang="en-US" sz="1600" b="1" dirty="0">
                <a:solidFill>
                  <a:srgbClr val="72F1B8"/>
                </a:solidFill>
                <a:latin typeface="Cascadia Code" panose="020B0609020000020004" pitchFamily="49" charset="0"/>
              </a:rPr>
              <a:t>: 123,</a:t>
            </a:r>
          </a:p>
          <a:p>
            <a:r>
              <a:rPr lang="en-US" sz="1600" b="1" dirty="0">
                <a:solidFill>
                  <a:srgbClr val="72F1B8"/>
                </a:solidFill>
                <a:latin typeface="Cascadia Code" panose="020B0609020000020004" pitchFamily="49" charset="0"/>
              </a:rPr>
              <a:t>    age: 24,</a:t>
            </a:r>
          </a:p>
          <a:p>
            <a:r>
              <a:rPr lang="en-US" sz="1600" b="1" dirty="0">
                <a:solidFill>
                  <a:srgbClr val="72F1B8"/>
                </a:solidFill>
                <a:latin typeface="Cascadia Code" panose="020B0609020000020004" pitchFamily="49" charset="0"/>
              </a:rPr>
              <a:t>    books: ["C Programming", "C++ Programming", "Data Structure and Algorithms"],</a:t>
            </a:r>
          </a:p>
          <a:p>
            <a:r>
              <a:rPr lang="en-US" sz="1600" b="1" dirty="0">
                <a:solidFill>
                  <a:srgbClr val="72F1B8"/>
                </a:solidFill>
                <a:latin typeface="Cascadia Code" panose="020B0609020000020004" pitchFamily="49" charset="0"/>
              </a:rPr>
              <a:t>  });</a:t>
            </a:r>
          </a:p>
          <a:p>
            <a:endParaRPr lang="en-US" sz="1600" b="1" dirty="0">
              <a:solidFill>
                <a:srgbClr val="72F1B8"/>
              </a:solidFill>
              <a:latin typeface="Cascadia Code" panose="020B0609020000020004" pitchFamily="49" charset="0"/>
            </a:endParaRPr>
          </a:p>
          <a:p>
            <a:r>
              <a:rPr lang="en-US" sz="1600" b="1" dirty="0">
                <a:solidFill>
                  <a:srgbClr val="72F1B8"/>
                </a:solidFill>
                <a:latin typeface="Cascadia Code" panose="020B0609020000020004" pitchFamily="49" charset="0"/>
              </a:rPr>
              <a:t>  const </a:t>
            </a:r>
            <a:r>
              <a:rPr lang="en-US" sz="1600" b="1" dirty="0" err="1">
                <a:solidFill>
                  <a:srgbClr val="72F1B8"/>
                </a:solidFill>
                <a:latin typeface="Cascadia Code" panose="020B0609020000020004" pitchFamily="49" charset="0"/>
              </a:rPr>
              <a:t>updateStudent</a:t>
            </a:r>
            <a:r>
              <a:rPr lang="en-US" sz="1600" b="1" dirty="0">
                <a:solidFill>
                  <a:srgbClr val="72F1B8"/>
                </a:solidFill>
                <a:latin typeface="Cascadia Code" panose="020B0609020000020004" pitchFamily="49" charset="0"/>
              </a:rPr>
              <a:t> = () =&gt; {</a:t>
            </a:r>
          </a:p>
          <a:p>
            <a:r>
              <a:rPr lang="en-US" sz="1600" b="1" dirty="0">
                <a:solidFill>
                  <a:srgbClr val="72F1B8"/>
                </a:solidFill>
                <a:latin typeface="Cascadia Code" panose="020B0609020000020004" pitchFamily="49" charset="0"/>
              </a:rPr>
              <a:t>    </a:t>
            </a:r>
            <a:r>
              <a:rPr lang="en-US" sz="1600" b="1" dirty="0" err="1">
                <a:solidFill>
                  <a:srgbClr val="72F1B8"/>
                </a:solidFill>
                <a:latin typeface="Cascadia Code" panose="020B0609020000020004" pitchFamily="49" charset="0"/>
              </a:rPr>
              <a:t>setStudent</a:t>
            </a:r>
            <a:r>
              <a:rPr lang="en-US" sz="1600" b="1" dirty="0">
                <a:solidFill>
                  <a:srgbClr val="72F1B8"/>
                </a:solidFill>
                <a:latin typeface="Cascadia Code" panose="020B0609020000020004" pitchFamily="49" charset="0"/>
              </a:rPr>
              <a:t>({</a:t>
            </a:r>
          </a:p>
          <a:p>
            <a:r>
              <a:rPr lang="en-US" sz="1600" b="1" dirty="0">
                <a:solidFill>
                  <a:srgbClr val="72F1B8"/>
                </a:solidFill>
                <a:latin typeface="Cascadia Code" panose="020B0609020000020004" pitchFamily="49" charset="0"/>
              </a:rPr>
              <a:t>      ...student,</a:t>
            </a:r>
          </a:p>
          <a:p>
            <a:r>
              <a:rPr lang="en-US" sz="1600" b="1" dirty="0">
                <a:solidFill>
                  <a:srgbClr val="72F1B8"/>
                </a:solidFill>
                <a:latin typeface="Cascadia Code" panose="020B0609020000020004" pitchFamily="49" charset="0"/>
              </a:rPr>
              <a:t>      </a:t>
            </a:r>
            <a:r>
              <a:rPr lang="en-US" sz="1600" b="1" dirty="0" err="1">
                <a:solidFill>
                  <a:srgbClr val="72F1B8"/>
                </a:solidFill>
                <a:latin typeface="Cascadia Code" panose="020B0609020000020004" pitchFamily="49" charset="0"/>
              </a:rPr>
              <a:t>rollNo</a:t>
            </a:r>
            <a:r>
              <a:rPr lang="en-US" sz="1600" b="1" dirty="0">
                <a:solidFill>
                  <a:srgbClr val="72F1B8"/>
                </a:solidFill>
                <a:latin typeface="Cascadia Code" panose="020B0609020000020004" pitchFamily="49" charset="0"/>
              </a:rPr>
              <a:t>: 321,</a:t>
            </a:r>
          </a:p>
          <a:p>
            <a:r>
              <a:rPr lang="en-US" sz="1600" b="1" dirty="0">
                <a:solidFill>
                  <a:srgbClr val="72F1B8"/>
                </a:solidFill>
                <a:latin typeface="Cascadia Code" panose="020B0609020000020004" pitchFamily="49" charset="0"/>
              </a:rPr>
              <a:t>      age: 23,</a:t>
            </a:r>
          </a:p>
          <a:p>
            <a:r>
              <a:rPr lang="en-US" sz="1600" b="1" dirty="0">
                <a:solidFill>
                  <a:srgbClr val="72F1B8"/>
                </a:solidFill>
                <a:latin typeface="Cascadia Code" panose="020B0609020000020004" pitchFamily="49" charset="0"/>
              </a:rPr>
              <a:t>    });</a:t>
            </a:r>
          </a:p>
          <a:p>
            <a:r>
              <a:rPr lang="en-US" sz="1600" b="1" dirty="0">
                <a:solidFill>
                  <a:srgbClr val="72F1B8"/>
                </a:solidFill>
                <a:latin typeface="Cascadia Code" panose="020B0609020000020004" pitchFamily="49" charset="0"/>
              </a:rPr>
              <a:t>  };</a:t>
            </a:r>
          </a:p>
          <a:p>
            <a:endParaRPr lang="en-US" sz="1600" b="1" dirty="0">
              <a:solidFill>
                <a:srgbClr val="72F1B8"/>
              </a:solidFill>
              <a:latin typeface="Cascadia Code" panose="020B0609020000020004" pitchFamily="49" charset="0"/>
            </a:endParaRPr>
          </a:p>
          <a:p>
            <a:r>
              <a:rPr lang="en-US" sz="1600" b="1" dirty="0">
                <a:solidFill>
                  <a:srgbClr val="72F1B8"/>
                </a:solidFill>
                <a:latin typeface="Cascadia Code" panose="020B0609020000020004" pitchFamily="49" charset="0"/>
              </a:rPr>
              <a:t>  return (</a:t>
            </a:r>
          </a:p>
          <a:p>
            <a:r>
              <a:rPr lang="en-US" sz="1600" b="1" dirty="0">
                <a:solidFill>
                  <a:srgbClr val="72F1B8"/>
                </a:solidFill>
                <a:latin typeface="Cascadia Code" panose="020B0609020000020004" pitchFamily="49" charset="0"/>
              </a:rPr>
              <a:t>    &lt;div&gt;</a:t>
            </a:r>
          </a:p>
          <a:p>
            <a:r>
              <a:rPr lang="en-US" sz="1600" b="1" dirty="0">
                <a:solidFill>
                  <a:srgbClr val="72F1B8"/>
                </a:solidFill>
                <a:latin typeface="Cascadia Code" panose="020B0609020000020004" pitchFamily="49" charset="0"/>
              </a:rPr>
              <a:t>      &lt;h1&gt;Student Details&lt;/h1&gt;</a:t>
            </a:r>
          </a:p>
          <a:p>
            <a:r>
              <a:rPr lang="en-US" sz="1600" b="1" dirty="0">
                <a:solidFill>
                  <a:srgbClr val="72F1B8"/>
                </a:solidFill>
                <a:latin typeface="Cascadia Code" panose="020B0609020000020004" pitchFamily="49" charset="0"/>
              </a:rPr>
              <a:t>      &lt;</a:t>
            </a:r>
            <a:r>
              <a:rPr lang="en-US" sz="1600" b="1" dirty="0" err="1">
                <a:solidFill>
                  <a:srgbClr val="72F1B8"/>
                </a:solidFill>
                <a:latin typeface="Cascadia Code" panose="020B0609020000020004" pitchFamily="49" charset="0"/>
              </a:rPr>
              <a:t>hr</a:t>
            </a:r>
            <a:r>
              <a:rPr lang="en-US" sz="1600" b="1" dirty="0">
                <a:solidFill>
                  <a:srgbClr val="72F1B8"/>
                </a:solidFill>
                <a:latin typeface="Cascadia Code" panose="020B0609020000020004" pitchFamily="49" charset="0"/>
              </a:rPr>
              <a:t> /&gt;</a:t>
            </a:r>
          </a:p>
          <a:p>
            <a:r>
              <a:rPr lang="en-US" sz="1600" b="1" dirty="0">
                <a:solidFill>
                  <a:srgbClr val="72F1B8"/>
                </a:solidFill>
                <a:latin typeface="Cascadia Code" panose="020B0609020000020004" pitchFamily="49" charset="0"/>
              </a:rPr>
              <a:t>      &lt;h3&gt;First Name: {</a:t>
            </a:r>
            <a:r>
              <a:rPr lang="en-US" sz="1600" b="1" dirty="0" err="1">
                <a:solidFill>
                  <a:srgbClr val="72F1B8"/>
                </a:solidFill>
                <a:latin typeface="Cascadia Code" panose="020B0609020000020004" pitchFamily="49" charset="0"/>
              </a:rPr>
              <a:t>student.firstName</a:t>
            </a:r>
            <a:r>
              <a:rPr lang="en-US" sz="1600" b="1" dirty="0">
                <a:solidFill>
                  <a:srgbClr val="72F1B8"/>
                </a:solidFill>
                <a:latin typeface="Cascadia Code" panose="020B0609020000020004" pitchFamily="49" charset="0"/>
              </a:rPr>
              <a:t>}&lt;/h3&gt;</a:t>
            </a:r>
          </a:p>
          <a:p>
            <a:r>
              <a:rPr lang="en-US" sz="1600" b="1" dirty="0">
                <a:solidFill>
                  <a:srgbClr val="72F1B8"/>
                </a:solidFill>
                <a:latin typeface="Cascadia Code" panose="020B0609020000020004" pitchFamily="49" charset="0"/>
              </a:rPr>
              <a:t>      &lt;h3&gt;Last Name: {</a:t>
            </a:r>
            <a:r>
              <a:rPr lang="en-US" sz="1600" b="1" dirty="0" err="1">
                <a:solidFill>
                  <a:srgbClr val="72F1B8"/>
                </a:solidFill>
                <a:latin typeface="Cascadia Code" panose="020B0609020000020004" pitchFamily="49" charset="0"/>
              </a:rPr>
              <a:t>student.lastName</a:t>
            </a:r>
            <a:r>
              <a:rPr lang="en-US" sz="1600" b="1" dirty="0">
                <a:solidFill>
                  <a:srgbClr val="72F1B8"/>
                </a:solidFill>
                <a:latin typeface="Cascadia Code" panose="020B0609020000020004" pitchFamily="49" charset="0"/>
              </a:rPr>
              <a:t>}&lt;/h3&gt;</a:t>
            </a:r>
          </a:p>
          <a:p>
            <a:r>
              <a:rPr lang="en-US" sz="1600" b="1" dirty="0">
                <a:solidFill>
                  <a:srgbClr val="72F1B8"/>
                </a:solidFill>
                <a:latin typeface="Cascadia Code" panose="020B0609020000020004" pitchFamily="49" charset="0"/>
              </a:rPr>
              <a:t>      &lt;h3&gt;Roll No: {</a:t>
            </a:r>
            <a:r>
              <a:rPr lang="en-US" sz="1600" b="1" dirty="0" err="1">
                <a:solidFill>
                  <a:srgbClr val="72F1B8"/>
                </a:solidFill>
                <a:latin typeface="Cascadia Code" panose="020B0609020000020004" pitchFamily="49" charset="0"/>
              </a:rPr>
              <a:t>student.rollNo</a:t>
            </a:r>
            <a:r>
              <a:rPr lang="en-US" sz="1600" b="1" dirty="0">
                <a:solidFill>
                  <a:srgbClr val="72F1B8"/>
                </a:solidFill>
                <a:latin typeface="Cascadia Code" panose="020B0609020000020004" pitchFamily="49" charset="0"/>
              </a:rPr>
              <a:t>}&lt;/h3&gt;</a:t>
            </a:r>
          </a:p>
          <a:p>
            <a:r>
              <a:rPr lang="en-US" sz="1600" b="1" dirty="0">
                <a:solidFill>
                  <a:srgbClr val="72F1B8"/>
                </a:solidFill>
                <a:latin typeface="Cascadia Code" panose="020B0609020000020004" pitchFamily="49" charset="0"/>
              </a:rPr>
              <a:t>      &lt;h3&gt;Age: {</a:t>
            </a:r>
            <a:r>
              <a:rPr lang="en-US" sz="1600" b="1" dirty="0" err="1">
                <a:solidFill>
                  <a:srgbClr val="72F1B8"/>
                </a:solidFill>
                <a:latin typeface="Cascadia Code" panose="020B0609020000020004" pitchFamily="49" charset="0"/>
              </a:rPr>
              <a:t>student.age</a:t>
            </a:r>
            <a:r>
              <a:rPr lang="en-US" sz="1600" b="1" dirty="0">
                <a:solidFill>
                  <a:srgbClr val="72F1B8"/>
                </a:solidFill>
                <a:latin typeface="Cascadia Code" panose="020B0609020000020004" pitchFamily="49" charset="0"/>
              </a:rPr>
              <a:t>}&lt;/h3&gt;</a:t>
            </a:r>
          </a:p>
          <a:p>
            <a:r>
              <a:rPr lang="en-US" sz="1600" b="1" dirty="0">
                <a:solidFill>
                  <a:srgbClr val="72F1B8"/>
                </a:solidFill>
                <a:latin typeface="Cascadia Code" panose="020B0609020000020004" pitchFamily="49" charset="0"/>
              </a:rPr>
              <a:t>      &lt;h3&gt;</a:t>
            </a:r>
          </a:p>
          <a:p>
            <a:r>
              <a:rPr lang="en-US" sz="1600" b="1" dirty="0">
                <a:solidFill>
                  <a:srgbClr val="72F1B8"/>
                </a:solidFill>
                <a:latin typeface="Cascadia Code" panose="020B0609020000020004" pitchFamily="49" charset="0"/>
              </a:rPr>
              <a:t>        Books:{" "}</a:t>
            </a:r>
          </a:p>
          <a:p>
            <a:r>
              <a:rPr lang="en-US" sz="1600" b="1" dirty="0">
                <a:solidFill>
                  <a:srgbClr val="72F1B8"/>
                </a:solidFill>
                <a:latin typeface="Cascadia Code" panose="020B0609020000020004" pitchFamily="49" charset="0"/>
              </a:rPr>
              <a:t>        {</a:t>
            </a:r>
            <a:r>
              <a:rPr lang="en-US" sz="1600" b="1" dirty="0" err="1">
                <a:solidFill>
                  <a:srgbClr val="72F1B8"/>
                </a:solidFill>
                <a:latin typeface="Cascadia Code" panose="020B0609020000020004" pitchFamily="49" charset="0"/>
              </a:rPr>
              <a:t>student.books.map</a:t>
            </a:r>
            <a:r>
              <a:rPr lang="en-US" sz="1600" b="1" dirty="0">
                <a:solidFill>
                  <a:srgbClr val="72F1B8"/>
                </a:solidFill>
                <a:latin typeface="Cascadia Code" panose="020B0609020000020004" pitchFamily="49" charset="0"/>
              </a:rPr>
              <a:t>((book, index) =&gt; (</a:t>
            </a:r>
          </a:p>
          <a:p>
            <a:r>
              <a:rPr lang="en-US" sz="1600" b="1" dirty="0">
                <a:solidFill>
                  <a:srgbClr val="72F1B8"/>
                </a:solidFill>
                <a:latin typeface="Cascadia Code" panose="020B0609020000020004" pitchFamily="49" charset="0"/>
              </a:rPr>
              <a:t>          &lt;span key={index}&gt;{book}{index &lt; </a:t>
            </a:r>
            <a:r>
              <a:rPr lang="en-US" sz="1600" b="1" dirty="0" err="1">
                <a:solidFill>
                  <a:srgbClr val="72F1B8"/>
                </a:solidFill>
                <a:latin typeface="Cascadia Code" panose="020B0609020000020004" pitchFamily="49" charset="0"/>
              </a:rPr>
              <a:t>student.books.length</a:t>
            </a:r>
            <a:r>
              <a:rPr lang="en-US" sz="1600" b="1" dirty="0">
                <a:solidFill>
                  <a:srgbClr val="72F1B8"/>
                </a:solidFill>
                <a:latin typeface="Cascadia Code" panose="020B0609020000020004" pitchFamily="49" charset="0"/>
              </a:rPr>
              <a:t> - 1 ? ", " : ""}&lt;/span&gt;</a:t>
            </a:r>
          </a:p>
          <a:p>
            <a:r>
              <a:rPr lang="en-US" sz="1600" b="1" dirty="0">
                <a:solidFill>
                  <a:srgbClr val="72F1B8"/>
                </a:solidFill>
                <a:latin typeface="Cascadia Code" panose="020B0609020000020004" pitchFamily="49" charset="0"/>
              </a:rPr>
              <a:t>        ))}</a:t>
            </a:r>
          </a:p>
          <a:p>
            <a:r>
              <a:rPr lang="en-US" sz="1600" b="1" dirty="0">
                <a:solidFill>
                  <a:srgbClr val="72F1B8"/>
                </a:solidFill>
                <a:latin typeface="Cascadia Code" panose="020B0609020000020004" pitchFamily="49" charset="0"/>
              </a:rPr>
              <a:t>      &lt;/h3&gt;</a:t>
            </a:r>
          </a:p>
          <a:p>
            <a:r>
              <a:rPr lang="en-US" sz="1600" b="1" dirty="0">
                <a:solidFill>
                  <a:srgbClr val="72F1B8"/>
                </a:solidFill>
                <a:latin typeface="Cascadia Code" panose="020B0609020000020004" pitchFamily="49" charset="0"/>
              </a:rPr>
              <a:t>      &lt;button type="button" </a:t>
            </a:r>
            <a:r>
              <a:rPr lang="en-US" sz="1600" b="1" dirty="0" err="1">
                <a:solidFill>
                  <a:srgbClr val="72F1B8"/>
                </a:solidFill>
                <a:latin typeface="Cascadia Code" panose="020B0609020000020004" pitchFamily="49" charset="0"/>
              </a:rPr>
              <a:t>onClick</a:t>
            </a:r>
            <a:r>
              <a:rPr lang="en-US" sz="1600" b="1" dirty="0">
                <a:solidFill>
                  <a:srgbClr val="72F1B8"/>
                </a:solidFill>
                <a:latin typeface="Cascadia Code" panose="020B0609020000020004" pitchFamily="49" charset="0"/>
              </a:rPr>
              <a:t>={</a:t>
            </a:r>
            <a:r>
              <a:rPr lang="en-US" sz="1600" b="1" dirty="0" err="1">
                <a:solidFill>
                  <a:srgbClr val="72F1B8"/>
                </a:solidFill>
                <a:latin typeface="Cascadia Code" panose="020B0609020000020004" pitchFamily="49" charset="0"/>
              </a:rPr>
              <a:t>updateStudent</a:t>
            </a:r>
            <a:r>
              <a:rPr lang="en-US" sz="1600" b="1" dirty="0">
                <a:solidFill>
                  <a:srgbClr val="72F1B8"/>
                </a:solidFill>
                <a:latin typeface="Cascadia Code" panose="020B0609020000020004" pitchFamily="49" charset="0"/>
              </a:rPr>
              <a:t>}&gt;</a:t>
            </a:r>
          </a:p>
          <a:p>
            <a:r>
              <a:rPr lang="en-US" sz="1600" b="1" dirty="0">
                <a:solidFill>
                  <a:srgbClr val="72F1B8"/>
                </a:solidFill>
                <a:latin typeface="Cascadia Code" panose="020B0609020000020004" pitchFamily="49" charset="0"/>
              </a:rPr>
              <a:t>        Update Student Details</a:t>
            </a:r>
          </a:p>
          <a:p>
            <a:r>
              <a:rPr lang="en-US" sz="1600" b="1" dirty="0">
                <a:solidFill>
                  <a:srgbClr val="72F1B8"/>
                </a:solidFill>
                <a:latin typeface="Cascadia Code" panose="020B0609020000020004" pitchFamily="49" charset="0"/>
              </a:rPr>
              <a:t>      &lt;/button&gt;</a:t>
            </a:r>
          </a:p>
          <a:p>
            <a:r>
              <a:rPr lang="en-US" sz="1600" b="1" dirty="0">
                <a:solidFill>
                  <a:srgbClr val="72F1B8"/>
                </a:solidFill>
                <a:latin typeface="Cascadia Code" panose="020B0609020000020004" pitchFamily="49" charset="0"/>
              </a:rPr>
              <a:t>    &lt;/div&gt;</a:t>
            </a:r>
          </a:p>
          <a:p>
            <a:r>
              <a:rPr lang="en-US" sz="1600" b="1" dirty="0">
                <a:solidFill>
                  <a:srgbClr val="72F1B8"/>
                </a:solidFill>
                <a:latin typeface="Cascadia Code" panose="020B0609020000020004" pitchFamily="49" charset="0"/>
              </a:rPr>
              <a:t>  );</a:t>
            </a:r>
          </a:p>
          <a:p>
            <a:r>
              <a:rPr lang="en-US" sz="1600" b="1" dirty="0">
                <a:solidFill>
                  <a:srgbClr val="72F1B8"/>
                </a:solidFill>
                <a:latin typeface="Cascadia Code" panose="020B0609020000020004" pitchFamily="49" charset="0"/>
              </a:rPr>
              <a:t>};</a:t>
            </a:r>
          </a:p>
          <a:p>
            <a:endParaRPr lang="en-US" sz="1600" b="1" dirty="0">
              <a:solidFill>
                <a:srgbClr val="72F1B8"/>
              </a:solidFill>
              <a:latin typeface="Cascadia Code" panose="020B0609020000020004" pitchFamily="49" charset="0"/>
            </a:endParaRPr>
          </a:p>
          <a:p>
            <a:r>
              <a:rPr lang="en-US" sz="1600" b="1" dirty="0">
                <a:solidFill>
                  <a:srgbClr val="72F1B8"/>
                </a:solidFill>
                <a:latin typeface="Cascadia Code" panose="020B0609020000020004" pitchFamily="49" charset="0"/>
              </a:rPr>
              <a:t>export default </a:t>
            </a:r>
            <a:r>
              <a:rPr lang="en-US" sz="1600" b="1" dirty="0" err="1">
                <a:solidFill>
                  <a:srgbClr val="72F1B8"/>
                </a:solidFill>
                <a:latin typeface="Cascadia Code" panose="020B0609020000020004" pitchFamily="49" charset="0"/>
              </a:rPr>
              <a:t>StudentComponent</a:t>
            </a:r>
            <a:r>
              <a:rPr lang="en-US" sz="1600" b="1" dirty="0">
                <a:solidFill>
                  <a:srgbClr val="72F1B8"/>
                </a:solidFill>
                <a:latin typeface="Cascadia Code" panose="020B0609020000020004" pitchFamily="49" charset="0"/>
              </a:rPr>
              <a:t>;</a:t>
            </a:r>
          </a:p>
        </p:txBody>
      </p:sp>
    </p:spTree>
    <p:extLst>
      <p:ext uri="{BB962C8B-B14F-4D97-AF65-F5344CB8AC3E}">
        <p14:creationId xmlns:p14="http://schemas.microsoft.com/office/powerpoint/2010/main" val="2517337445"/>
      </p:ext>
    </p:extLst>
  </p:cSld>
  <p:clrMapOvr>
    <a:overrideClrMapping bg1="dk1" tx1="lt1" bg2="dk2" tx2="lt2" accent1="accent1" accent2="accent2" accent3="accent3" accent4="accent4" accent5="accent5" accent6="accent6" hlink="hlink" folHlink="folHlink"/>
  </p:clrMapOvr>
  <mc:AlternateContent xmlns:mc="http://schemas.openxmlformats.org/markup-compatibility/2006" xmlns:p159="http://schemas.microsoft.com/office/powerpoint/2015/09/main">
    <mc:Choice Requires="p159">
      <p:transition>
        <p159:morph option="byObject"/>
      </p:transition>
    </mc:Choice>
    <mc:Fallback xmlns="">
      <p:transition>
        <p:fade/>
      </p:transition>
    </mc:Fallback>
  </mc:AlternateContent>
</p:sld>
</file>

<file path=ppt/slides/slide35.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sp useBgFill="1">
        <p:nvSpPr>
          <p:cNvPr id="21" name="Rectangle 20">
            <a:extLst>
              <a:ext uri="{FF2B5EF4-FFF2-40B4-BE49-F238E27FC236}">
                <a16:creationId xmlns:a16="http://schemas.microsoft.com/office/drawing/2014/main" id="{E5A92FE9-DB05-4D0D-AF5A-BE8664B9FFB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grpSp>
        <p:nvGrpSpPr>
          <p:cNvPr id="23" name="Group 22">
            <a:extLst>
              <a:ext uri="{FF2B5EF4-FFF2-40B4-BE49-F238E27FC236}">
                <a16:creationId xmlns:a16="http://schemas.microsoft.com/office/drawing/2014/main" id="{53D9B26A-5143-49A7-BA98-D871D5BD719A}"/>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flipH="1">
            <a:off x="6526211" y="1"/>
            <a:ext cx="5014912" cy="6857999"/>
            <a:chOff x="2928938" y="-4763"/>
            <a:chExt cx="5014912" cy="6862763"/>
          </a:xfrm>
        </p:grpSpPr>
        <p:sp>
          <p:nvSpPr>
            <p:cNvPr id="24" name="Freeform 6">
              <a:extLst>
                <a:ext uri="{FF2B5EF4-FFF2-40B4-BE49-F238E27FC236}">
                  <a16:creationId xmlns:a16="http://schemas.microsoft.com/office/drawing/2014/main" id="{68B85E55-A2A1-4682-B891-F201358A92D5}"/>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3367088" y="-4763"/>
              <a:ext cx="1063625" cy="2782888"/>
            </a:xfrm>
            <a:custGeom>
              <a:avLst/>
              <a:gdLst/>
              <a:ahLst/>
              <a:cxnLst/>
              <a:rect l="0" t="0" r="r" b="b"/>
              <a:pathLst>
                <a:path w="670" h="1753">
                  <a:moveTo>
                    <a:pt x="0" y="1696"/>
                  </a:moveTo>
                  <a:lnTo>
                    <a:pt x="225" y="1753"/>
                  </a:lnTo>
                  <a:lnTo>
                    <a:pt x="670" y="0"/>
                  </a:lnTo>
                  <a:lnTo>
                    <a:pt x="430" y="0"/>
                  </a:lnTo>
                  <a:lnTo>
                    <a:pt x="0" y="1696"/>
                  </a:lnTo>
                  <a:close/>
                </a:path>
              </a:pathLst>
            </a:custGeom>
            <a:solidFill>
              <a:schemeClr val="accent1"/>
            </a:solidFill>
            <a:ln>
              <a:noFill/>
            </a:ln>
          </p:spPr>
          <p:txBody>
            <a:bodyPr/>
            <a:lstStyle/>
            <a:p>
              <a:endParaRPr lang="en-US"/>
            </a:p>
          </p:txBody>
        </p:sp>
        <p:sp>
          <p:nvSpPr>
            <p:cNvPr id="25" name="Freeform 7">
              <a:extLst>
                <a:ext uri="{FF2B5EF4-FFF2-40B4-BE49-F238E27FC236}">
                  <a16:creationId xmlns:a16="http://schemas.microsoft.com/office/drawing/2014/main" id="{45EF6EDB-9B5D-49E9-96FA-1AE08BF95E57}"/>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2928938" y="-4763"/>
              <a:ext cx="1035050" cy="2673350"/>
            </a:xfrm>
            <a:custGeom>
              <a:avLst/>
              <a:gdLst/>
              <a:ahLst/>
              <a:cxnLst/>
              <a:rect l="0" t="0" r="r" b="b"/>
              <a:pathLst>
                <a:path w="652" h="1684">
                  <a:moveTo>
                    <a:pt x="225" y="1684"/>
                  </a:moveTo>
                  <a:lnTo>
                    <a:pt x="652" y="0"/>
                  </a:lnTo>
                  <a:lnTo>
                    <a:pt x="411" y="0"/>
                  </a:lnTo>
                  <a:lnTo>
                    <a:pt x="0" y="1627"/>
                  </a:lnTo>
                  <a:lnTo>
                    <a:pt x="219" y="1681"/>
                  </a:lnTo>
                  <a:lnTo>
                    <a:pt x="225" y="1684"/>
                  </a:lnTo>
                  <a:close/>
                </a:path>
              </a:pathLst>
            </a:custGeom>
            <a:solidFill>
              <a:srgbClr val="595959"/>
            </a:solidFill>
            <a:ln>
              <a:noFill/>
            </a:ln>
          </p:spPr>
          <p:txBody>
            <a:bodyPr/>
            <a:lstStyle/>
            <a:p>
              <a:endParaRPr lang="en-US"/>
            </a:p>
          </p:txBody>
        </p:sp>
        <p:sp>
          <p:nvSpPr>
            <p:cNvPr id="26" name="Freeform 12">
              <a:extLst>
                <a:ext uri="{FF2B5EF4-FFF2-40B4-BE49-F238E27FC236}">
                  <a16:creationId xmlns:a16="http://schemas.microsoft.com/office/drawing/2014/main" id="{38338226-D6E2-4EEE-B271-DB4BD096DBA1}"/>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2928938" y="2582862"/>
              <a:ext cx="2693987" cy="4275138"/>
            </a:xfrm>
            <a:custGeom>
              <a:avLst/>
              <a:gdLst/>
              <a:ahLst/>
              <a:cxnLst/>
              <a:rect l="0" t="0" r="r" b="b"/>
              <a:pathLst>
                <a:path w="1697" h="2693">
                  <a:moveTo>
                    <a:pt x="0" y="0"/>
                  </a:moveTo>
                  <a:lnTo>
                    <a:pt x="1622" y="2693"/>
                  </a:lnTo>
                  <a:lnTo>
                    <a:pt x="1697" y="2693"/>
                  </a:lnTo>
                  <a:lnTo>
                    <a:pt x="0" y="0"/>
                  </a:lnTo>
                  <a:close/>
                </a:path>
              </a:pathLst>
            </a:custGeom>
            <a:solidFill>
              <a:srgbClr val="262626"/>
            </a:solidFill>
            <a:ln>
              <a:noFill/>
            </a:ln>
          </p:spPr>
          <p:txBody>
            <a:bodyPr/>
            <a:lstStyle/>
            <a:p>
              <a:endParaRPr lang="en-US"/>
            </a:p>
          </p:txBody>
        </p:sp>
        <p:sp>
          <p:nvSpPr>
            <p:cNvPr id="27" name="Freeform 13">
              <a:extLst>
                <a:ext uri="{FF2B5EF4-FFF2-40B4-BE49-F238E27FC236}">
                  <a16:creationId xmlns:a16="http://schemas.microsoft.com/office/drawing/2014/main" id="{4878FB48-17B3-4A11-8025-DE0945CD4E71}"/>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3371850" y="2692400"/>
              <a:ext cx="3332162" cy="4165600"/>
            </a:xfrm>
            <a:custGeom>
              <a:avLst/>
              <a:gdLst/>
              <a:ahLst/>
              <a:cxnLst/>
              <a:rect l="0" t="0" r="r" b="b"/>
              <a:pathLst>
                <a:path w="2099" h="2624">
                  <a:moveTo>
                    <a:pt x="2099" y="2624"/>
                  </a:moveTo>
                  <a:lnTo>
                    <a:pt x="0" y="0"/>
                  </a:lnTo>
                  <a:lnTo>
                    <a:pt x="2021" y="2624"/>
                  </a:lnTo>
                  <a:lnTo>
                    <a:pt x="2099" y="2624"/>
                  </a:lnTo>
                  <a:close/>
                </a:path>
              </a:pathLst>
            </a:custGeom>
            <a:solidFill>
              <a:schemeClr val="accent1">
                <a:lumMod val="50000"/>
              </a:schemeClr>
            </a:solidFill>
            <a:ln>
              <a:noFill/>
            </a:ln>
          </p:spPr>
          <p:txBody>
            <a:bodyPr/>
            <a:lstStyle/>
            <a:p>
              <a:endParaRPr lang="en-US"/>
            </a:p>
          </p:txBody>
        </p:sp>
        <p:sp>
          <p:nvSpPr>
            <p:cNvPr id="28" name="Freeform 14">
              <a:extLst>
                <a:ext uri="{FF2B5EF4-FFF2-40B4-BE49-F238E27FC236}">
                  <a16:creationId xmlns:a16="http://schemas.microsoft.com/office/drawing/2014/main" id="{4150A21C-DD6D-4D3C-9E95-7A3CA263BEB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3367088" y="2687637"/>
              <a:ext cx="4576762" cy="4170363"/>
            </a:xfrm>
            <a:custGeom>
              <a:avLst/>
              <a:gdLst/>
              <a:ahLst/>
              <a:cxnLst/>
              <a:rect l="0" t="0" r="r" b="b"/>
              <a:pathLst>
                <a:path w="2883" h="2627">
                  <a:moveTo>
                    <a:pt x="0" y="0"/>
                  </a:moveTo>
                  <a:lnTo>
                    <a:pt x="3" y="3"/>
                  </a:lnTo>
                  <a:lnTo>
                    <a:pt x="2102" y="2627"/>
                  </a:lnTo>
                  <a:lnTo>
                    <a:pt x="2883" y="2627"/>
                  </a:lnTo>
                  <a:lnTo>
                    <a:pt x="225" y="57"/>
                  </a:lnTo>
                  <a:lnTo>
                    <a:pt x="0" y="0"/>
                  </a:lnTo>
                  <a:close/>
                </a:path>
              </a:pathLst>
            </a:custGeom>
            <a:solidFill>
              <a:schemeClr val="accent1">
                <a:lumMod val="75000"/>
              </a:schemeClr>
            </a:solidFill>
            <a:ln>
              <a:noFill/>
            </a:ln>
          </p:spPr>
          <p:txBody>
            <a:bodyPr/>
            <a:lstStyle/>
            <a:p>
              <a:endParaRPr lang="en-US"/>
            </a:p>
          </p:txBody>
        </p:sp>
        <p:sp>
          <p:nvSpPr>
            <p:cNvPr id="29" name="Freeform 15">
              <a:extLst>
                <a:ext uri="{FF2B5EF4-FFF2-40B4-BE49-F238E27FC236}">
                  <a16:creationId xmlns:a16="http://schemas.microsoft.com/office/drawing/2014/main" id="{7505BF04-104D-4180-A284-42FCD6B04DD6}"/>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2928938" y="2578100"/>
              <a:ext cx="3584575" cy="4279900"/>
            </a:xfrm>
            <a:custGeom>
              <a:avLst/>
              <a:gdLst/>
              <a:ahLst/>
              <a:cxnLst/>
              <a:rect l="0" t="0" r="r" b="b"/>
              <a:pathLst>
                <a:path w="2258" h="2696">
                  <a:moveTo>
                    <a:pt x="2258" y="2696"/>
                  </a:moveTo>
                  <a:lnTo>
                    <a:pt x="264" y="111"/>
                  </a:lnTo>
                  <a:lnTo>
                    <a:pt x="228" y="60"/>
                  </a:lnTo>
                  <a:lnTo>
                    <a:pt x="225" y="57"/>
                  </a:lnTo>
                  <a:lnTo>
                    <a:pt x="0" y="0"/>
                  </a:lnTo>
                  <a:lnTo>
                    <a:pt x="0" y="3"/>
                  </a:lnTo>
                  <a:lnTo>
                    <a:pt x="1697" y="2696"/>
                  </a:lnTo>
                  <a:lnTo>
                    <a:pt x="2258" y="2696"/>
                  </a:lnTo>
                  <a:close/>
                </a:path>
              </a:pathLst>
            </a:custGeom>
            <a:solidFill>
              <a:srgbClr val="404040"/>
            </a:solidFill>
            <a:ln>
              <a:noFill/>
            </a:ln>
          </p:spPr>
          <p:txBody>
            <a:bodyPr/>
            <a:lstStyle/>
            <a:p>
              <a:endParaRPr lang="en-US"/>
            </a:p>
          </p:txBody>
        </p:sp>
      </p:grpSp>
      <p:sp>
        <p:nvSpPr>
          <p:cNvPr id="2" name="Title 1">
            <a:extLst>
              <a:ext uri="{FF2B5EF4-FFF2-40B4-BE49-F238E27FC236}">
                <a16:creationId xmlns:a16="http://schemas.microsoft.com/office/drawing/2014/main" id="{652CD06E-EB43-4697-A9C1-290232C3BAD6}"/>
              </a:ext>
            </a:extLst>
          </p:cNvPr>
          <p:cNvSpPr>
            <a:spLocks noGrp="1"/>
          </p:cNvSpPr>
          <p:nvPr>
            <p:ph type="ctrTitle"/>
          </p:nvPr>
        </p:nvSpPr>
        <p:spPr>
          <a:xfrm>
            <a:off x="473345" y="0"/>
            <a:ext cx="11604355" cy="1223994"/>
          </a:xfrm>
        </p:spPr>
        <p:txBody>
          <a:bodyPr>
            <a:noAutofit/>
          </a:bodyPr>
          <a:lstStyle/>
          <a:p>
            <a:pPr algn="l"/>
            <a:r>
              <a:rPr lang="en-US" sz="4800" dirty="0">
                <a:effectLst/>
                <a:latin typeface="Mystical Woods Smooth Script" panose="02000500000000000000" pitchFamily="2" charset="0"/>
              </a:rPr>
              <a:t> </a:t>
            </a:r>
            <a:r>
              <a:rPr lang="en-US" sz="4800" dirty="0" err="1">
                <a:effectLst/>
                <a:latin typeface="Mystical Woods Smooth Script" panose="02000500000000000000" pitchFamily="2" charset="0"/>
              </a:rPr>
              <a:t>Destructuring</a:t>
            </a:r>
            <a:r>
              <a:rPr lang="en-US" sz="4800" dirty="0">
                <a:effectLst/>
                <a:latin typeface="Mystical Woods Smooth Script" panose="02000500000000000000" pitchFamily="2" charset="0"/>
              </a:rPr>
              <a:t> Props</a:t>
            </a:r>
          </a:p>
        </p:txBody>
      </p:sp>
      <p:grpSp>
        <p:nvGrpSpPr>
          <p:cNvPr id="6" name="Group 5">
            <a:extLst>
              <a:ext uri="{FF2B5EF4-FFF2-40B4-BE49-F238E27FC236}">
                <a16:creationId xmlns:a16="http://schemas.microsoft.com/office/drawing/2014/main" id="{752A73B4-49EC-E765-1462-2A106F07C3D4}"/>
              </a:ext>
            </a:extLst>
          </p:cNvPr>
          <p:cNvGrpSpPr/>
          <p:nvPr/>
        </p:nvGrpSpPr>
        <p:grpSpPr>
          <a:xfrm>
            <a:off x="481809" y="1152868"/>
            <a:ext cx="8950321" cy="182880"/>
            <a:chOff x="1089027" y="1251583"/>
            <a:chExt cx="8950321" cy="182880"/>
          </a:xfrm>
        </p:grpSpPr>
        <p:cxnSp>
          <p:nvCxnSpPr>
            <p:cNvPr id="4" name="Straight Connector 3">
              <a:extLst>
                <a:ext uri="{FF2B5EF4-FFF2-40B4-BE49-F238E27FC236}">
                  <a16:creationId xmlns:a16="http://schemas.microsoft.com/office/drawing/2014/main" id="{1111542F-3245-DDEC-4B5A-7412E7DBE5FD}"/>
                </a:ext>
              </a:extLst>
            </p:cNvPr>
            <p:cNvCxnSpPr/>
            <p:nvPr/>
          </p:nvCxnSpPr>
          <p:spPr>
            <a:xfrm>
              <a:off x="1089027" y="1347537"/>
              <a:ext cx="8786493" cy="0"/>
            </a:xfrm>
            <a:prstGeom prst="line">
              <a:avLst/>
            </a:prstGeom>
            <a:ln w="38100">
              <a:solidFill>
                <a:srgbClr val="595959"/>
              </a:solidFill>
            </a:ln>
            <a:effectLst>
              <a:reflection blurRad="6350" stA="50000" endA="275" endPos="40000" dist="101600" dir="5400000" sy="-100000" algn="bl" rotWithShape="0"/>
              <a:softEdge rad="12700"/>
            </a:effectLst>
          </p:spPr>
          <p:style>
            <a:lnRef idx="3">
              <a:schemeClr val="dk1"/>
            </a:lnRef>
            <a:fillRef idx="0">
              <a:schemeClr val="dk1"/>
            </a:fillRef>
            <a:effectRef idx="2">
              <a:schemeClr val="dk1"/>
            </a:effectRef>
            <a:fontRef idx="minor">
              <a:schemeClr val="tx1"/>
            </a:fontRef>
          </p:style>
        </p:cxnSp>
        <p:sp>
          <p:nvSpPr>
            <p:cNvPr id="5" name="Flowchart: Connector 4">
              <a:extLst>
                <a:ext uri="{FF2B5EF4-FFF2-40B4-BE49-F238E27FC236}">
                  <a16:creationId xmlns:a16="http://schemas.microsoft.com/office/drawing/2014/main" id="{B2858492-B751-8ED7-57BE-708D61DDCF50}"/>
                </a:ext>
              </a:extLst>
            </p:cNvPr>
            <p:cNvSpPr/>
            <p:nvPr/>
          </p:nvSpPr>
          <p:spPr>
            <a:xfrm>
              <a:off x="9856468" y="1251583"/>
              <a:ext cx="182880" cy="182880"/>
            </a:xfrm>
            <a:prstGeom prst="flowChartConnector">
              <a:avLst/>
            </a:prstGeom>
            <a:ln>
              <a:noFill/>
            </a:ln>
            <a:effectLst>
              <a:outerShdw blurRad="50800" dist="38100" dir="2700000" algn="tl"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7" name="TextBox 6">
            <a:extLst>
              <a:ext uri="{FF2B5EF4-FFF2-40B4-BE49-F238E27FC236}">
                <a16:creationId xmlns:a16="http://schemas.microsoft.com/office/drawing/2014/main" id="{A6747723-BAE5-C999-4896-8F92A872C1D9}"/>
              </a:ext>
            </a:extLst>
          </p:cNvPr>
          <p:cNvSpPr txBox="1"/>
          <p:nvPr/>
        </p:nvSpPr>
        <p:spPr>
          <a:xfrm flipH="1">
            <a:off x="414301" y="1477530"/>
            <a:ext cx="10806849" cy="1061829"/>
          </a:xfrm>
          <a:prstGeom prst="rect">
            <a:avLst/>
          </a:prstGeom>
          <a:noFill/>
        </p:spPr>
        <p:txBody>
          <a:bodyPr wrap="square" rtlCol="0">
            <a:spAutoFit/>
          </a:bodyPr>
          <a:lstStyle/>
          <a:p>
            <a:pPr algn="l"/>
            <a:r>
              <a:rPr lang="en-US" sz="2100" b="1" i="0" dirty="0">
                <a:solidFill>
                  <a:srgbClr val="CECAC3"/>
                </a:solidFill>
                <a:effectLst/>
                <a:latin typeface="Cavolini" panose="03000502040302020204" pitchFamily="66" charset="0"/>
                <a:cs typeface="Cavolini" panose="03000502040302020204" pitchFamily="66" charset="0"/>
              </a:rPr>
              <a:t>The </a:t>
            </a:r>
            <a:r>
              <a:rPr lang="en-US" sz="2100" b="1" i="0" dirty="0" err="1">
                <a:solidFill>
                  <a:srgbClr val="CECAC3"/>
                </a:solidFill>
                <a:effectLst/>
                <a:latin typeface="Cavolini" panose="03000502040302020204" pitchFamily="66" charset="0"/>
                <a:cs typeface="Cavolini" panose="03000502040302020204" pitchFamily="66" charset="0"/>
              </a:rPr>
              <a:t>destructuring</a:t>
            </a:r>
            <a:r>
              <a:rPr lang="en-US" sz="2100" b="1" i="0" dirty="0">
                <a:solidFill>
                  <a:srgbClr val="CECAC3"/>
                </a:solidFill>
                <a:effectLst/>
                <a:latin typeface="Cavolini" panose="03000502040302020204" pitchFamily="66" charset="0"/>
                <a:cs typeface="Cavolini" panose="03000502040302020204" pitchFamily="66" charset="0"/>
              </a:rPr>
              <a:t> is an ES6 feature that makes it possible to unpack values from arrays or properties from objects into distinct variables. In React, </a:t>
            </a:r>
            <a:r>
              <a:rPr lang="en-US" sz="2100" b="1" i="0" dirty="0" err="1">
                <a:solidFill>
                  <a:srgbClr val="CECAC3"/>
                </a:solidFill>
                <a:effectLst/>
                <a:latin typeface="Cavolini" panose="03000502040302020204" pitchFamily="66" charset="0"/>
                <a:cs typeface="Cavolini" panose="03000502040302020204" pitchFamily="66" charset="0"/>
              </a:rPr>
              <a:t>destructuring</a:t>
            </a:r>
            <a:r>
              <a:rPr lang="en-US" sz="2100" b="1" i="0" dirty="0">
                <a:solidFill>
                  <a:srgbClr val="CECAC3"/>
                </a:solidFill>
                <a:effectLst/>
                <a:latin typeface="Cavolini" panose="03000502040302020204" pitchFamily="66" charset="0"/>
                <a:cs typeface="Cavolini" panose="03000502040302020204" pitchFamily="66" charset="0"/>
              </a:rPr>
              <a:t> </a:t>
            </a:r>
            <a:r>
              <a:rPr lang="en-US" sz="2100" b="1" i="1" dirty="0">
                <a:solidFill>
                  <a:srgbClr val="DA4B58"/>
                </a:solidFill>
                <a:effectLst/>
                <a:latin typeface="Cavolini" panose="03000502040302020204" pitchFamily="66" charset="0"/>
                <a:cs typeface="Cavolini" panose="03000502040302020204" pitchFamily="66" charset="0"/>
              </a:rPr>
              <a:t>props</a:t>
            </a:r>
            <a:r>
              <a:rPr lang="en-US" sz="2100" b="1" i="0" dirty="0">
                <a:solidFill>
                  <a:srgbClr val="CECAC3"/>
                </a:solidFill>
                <a:effectLst/>
                <a:latin typeface="Cavolini" panose="03000502040302020204" pitchFamily="66" charset="0"/>
                <a:cs typeface="Cavolini" panose="03000502040302020204" pitchFamily="66" charset="0"/>
              </a:rPr>
              <a:t> improve code readability.</a:t>
            </a:r>
            <a:endParaRPr lang="en-US" sz="2100" b="1" i="0" dirty="0">
              <a:effectLst/>
              <a:latin typeface="Cavolini" panose="03000502040302020204" pitchFamily="66" charset="0"/>
              <a:cs typeface="Cavolini" panose="03000502040302020204" pitchFamily="66" charset="0"/>
            </a:endParaRPr>
          </a:p>
        </p:txBody>
      </p:sp>
      <p:pic>
        <p:nvPicPr>
          <p:cNvPr id="14" name="Graphic 13" descr="Atom with solid fill">
            <a:extLst>
              <a:ext uri="{FF2B5EF4-FFF2-40B4-BE49-F238E27FC236}">
                <a16:creationId xmlns:a16="http://schemas.microsoft.com/office/drawing/2014/main" id="{3BCE63B3-D40B-1502-6FFD-0D8FCB8CAC21}"/>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468583" y="2591202"/>
            <a:ext cx="685800" cy="685800"/>
          </a:xfrm>
          <a:prstGeom prst="rect">
            <a:avLst/>
          </a:prstGeom>
        </p:spPr>
      </p:pic>
      <p:sp>
        <p:nvSpPr>
          <p:cNvPr id="15" name="TextBox 14">
            <a:extLst>
              <a:ext uri="{FF2B5EF4-FFF2-40B4-BE49-F238E27FC236}">
                <a16:creationId xmlns:a16="http://schemas.microsoft.com/office/drawing/2014/main" id="{E4A5A0F0-968F-7C81-4B80-F5DCFC416FF5}"/>
              </a:ext>
            </a:extLst>
          </p:cNvPr>
          <p:cNvSpPr txBox="1"/>
          <p:nvPr/>
        </p:nvSpPr>
        <p:spPr>
          <a:xfrm flipH="1">
            <a:off x="1245634" y="2726353"/>
            <a:ext cx="7596740" cy="415498"/>
          </a:xfrm>
          <a:prstGeom prst="rect">
            <a:avLst/>
          </a:prstGeom>
          <a:noFill/>
        </p:spPr>
        <p:txBody>
          <a:bodyPr wrap="square" rtlCol="0">
            <a:spAutoFit/>
          </a:bodyPr>
          <a:lstStyle/>
          <a:p>
            <a:pPr algn="l"/>
            <a:r>
              <a:rPr lang="en-US" sz="2100" b="1" i="0" dirty="0">
                <a:effectLst/>
                <a:latin typeface="Cavolini" panose="03000502040302020204" pitchFamily="66" charset="0"/>
                <a:cs typeface="Cavolini" panose="03000502040302020204" pitchFamily="66" charset="0"/>
              </a:rPr>
              <a:t>What is </a:t>
            </a:r>
            <a:r>
              <a:rPr lang="en-US" sz="2100" b="1" i="0" dirty="0" err="1">
                <a:effectLst/>
                <a:latin typeface="Cavolini" panose="03000502040302020204" pitchFamily="66" charset="0"/>
                <a:cs typeface="Cavolini" panose="03000502040302020204" pitchFamily="66" charset="0"/>
              </a:rPr>
              <a:t>Destructuring</a:t>
            </a:r>
            <a:r>
              <a:rPr lang="en-US" sz="2100" b="1" i="0" dirty="0">
                <a:effectLst/>
                <a:latin typeface="Cavolini" panose="03000502040302020204" pitchFamily="66" charset="0"/>
                <a:cs typeface="Cavolini" panose="03000502040302020204" pitchFamily="66" charset="0"/>
              </a:rPr>
              <a:t>?</a:t>
            </a:r>
          </a:p>
        </p:txBody>
      </p:sp>
      <p:sp>
        <p:nvSpPr>
          <p:cNvPr id="10" name="TextBox 9">
            <a:extLst>
              <a:ext uri="{FF2B5EF4-FFF2-40B4-BE49-F238E27FC236}">
                <a16:creationId xmlns:a16="http://schemas.microsoft.com/office/drawing/2014/main" id="{647EAB4A-7999-BDDF-8B5D-E27BA8CC02DC}"/>
              </a:ext>
            </a:extLst>
          </p:cNvPr>
          <p:cNvSpPr txBox="1"/>
          <p:nvPr/>
        </p:nvSpPr>
        <p:spPr>
          <a:xfrm>
            <a:off x="468583" y="3369022"/>
            <a:ext cx="10846369" cy="1384995"/>
          </a:xfrm>
          <a:prstGeom prst="rect">
            <a:avLst/>
          </a:prstGeom>
          <a:noFill/>
        </p:spPr>
        <p:txBody>
          <a:bodyPr wrap="square">
            <a:spAutoFit/>
          </a:bodyPr>
          <a:lstStyle/>
          <a:p>
            <a:r>
              <a:rPr lang="en-US" sz="2100" b="1" i="0" dirty="0" err="1">
                <a:solidFill>
                  <a:srgbClr val="CECAC3"/>
                </a:solidFill>
                <a:effectLst/>
                <a:latin typeface="Cavolini" panose="03000502040302020204" pitchFamily="66" charset="0"/>
                <a:cs typeface="Cavolini" panose="03000502040302020204" pitchFamily="66" charset="0"/>
              </a:rPr>
              <a:t>Destructuring</a:t>
            </a:r>
            <a:r>
              <a:rPr lang="en-US" sz="2100" b="1" i="0" dirty="0">
                <a:solidFill>
                  <a:srgbClr val="CECAC3"/>
                </a:solidFill>
                <a:effectLst/>
                <a:latin typeface="Cavolini" panose="03000502040302020204" pitchFamily="66" charset="0"/>
                <a:cs typeface="Cavolini" panose="03000502040302020204" pitchFamily="66" charset="0"/>
              </a:rPr>
              <a:t> was introduced in ES6. It’s a JavaScript feature that allows us to extract multiple pieces of data from an array or object and assign them to their own variables. Consider we have an employee object with the following properties:</a:t>
            </a:r>
            <a:endParaRPr lang="en-US" sz="2100" b="1" dirty="0">
              <a:latin typeface="Cavolini" panose="03000502040302020204" pitchFamily="66" charset="0"/>
              <a:cs typeface="Cavolini" panose="03000502040302020204" pitchFamily="66" charset="0"/>
            </a:endParaRPr>
          </a:p>
        </p:txBody>
      </p:sp>
      <p:sp>
        <p:nvSpPr>
          <p:cNvPr id="9" name="TextBox 8">
            <a:extLst>
              <a:ext uri="{FF2B5EF4-FFF2-40B4-BE49-F238E27FC236}">
                <a16:creationId xmlns:a16="http://schemas.microsoft.com/office/drawing/2014/main" id="{1BB91893-10C6-7EF6-FC2E-E54CC5360D46}"/>
              </a:ext>
            </a:extLst>
          </p:cNvPr>
          <p:cNvSpPr txBox="1"/>
          <p:nvPr/>
        </p:nvSpPr>
        <p:spPr>
          <a:xfrm>
            <a:off x="481809" y="4859214"/>
            <a:ext cx="4749563" cy="1477328"/>
          </a:xfrm>
          <a:prstGeom prst="rect">
            <a:avLst/>
          </a:prstGeom>
          <a:noFill/>
        </p:spPr>
        <p:txBody>
          <a:bodyPr wrap="square">
            <a:spAutoFit/>
          </a:bodyPr>
          <a:lstStyle/>
          <a:p>
            <a:r>
              <a:rPr lang="en-US" b="1" dirty="0">
                <a:solidFill>
                  <a:srgbClr val="FEDE5D"/>
                </a:solidFill>
                <a:effectLst/>
                <a:latin typeface="Cascadia Code" panose="020B0609020000020004" pitchFamily="49" charset="0"/>
              </a:rPr>
              <a:t>const</a:t>
            </a:r>
            <a:r>
              <a:rPr lang="en-US" b="1" dirty="0">
                <a:solidFill>
                  <a:srgbClr val="BBBBBB"/>
                </a:solidFill>
                <a:effectLst/>
                <a:latin typeface="Cascadia Code" panose="020B0609020000020004" pitchFamily="49" charset="0"/>
              </a:rPr>
              <a:t> </a:t>
            </a:r>
            <a:r>
              <a:rPr lang="en-US" b="1" dirty="0">
                <a:solidFill>
                  <a:srgbClr val="FF7EDB"/>
                </a:solidFill>
                <a:effectLst/>
                <a:latin typeface="Cascadia Code" panose="020B0609020000020004" pitchFamily="49" charset="0"/>
              </a:rPr>
              <a:t>employee</a:t>
            </a:r>
            <a:r>
              <a:rPr lang="en-US" b="1" dirty="0">
                <a:solidFill>
                  <a:srgbClr val="BBBBBB"/>
                </a:solidFill>
                <a:effectLst/>
                <a:latin typeface="Cascadia Code" panose="020B0609020000020004" pitchFamily="49" charset="0"/>
              </a:rPr>
              <a:t> </a:t>
            </a:r>
            <a:r>
              <a:rPr lang="en-US" b="1" dirty="0">
                <a:solidFill>
                  <a:srgbClr val="FFFFFF"/>
                </a:solidFill>
                <a:effectLst/>
                <a:latin typeface="Cascadia Code" panose="020B0609020000020004" pitchFamily="49" charset="0"/>
              </a:rPr>
              <a:t>=</a:t>
            </a:r>
            <a:r>
              <a:rPr lang="en-US" b="1" dirty="0">
                <a:solidFill>
                  <a:srgbClr val="BBBBBB"/>
                </a:solidFill>
                <a:effectLst/>
                <a:latin typeface="Cascadia Code" panose="020B0609020000020004" pitchFamily="49" charset="0"/>
              </a:rPr>
              <a:t> {</a:t>
            </a:r>
          </a:p>
          <a:p>
            <a:r>
              <a:rPr lang="en-US" b="1" dirty="0">
                <a:solidFill>
                  <a:srgbClr val="BBBBBB"/>
                </a:solidFill>
                <a:effectLst/>
                <a:latin typeface="Cascadia Code" panose="020B0609020000020004" pitchFamily="49" charset="0"/>
              </a:rPr>
              <a:t>  </a:t>
            </a:r>
            <a:r>
              <a:rPr lang="en-US" b="1" dirty="0" err="1">
                <a:solidFill>
                  <a:srgbClr val="FF7EDB"/>
                </a:solidFill>
                <a:effectLst/>
                <a:latin typeface="Cascadia Code" panose="020B0609020000020004" pitchFamily="49" charset="0"/>
              </a:rPr>
              <a:t>firstName</a:t>
            </a:r>
            <a:r>
              <a:rPr lang="en-US" b="1" dirty="0">
                <a:solidFill>
                  <a:srgbClr val="B6B1B1"/>
                </a:solidFill>
                <a:effectLst/>
                <a:latin typeface="Cascadia Code" panose="020B0609020000020004" pitchFamily="49" charset="0"/>
              </a:rPr>
              <a:t>:</a:t>
            </a:r>
            <a:r>
              <a:rPr lang="en-US" b="1" dirty="0">
                <a:solidFill>
                  <a:srgbClr val="BBBBBB"/>
                </a:solidFill>
                <a:effectLst/>
                <a:latin typeface="Cascadia Code" panose="020B0609020000020004" pitchFamily="49" charset="0"/>
              </a:rPr>
              <a:t> </a:t>
            </a:r>
            <a:r>
              <a:rPr lang="en-US" b="1" dirty="0">
                <a:solidFill>
                  <a:srgbClr val="FF8B39"/>
                </a:solidFill>
                <a:effectLst/>
                <a:latin typeface="Cascadia Code" panose="020B0609020000020004" pitchFamily="49" charset="0"/>
              </a:rPr>
              <a:t>“Mayur"</a:t>
            </a:r>
            <a:r>
              <a:rPr lang="en-US" b="1" dirty="0">
                <a:solidFill>
                  <a:srgbClr val="BBBBBB"/>
                </a:solidFill>
                <a:effectLst/>
                <a:latin typeface="Cascadia Code" panose="020B0609020000020004" pitchFamily="49" charset="0"/>
              </a:rPr>
              <a:t>,</a:t>
            </a:r>
          </a:p>
          <a:p>
            <a:r>
              <a:rPr lang="en-US" b="1" dirty="0">
                <a:solidFill>
                  <a:srgbClr val="BBBBBB"/>
                </a:solidFill>
                <a:effectLst/>
                <a:latin typeface="Cascadia Code" panose="020B0609020000020004" pitchFamily="49" charset="0"/>
              </a:rPr>
              <a:t>  </a:t>
            </a:r>
            <a:r>
              <a:rPr lang="en-US" b="1" dirty="0" err="1">
                <a:solidFill>
                  <a:srgbClr val="FF7EDB"/>
                </a:solidFill>
                <a:effectLst/>
                <a:latin typeface="Cascadia Code" panose="020B0609020000020004" pitchFamily="49" charset="0"/>
              </a:rPr>
              <a:t>lastName</a:t>
            </a:r>
            <a:r>
              <a:rPr lang="en-US" b="1" dirty="0">
                <a:solidFill>
                  <a:srgbClr val="B6B1B1"/>
                </a:solidFill>
                <a:effectLst/>
                <a:latin typeface="Cascadia Code" panose="020B0609020000020004" pitchFamily="49" charset="0"/>
              </a:rPr>
              <a:t>:</a:t>
            </a:r>
            <a:r>
              <a:rPr lang="en-US" b="1" dirty="0">
                <a:solidFill>
                  <a:srgbClr val="BBBBBB"/>
                </a:solidFill>
                <a:effectLst/>
                <a:latin typeface="Cascadia Code" panose="020B0609020000020004" pitchFamily="49" charset="0"/>
              </a:rPr>
              <a:t> </a:t>
            </a:r>
            <a:r>
              <a:rPr lang="en-US" b="1" dirty="0">
                <a:solidFill>
                  <a:srgbClr val="FF8B39"/>
                </a:solidFill>
                <a:effectLst/>
                <a:latin typeface="Cascadia Code" panose="020B0609020000020004" pitchFamily="49" charset="0"/>
              </a:rPr>
              <a:t>“Pai"</a:t>
            </a:r>
            <a:r>
              <a:rPr lang="en-US" b="1" dirty="0">
                <a:solidFill>
                  <a:srgbClr val="BBBBBB"/>
                </a:solidFill>
                <a:effectLst/>
                <a:latin typeface="Cascadia Code" panose="020B0609020000020004" pitchFamily="49" charset="0"/>
              </a:rPr>
              <a:t>,</a:t>
            </a:r>
          </a:p>
          <a:p>
            <a:r>
              <a:rPr lang="en-US" b="1" dirty="0">
                <a:solidFill>
                  <a:srgbClr val="BBBBBB"/>
                </a:solidFill>
                <a:effectLst/>
                <a:latin typeface="Cascadia Code" panose="020B0609020000020004" pitchFamily="49" charset="0"/>
              </a:rPr>
              <a:t>  </a:t>
            </a:r>
            <a:r>
              <a:rPr lang="en-US" b="1" dirty="0" err="1">
                <a:solidFill>
                  <a:srgbClr val="FF7EDB"/>
                </a:solidFill>
                <a:effectLst/>
                <a:latin typeface="Cascadia Code" panose="020B0609020000020004" pitchFamily="49" charset="0"/>
              </a:rPr>
              <a:t>emailId</a:t>
            </a:r>
            <a:r>
              <a:rPr lang="en-US" b="1" dirty="0">
                <a:solidFill>
                  <a:srgbClr val="B6B1B1"/>
                </a:solidFill>
                <a:effectLst/>
                <a:latin typeface="Cascadia Code" panose="020B0609020000020004" pitchFamily="49" charset="0"/>
              </a:rPr>
              <a:t>:</a:t>
            </a:r>
            <a:r>
              <a:rPr lang="en-US" b="1" dirty="0">
                <a:solidFill>
                  <a:srgbClr val="BBBBBB"/>
                </a:solidFill>
                <a:effectLst/>
                <a:latin typeface="Cascadia Code" panose="020B0609020000020004" pitchFamily="49" charset="0"/>
              </a:rPr>
              <a:t> </a:t>
            </a:r>
            <a:r>
              <a:rPr lang="en-US" b="1" dirty="0">
                <a:solidFill>
                  <a:srgbClr val="FF8B39"/>
                </a:solidFill>
                <a:effectLst/>
                <a:latin typeface="Cascadia Code" panose="020B0609020000020004" pitchFamily="49" charset="0"/>
              </a:rPr>
              <a:t>“mayur5pai@gmail.com"</a:t>
            </a:r>
            <a:r>
              <a:rPr lang="en-US" b="1" dirty="0">
                <a:solidFill>
                  <a:srgbClr val="BBBBBB"/>
                </a:solidFill>
                <a:effectLst/>
                <a:latin typeface="Cascadia Code" panose="020B0609020000020004" pitchFamily="49" charset="0"/>
              </a:rPr>
              <a:t>,</a:t>
            </a:r>
          </a:p>
          <a:p>
            <a:r>
              <a:rPr lang="en-US" b="1" dirty="0">
                <a:solidFill>
                  <a:srgbClr val="BBBBBB"/>
                </a:solidFill>
                <a:effectLst/>
                <a:latin typeface="Cascadia Code" panose="020B0609020000020004" pitchFamily="49" charset="0"/>
              </a:rPr>
              <a:t>};</a:t>
            </a:r>
          </a:p>
        </p:txBody>
      </p:sp>
      <p:sp>
        <p:nvSpPr>
          <p:cNvPr id="12" name="TextBox 11">
            <a:extLst>
              <a:ext uri="{FF2B5EF4-FFF2-40B4-BE49-F238E27FC236}">
                <a16:creationId xmlns:a16="http://schemas.microsoft.com/office/drawing/2014/main" id="{1C94346F-CFE5-6FCE-3101-2994B6CA3D94}"/>
              </a:ext>
            </a:extLst>
          </p:cNvPr>
          <p:cNvSpPr txBox="1"/>
          <p:nvPr/>
        </p:nvSpPr>
        <p:spPr>
          <a:xfrm>
            <a:off x="5533045" y="4905190"/>
            <a:ext cx="6177146" cy="1200329"/>
          </a:xfrm>
          <a:prstGeom prst="rect">
            <a:avLst/>
          </a:prstGeom>
          <a:noFill/>
        </p:spPr>
        <p:txBody>
          <a:bodyPr wrap="square">
            <a:spAutoFit/>
          </a:bodyPr>
          <a:lstStyle/>
          <a:p>
            <a:r>
              <a:rPr lang="en-US" b="1" dirty="0">
                <a:solidFill>
                  <a:srgbClr val="FF7EDB"/>
                </a:solidFill>
                <a:effectLst/>
                <a:latin typeface="Cascadia Code" panose="020B0609020000020004" pitchFamily="49" charset="0"/>
              </a:rPr>
              <a:t>console</a:t>
            </a:r>
            <a:r>
              <a:rPr lang="en-US" b="1" dirty="0">
                <a:solidFill>
                  <a:srgbClr val="BBBBBB"/>
                </a:solidFill>
                <a:effectLst/>
                <a:latin typeface="Cascadia Code" panose="020B0609020000020004" pitchFamily="49" charset="0"/>
              </a:rPr>
              <a:t>.</a:t>
            </a:r>
            <a:r>
              <a:rPr lang="en-US" b="1" dirty="0">
                <a:solidFill>
                  <a:srgbClr val="36F9F6"/>
                </a:solidFill>
                <a:effectLst/>
                <a:latin typeface="Cascadia Code" panose="020B0609020000020004" pitchFamily="49" charset="0"/>
              </a:rPr>
              <a:t>log</a:t>
            </a:r>
            <a:r>
              <a:rPr lang="en-US" b="1" dirty="0">
                <a:solidFill>
                  <a:srgbClr val="BBBBBB"/>
                </a:solidFill>
                <a:effectLst/>
                <a:latin typeface="Cascadia Code" panose="020B0609020000020004" pitchFamily="49" charset="0"/>
              </a:rPr>
              <a:t>(</a:t>
            </a:r>
            <a:r>
              <a:rPr lang="en-US" b="1" dirty="0" err="1">
                <a:solidFill>
                  <a:srgbClr val="FF7EDB"/>
                </a:solidFill>
                <a:effectLst/>
                <a:latin typeface="Cascadia Code" panose="020B0609020000020004" pitchFamily="49" charset="0"/>
              </a:rPr>
              <a:t>employee</a:t>
            </a:r>
            <a:r>
              <a:rPr lang="en-US" b="1" dirty="0" err="1">
                <a:solidFill>
                  <a:srgbClr val="BBBBBB"/>
                </a:solidFill>
                <a:effectLst/>
                <a:latin typeface="Cascadia Code" panose="020B0609020000020004" pitchFamily="49" charset="0"/>
              </a:rPr>
              <a:t>.</a:t>
            </a:r>
            <a:r>
              <a:rPr lang="en-US" b="1" dirty="0" err="1">
                <a:solidFill>
                  <a:srgbClr val="2EE2FA"/>
                </a:solidFill>
                <a:effectLst/>
                <a:latin typeface="Cascadia Code" panose="020B0609020000020004" pitchFamily="49" charset="0"/>
              </a:rPr>
              <a:t>firstName</a:t>
            </a:r>
            <a:r>
              <a:rPr lang="en-US" b="1" dirty="0">
                <a:solidFill>
                  <a:srgbClr val="BBBBBB"/>
                </a:solidFill>
                <a:effectLst/>
                <a:latin typeface="Cascadia Code" panose="020B0609020000020004" pitchFamily="49" charset="0"/>
              </a:rPr>
              <a:t>); </a:t>
            </a:r>
            <a:r>
              <a:rPr lang="en-US" b="1" i="1" dirty="0">
                <a:solidFill>
                  <a:srgbClr val="848BBD"/>
                </a:solidFill>
                <a:effectLst/>
                <a:latin typeface="Cascadia Code" panose="020B0609020000020004" pitchFamily="49" charset="0"/>
              </a:rPr>
              <a:t>// Mayur</a:t>
            </a:r>
            <a:endParaRPr lang="en-US" b="1" dirty="0">
              <a:solidFill>
                <a:srgbClr val="BBBBBB"/>
              </a:solidFill>
              <a:effectLst/>
              <a:latin typeface="Cascadia Code" panose="020B0609020000020004" pitchFamily="49" charset="0"/>
            </a:endParaRPr>
          </a:p>
          <a:p>
            <a:r>
              <a:rPr lang="en-US" b="1" dirty="0">
                <a:solidFill>
                  <a:srgbClr val="FF7EDB"/>
                </a:solidFill>
                <a:effectLst/>
                <a:latin typeface="Cascadia Code" panose="020B0609020000020004" pitchFamily="49" charset="0"/>
              </a:rPr>
              <a:t>console</a:t>
            </a:r>
            <a:r>
              <a:rPr lang="en-US" b="1" dirty="0">
                <a:solidFill>
                  <a:srgbClr val="BBBBBB"/>
                </a:solidFill>
                <a:effectLst/>
                <a:latin typeface="Cascadia Code" panose="020B0609020000020004" pitchFamily="49" charset="0"/>
              </a:rPr>
              <a:t>.</a:t>
            </a:r>
            <a:r>
              <a:rPr lang="en-US" b="1" dirty="0">
                <a:solidFill>
                  <a:srgbClr val="36F9F6"/>
                </a:solidFill>
                <a:effectLst/>
                <a:latin typeface="Cascadia Code" panose="020B0609020000020004" pitchFamily="49" charset="0"/>
              </a:rPr>
              <a:t>log</a:t>
            </a:r>
            <a:r>
              <a:rPr lang="en-US" b="1" dirty="0">
                <a:solidFill>
                  <a:srgbClr val="BBBBBB"/>
                </a:solidFill>
                <a:effectLst/>
                <a:latin typeface="Cascadia Code" panose="020B0609020000020004" pitchFamily="49" charset="0"/>
              </a:rPr>
              <a:t>(</a:t>
            </a:r>
            <a:r>
              <a:rPr lang="en-US" b="1" dirty="0" err="1">
                <a:solidFill>
                  <a:srgbClr val="FF7EDB"/>
                </a:solidFill>
                <a:effectLst/>
                <a:latin typeface="Cascadia Code" panose="020B0609020000020004" pitchFamily="49" charset="0"/>
              </a:rPr>
              <a:t>employee</a:t>
            </a:r>
            <a:r>
              <a:rPr lang="en-US" b="1" dirty="0" err="1">
                <a:solidFill>
                  <a:srgbClr val="BBBBBB"/>
                </a:solidFill>
                <a:effectLst/>
                <a:latin typeface="Cascadia Code" panose="020B0609020000020004" pitchFamily="49" charset="0"/>
              </a:rPr>
              <a:t>.</a:t>
            </a:r>
            <a:r>
              <a:rPr lang="en-US" b="1" dirty="0" err="1">
                <a:solidFill>
                  <a:srgbClr val="2EE2FA"/>
                </a:solidFill>
                <a:effectLst/>
                <a:latin typeface="Cascadia Code" panose="020B0609020000020004" pitchFamily="49" charset="0"/>
              </a:rPr>
              <a:t>lastName</a:t>
            </a:r>
            <a:r>
              <a:rPr lang="en-US" b="1" dirty="0">
                <a:solidFill>
                  <a:srgbClr val="BBBBBB"/>
                </a:solidFill>
                <a:effectLst/>
                <a:latin typeface="Cascadia Code" panose="020B0609020000020004" pitchFamily="49" charset="0"/>
              </a:rPr>
              <a:t>); </a:t>
            </a:r>
            <a:r>
              <a:rPr lang="en-US" b="1" i="1" dirty="0">
                <a:solidFill>
                  <a:srgbClr val="848BBD"/>
                </a:solidFill>
                <a:effectLst/>
                <a:latin typeface="Cascadia Code" panose="020B0609020000020004" pitchFamily="49" charset="0"/>
              </a:rPr>
              <a:t>// Pai</a:t>
            </a:r>
            <a:endParaRPr lang="en-US" b="1" dirty="0">
              <a:solidFill>
                <a:srgbClr val="BBBBBB"/>
              </a:solidFill>
              <a:effectLst/>
              <a:latin typeface="Cascadia Code" panose="020B0609020000020004" pitchFamily="49" charset="0"/>
            </a:endParaRPr>
          </a:p>
          <a:p>
            <a:r>
              <a:rPr lang="en-US" b="1" dirty="0">
                <a:solidFill>
                  <a:srgbClr val="FF7EDB"/>
                </a:solidFill>
                <a:effectLst/>
                <a:latin typeface="Cascadia Code" panose="020B0609020000020004" pitchFamily="49" charset="0"/>
              </a:rPr>
              <a:t>console</a:t>
            </a:r>
            <a:r>
              <a:rPr lang="en-US" b="1" dirty="0">
                <a:solidFill>
                  <a:srgbClr val="BBBBBB"/>
                </a:solidFill>
                <a:effectLst/>
                <a:latin typeface="Cascadia Code" panose="020B0609020000020004" pitchFamily="49" charset="0"/>
              </a:rPr>
              <a:t>.</a:t>
            </a:r>
            <a:r>
              <a:rPr lang="en-US" b="1" dirty="0">
                <a:solidFill>
                  <a:srgbClr val="36F9F6"/>
                </a:solidFill>
                <a:effectLst/>
                <a:latin typeface="Cascadia Code" panose="020B0609020000020004" pitchFamily="49" charset="0"/>
              </a:rPr>
              <a:t>log</a:t>
            </a:r>
            <a:r>
              <a:rPr lang="en-US" b="1" dirty="0">
                <a:solidFill>
                  <a:srgbClr val="BBBBBB"/>
                </a:solidFill>
                <a:effectLst/>
                <a:latin typeface="Cascadia Code" panose="020B0609020000020004" pitchFamily="49" charset="0"/>
              </a:rPr>
              <a:t>(</a:t>
            </a:r>
            <a:r>
              <a:rPr lang="en-US" b="1" dirty="0" err="1">
                <a:solidFill>
                  <a:srgbClr val="FF7EDB"/>
                </a:solidFill>
                <a:effectLst/>
                <a:latin typeface="Cascadia Code" panose="020B0609020000020004" pitchFamily="49" charset="0"/>
              </a:rPr>
              <a:t>employee</a:t>
            </a:r>
            <a:r>
              <a:rPr lang="en-US" b="1" dirty="0" err="1">
                <a:solidFill>
                  <a:srgbClr val="BBBBBB"/>
                </a:solidFill>
                <a:effectLst/>
                <a:latin typeface="Cascadia Code" panose="020B0609020000020004" pitchFamily="49" charset="0"/>
              </a:rPr>
              <a:t>.</a:t>
            </a:r>
            <a:r>
              <a:rPr lang="en-US" b="1" dirty="0" err="1">
                <a:solidFill>
                  <a:srgbClr val="2EE2FA"/>
                </a:solidFill>
                <a:effectLst/>
                <a:latin typeface="Cascadia Code" panose="020B0609020000020004" pitchFamily="49" charset="0"/>
              </a:rPr>
              <a:t>emailId</a:t>
            </a:r>
            <a:r>
              <a:rPr lang="en-US" b="1" dirty="0">
                <a:solidFill>
                  <a:srgbClr val="BBBBBB"/>
                </a:solidFill>
                <a:effectLst/>
                <a:latin typeface="Cascadia Code" panose="020B0609020000020004" pitchFamily="49" charset="0"/>
              </a:rPr>
              <a:t>); </a:t>
            </a:r>
            <a:r>
              <a:rPr lang="en-US" b="1" i="1" dirty="0">
                <a:solidFill>
                  <a:srgbClr val="848BBD"/>
                </a:solidFill>
                <a:effectLst/>
                <a:latin typeface="Cascadia Code" panose="020B0609020000020004" pitchFamily="49" charset="0"/>
              </a:rPr>
              <a:t>// mayur5pai@gmail.com</a:t>
            </a:r>
            <a:endParaRPr lang="en-US" b="1" dirty="0">
              <a:solidFill>
                <a:srgbClr val="BBBBBB"/>
              </a:solidFill>
              <a:effectLst/>
              <a:latin typeface="Cascadia Code" panose="020B0609020000020004" pitchFamily="49" charset="0"/>
            </a:endParaRPr>
          </a:p>
        </p:txBody>
      </p:sp>
    </p:spTree>
    <p:extLst>
      <p:ext uri="{BB962C8B-B14F-4D97-AF65-F5344CB8AC3E}">
        <p14:creationId xmlns:p14="http://schemas.microsoft.com/office/powerpoint/2010/main" val="1289317786"/>
      </p:ext>
    </p:extLst>
  </p:cSld>
  <p:clrMapOvr>
    <a:overrideClrMapping bg1="dk1" tx1="lt1" bg2="dk2" tx2="lt2" accent1="accent1" accent2="accent2" accent3="accent3" accent4="accent4" accent5="accent5" accent6="accent6" hlink="hlink" folHlink="folHlink"/>
  </p:clrMapOvr>
  <mc:AlternateContent xmlns:mc="http://schemas.openxmlformats.org/markup-compatibility/2006" xmlns:p159="http://schemas.microsoft.com/office/powerpoint/2015/09/main">
    <mc:Choice Requires="p159">
      <p:transition>
        <p159:morph option="byObject"/>
      </p:transition>
    </mc:Choice>
    <mc:Fallback xmlns="">
      <p:transition>
        <p:fade/>
      </p:transition>
    </mc:Fallback>
  </mc:AlternateContent>
</p:sld>
</file>

<file path=ppt/slides/slide36.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sp useBgFill="1">
        <p:nvSpPr>
          <p:cNvPr id="21" name="Rectangle 20">
            <a:extLst>
              <a:ext uri="{FF2B5EF4-FFF2-40B4-BE49-F238E27FC236}">
                <a16:creationId xmlns:a16="http://schemas.microsoft.com/office/drawing/2014/main" id="{E5A92FE9-DB05-4D0D-AF5A-BE8664B9FFB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grpSp>
        <p:nvGrpSpPr>
          <p:cNvPr id="23" name="Group 22">
            <a:extLst>
              <a:ext uri="{FF2B5EF4-FFF2-40B4-BE49-F238E27FC236}">
                <a16:creationId xmlns:a16="http://schemas.microsoft.com/office/drawing/2014/main" id="{53D9B26A-5143-49A7-BA98-D871D5BD719A}"/>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flipH="1">
            <a:off x="6526211" y="1"/>
            <a:ext cx="5014912" cy="6857999"/>
            <a:chOff x="2928938" y="-4763"/>
            <a:chExt cx="5014912" cy="6862763"/>
          </a:xfrm>
        </p:grpSpPr>
        <p:sp>
          <p:nvSpPr>
            <p:cNvPr id="24" name="Freeform 6">
              <a:extLst>
                <a:ext uri="{FF2B5EF4-FFF2-40B4-BE49-F238E27FC236}">
                  <a16:creationId xmlns:a16="http://schemas.microsoft.com/office/drawing/2014/main" id="{68B85E55-A2A1-4682-B891-F201358A92D5}"/>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3367088" y="-4763"/>
              <a:ext cx="1063625" cy="2782888"/>
            </a:xfrm>
            <a:custGeom>
              <a:avLst/>
              <a:gdLst/>
              <a:ahLst/>
              <a:cxnLst/>
              <a:rect l="0" t="0" r="r" b="b"/>
              <a:pathLst>
                <a:path w="670" h="1753">
                  <a:moveTo>
                    <a:pt x="0" y="1696"/>
                  </a:moveTo>
                  <a:lnTo>
                    <a:pt x="225" y="1753"/>
                  </a:lnTo>
                  <a:lnTo>
                    <a:pt x="670" y="0"/>
                  </a:lnTo>
                  <a:lnTo>
                    <a:pt x="430" y="0"/>
                  </a:lnTo>
                  <a:lnTo>
                    <a:pt x="0" y="1696"/>
                  </a:lnTo>
                  <a:close/>
                </a:path>
              </a:pathLst>
            </a:custGeom>
            <a:solidFill>
              <a:schemeClr val="accent1"/>
            </a:solidFill>
            <a:ln>
              <a:noFill/>
            </a:ln>
          </p:spPr>
          <p:txBody>
            <a:bodyPr/>
            <a:lstStyle/>
            <a:p>
              <a:endParaRPr lang="en-US"/>
            </a:p>
          </p:txBody>
        </p:sp>
        <p:sp>
          <p:nvSpPr>
            <p:cNvPr id="25" name="Freeform 7">
              <a:extLst>
                <a:ext uri="{FF2B5EF4-FFF2-40B4-BE49-F238E27FC236}">
                  <a16:creationId xmlns:a16="http://schemas.microsoft.com/office/drawing/2014/main" id="{45EF6EDB-9B5D-49E9-96FA-1AE08BF95E57}"/>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2928938" y="-4763"/>
              <a:ext cx="1035050" cy="2673350"/>
            </a:xfrm>
            <a:custGeom>
              <a:avLst/>
              <a:gdLst/>
              <a:ahLst/>
              <a:cxnLst/>
              <a:rect l="0" t="0" r="r" b="b"/>
              <a:pathLst>
                <a:path w="652" h="1684">
                  <a:moveTo>
                    <a:pt x="225" y="1684"/>
                  </a:moveTo>
                  <a:lnTo>
                    <a:pt x="652" y="0"/>
                  </a:lnTo>
                  <a:lnTo>
                    <a:pt x="411" y="0"/>
                  </a:lnTo>
                  <a:lnTo>
                    <a:pt x="0" y="1627"/>
                  </a:lnTo>
                  <a:lnTo>
                    <a:pt x="219" y="1681"/>
                  </a:lnTo>
                  <a:lnTo>
                    <a:pt x="225" y="1684"/>
                  </a:lnTo>
                  <a:close/>
                </a:path>
              </a:pathLst>
            </a:custGeom>
            <a:solidFill>
              <a:srgbClr val="595959"/>
            </a:solidFill>
            <a:ln>
              <a:noFill/>
            </a:ln>
          </p:spPr>
          <p:txBody>
            <a:bodyPr/>
            <a:lstStyle/>
            <a:p>
              <a:endParaRPr lang="en-US"/>
            </a:p>
          </p:txBody>
        </p:sp>
        <p:sp>
          <p:nvSpPr>
            <p:cNvPr id="26" name="Freeform 12">
              <a:extLst>
                <a:ext uri="{FF2B5EF4-FFF2-40B4-BE49-F238E27FC236}">
                  <a16:creationId xmlns:a16="http://schemas.microsoft.com/office/drawing/2014/main" id="{38338226-D6E2-4EEE-B271-DB4BD096DBA1}"/>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2928938" y="2582862"/>
              <a:ext cx="2693987" cy="4275138"/>
            </a:xfrm>
            <a:custGeom>
              <a:avLst/>
              <a:gdLst/>
              <a:ahLst/>
              <a:cxnLst/>
              <a:rect l="0" t="0" r="r" b="b"/>
              <a:pathLst>
                <a:path w="1697" h="2693">
                  <a:moveTo>
                    <a:pt x="0" y="0"/>
                  </a:moveTo>
                  <a:lnTo>
                    <a:pt x="1622" y="2693"/>
                  </a:lnTo>
                  <a:lnTo>
                    <a:pt x="1697" y="2693"/>
                  </a:lnTo>
                  <a:lnTo>
                    <a:pt x="0" y="0"/>
                  </a:lnTo>
                  <a:close/>
                </a:path>
              </a:pathLst>
            </a:custGeom>
            <a:solidFill>
              <a:srgbClr val="262626"/>
            </a:solidFill>
            <a:ln>
              <a:noFill/>
            </a:ln>
          </p:spPr>
          <p:txBody>
            <a:bodyPr/>
            <a:lstStyle/>
            <a:p>
              <a:endParaRPr lang="en-US"/>
            </a:p>
          </p:txBody>
        </p:sp>
        <p:sp>
          <p:nvSpPr>
            <p:cNvPr id="27" name="Freeform 13">
              <a:extLst>
                <a:ext uri="{FF2B5EF4-FFF2-40B4-BE49-F238E27FC236}">
                  <a16:creationId xmlns:a16="http://schemas.microsoft.com/office/drawing/2014/main" id="{4878FB48-17B3-4A11-8025-DE0945CD4E71}"/>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3371850" y="2692400"/>
              <a:ext cx="3332162" cy="4165600"/>
            </a:xfrm>
            <a:custGeom>
              <a:avLst/>
              <a:gdLst/>
              <a:ahLst/>
              <a:cxnLst/>
              <a:rect l="0" t="0" r="r" b="b"/>
              <a:pathLst>
                <a:path w="2099" h="2624">
                  <a:moveTo>
                    <a:pt x="2099" y="2624"/>
                  </a:moveTo>
                  <a:lnTo>
                    <a:pt x="0" y="0"/>
                  </a:lnTo>
                  <a:lnTo>
                    <a:pt x="2021" y="2624"/>
                  </a:lnTo>
                  <a:lnTo>
                    <a:pt x="2099" y="2624"/>
                  </a:lnTo>
                  <a:close/>
                </a:path>
              </a:pathLst>
            </a:custGeom>
            <a:solidFill>
              <a:schemeClr val="accent1">
                <a:lumMod val="50000"/>
              </a:schemeClr>
            </a:solidFill>
            <a:ln>
              <a:noFill/>
            </a:ln>
          </p:spPr>
          <p:txBody>
            <a:bodyPr/>
            <a:lstStyle/>
            <a:p>
              <a:endParaRPr lang="en-US"/>
            </a:p>
          </p:txBody>
        </p:sp>
        <p:sp>
          <p:nvSpPr>
            <p:cNvPr id="28" name="Freeform 14">
              <a:extLst>
                <a:ext uri="{FF2B5EF4-FFF2-40B4-BE49-F238E27FC236}">
                  <a16:creationId xmlns:a16="http://schemas.microsoft.com/office/drawing/2014/main" id="{4150A21C-DD6D-4D3C-9E95-7A3CA263BEB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3367088" y="2687637"/>
              <a:ext cx="4576762" cy="4170363"/>
            </a:xfrm>
            <a:custGeom>
              <a:avLst/>
              <a:gdLst/>
              <a:ahLst/>
              <a:cxnLst/>
              <a:rect l="0" t="0" r="r" b="b"/>
              <a:pathLst>
                <a:path w="2883" h="2627">
                  <a:moveTo>
                    <a:pt x="0" y="0"/>
                  </a:moveTo>
                  <a:lnTo>
                    <a:pt x="3" y="3"/>
                  </a:lnTo>
                  <a:lnTo>
                    <a:pt x="2102" y="2627"/>
                  </a:lnTo>
                  <a:lnTo>
                    <a:pt x="2883" y="2627"/>
                  </a:lnTo>
                  <a:lnTo>
                    <a:pt x="225" y="57"/>
                  </a:lnTo>
                  <a:lnTo>
                    <a:pt x="0" y="0"/>
                  </a:lnTo>
                  <a:close/>
                </a:path>
              </a:pathLst>
            </a:custGeom>
            <a:solidFill>
              <a:schemeClr val="accent1">
                <a:lumMod val="75000"/>
              </a:schemeClr>
            </a:solidFill>
            <a:ln>
              <a:noFill/>
            </a:ln>
          </p:spPr>
          <p:txBody>
            <a:bodyPr/>
            <a:lstStyle/>
            <a:p>
              <a:endParaRPr lang="en-US"/>
            </a:p>
          </p:txBody>
        </p:sp>
        <p:sp>
          <p:nvSpPr>
            <p:cNvPr id="29" name="Freeform 15">
              <a:extLst>
                <a:ext uri="{FF2B5EF4-FFF2-40B4-BE49-F238E27FC236}">
                  <a16:creationId xmlns:a16="http://schemas.microsoft.com/office/drawing/2014/main" id="{7505BF04-104D-4180-A284-42FCD6B04DD6}"/>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2928938" y="2578100"/>
              <a:ext cx="3584575" cy="4279900"/>
            </a:xfrm>
            <a:custGeom>
              <a:avLst/>
              <a:gdLst/>
              <a:ahLst/>
              <a:cxnLst/>
              <a:rect l="0" t="0" r="r" b="b"/>
              <a:pathLst>
                <a:path w="2258" h="2696">
                  <a:moveTo>
                    <a:pt x="2258" y="2696"/>
                  </a:moveTo>
                  <a:lnTo>
                    <a:pt x="264" y="111"/>
                  </a:lnTo>
                  <a:lnTo>
                    <a:pt x="228" y="60"/>
                  </a:lnTo>
                  <a:lnTo>
                    <a:pt x="225" y="57"/>
                  </a:lnTo>
                  <a:lnTo>
                    <a:pt x="0" y="0"/>
                  </a:lnTo>
                  <a:lnTo>
                    <a:pt x="0" y="3"/>
                  </a:lnTo>
                  <a:lnTo>
                    <a:pt x="1697" y="2696"/>
                  </a:lnTo>
                  <a:lnTo>
                    <a:pt x="2258" y="2696"/>
                  </a:lnTo>
                  <a:close/>
                </a:path>
              </a:pathLst>
            </a:custGeom>
            <a:solidFill>
              <a:srgbClr val="404040"/>
            </a:solidFill>
            <a:ln>
              <a:noFill/>
            </a:ln>
          </p:spPr>
          <p:txBody>
            <a:bodyPr/>
            <a:lstStyle/>
            <a:p>
              <a:endParaRPr lang="en-US"/>
            </a:p>
          </p:txBody>
        </p:sp>
      </p:grpSp>
      <p:sp>
        <p:nvSpPr>
          <p:cNvPr id="2" name="Title 1">
            <a:extLst>
              <a:ext uri="{FF2B5EF4-FFF2-40B4-BE49-F238E27FC236}">
                <a16:creationId xmlns:a16="http://schemas.microsoft.com/office/drawing/2014/main" id="{652CD06E-EB43-4697-A9C1-290232C3BAD6}"/>
              </a:ext>
            </a:extLst>
          </p:cNvPr>
          <p:cNvSpPr>
            <a:spLocks noGrp="1"/>
          </p:cNvSpPr>
          <p:nvPr>
            <p:ph type="ctrTitle"/>
          </p:nvPr>
        </p:nvSpPr>
        <p:spPr>
          <a:xfrm>
            <a:off x="473345" y="0"/>
            <a:ext cx="11604355" cy="1223994"/>
          </a:xfrm>
        </p:spPr>
        <p:txBody>
          <a:bodyPr>
            <a:noAutofit/>
          </a:bodyPr>
          <a:lstStyle/>
          <a:p>
            <a:pPr algn="l"/>
            <a:r>
              <a:rPr lang="en-US" sz="4800" dirty="0">
                <a:effectLst/>
                <a:latin typeface="Mystical Woods Smooth Script" panose="02000500000000000000" pitchFamily="2" charset="0"/>
              </a:rPr>
              <a:t> </a:t>
            </a:r>
            <a:r>
              <a:rPr lang="en-US" sz="4800" dirty="0" err="1">
                <a:effectLst/>
                <a:latin typeface="Mystical Woods Smooth Script" panose="02000500000000000000" pitchFamily="2" charset="0"/>
              </a:rPr>
              <a:t>Destructuring</a:t>
            </a:r>
            <a:r>
              <a:rPr lang="en-US" sz="4800" dirty="0">
                <a:effectLst/>
                <a:latin typeface="Mystical Woods Smooth Script" panose="02000500000000000000" pitchFamily="2" charset="0"/>
              </a:rPr>
              <a:t> Props</a:t>
            </a:r>
            <a:endParaRPr lang="en-US" sz="2100" b="1" dirty="0">
              <a:effectLst/>
              <a:latin typeface="Cavolini" panose="03000502040302020204" pitchFamily="66" charset="0"/>
              <a:cs typeface="Cavolini" panose="03000502040302020204" pitchFamily="66" charset="0"/>
            </a:endParaRPr>
          </a:p>
        </p:txBody>
      </p:sp>
      <p:grpSp>
        <p:nvGrpSpPr>
          <p:cNvPr id="6" name="Group 5">
            <a:extLst>
              <a:ext uri="{FF2B5EF4-FFF2-40B4-BE49-F238E27FC236}">
                <a16:creationId xmlns:a16="http://schemas.microsoft.com/office/drawing/2014/main" id="{752A73B4-49EC-E765-1462-2A106F07C3D4}"/>
              </a:ext>
            </a:extLst>
          </p:cNvPr>
          <p:cNvGrpSpPr/>
          <p:nvPr/>
        </p:nvGrpSpPr>
        <p:grpSpPr>
          <a:xfrm>
            <a:off x="481809" y="1152868"/>
            <a:ext cx="8950321" cy="182880"/>
            <a:chOff x="1089027" y="1251583"/>
            <a:chExt cx="8950321" cy="182880"/>
          </a:xfrm>
        </p:grpSpPr>
        <p:cxnSp>
          <p:nvCxnSpPr>
            <p:cNvPr id="4" name="Straight Connector 3">
              <a:extLst>
                <a:ext uri="{FF2B5EF4-FFF2-40B4-BE49-F238E27FC236}">
                  <a16:creationId xmlns:a16="http://schemas.microsoft.com/office/drawing/2014/main" id="{1111542F-3245-DDEC-4B5A-7412E7DBE5FD}"/>
                </a:ext>
              </a:extLst>
            </p:cNvPr>
            <p:cNvCxnSpPr/>
            <p:nvPr/>
          </p:nvCxnSpPr>
          <p:spPr>
            <a:xfrm>
              <a:off x="1089027" y="1347537"/>
              <a:ext cx="8786493" cy="0"/>
            </a:xfrm>
            <a:prstGeom prst="line">
              <a:avLst/>
            </a:prstGeom>
            <a:ln w="38100">
              <a:solidFill>
                <a:srgbClr val="595959"/>
              </a:solidFill>
            </a:ln>
            <a:effectLst>
              <a:reflection blurRad="6350" stA="50000" endA="275" endPos="40000" dist="101600" dir="5400000" sy="-100000" algn="bl" rotWithShape="0"/>
              <a:softEdge rad="12700"/>
            </a:effectLst>
          </p:spPr>
          <p:style>
            <a:lnRef idx="3">
              <a:schemeClr val="dk1"/>
            </a:lnRef>
            <a:fillRef idx="0">
              <a:schemeClr val="dk1"/>
            </a:fillRef>
            <a:effectRef idx="2">
              <a:schemeClr val="dk1"/>
            </a:effectRef>
            <a:fontRef idx="minor">
              <a:schemeClr val="tx1"/>
            </a:fontRef>
          </p:style>
        </p:cxnSp>
        <p:sp>
          <p:nvSpPr>
            <p:cNvPr id="5" name="Flowchart: Connector 4">
              <a:extLst>
                <a:ext uri="{FF2B5EF4-FFF2-40B4-BE49-F238E27FC236}">
                  <a16:creationId xmlns:a16="http://schemas.microsoft.com/office/drawing/2014/main" id="{B2858492-B751-8ED7-57BE-708D61DDCF50}"/>
                </a:ext>
              </a:extLst>
            </p:cNvPr>
            <p:cNvSpPr/>
            <p:nvPr/>
          </p:nvSpPr>
          <p:spPr>
            <a:xfrm>
              <a:off x="9856468" y="1251583"/>
              <a:ext cx="182880" cy="182880"/>
            </a:xfrm>
            <a:prstGeom prst="flowChartConnector">
              <a:avLst/>
            </a:prstGeom>
            <a:ln>
              <a:noFill/>
            </a:ln>
            <a:effectLst>
              <a:outerShdw blurRad="50800" dist="38100" dir="2700000" algn="tl"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7" name="TextBox 6">
            <a:extLst>
              <a:ext uri="{FF2B5EF4-FFF2-40B4-BE49-F238E27FC236}">
                <a16:creationId xmlns:a16="http://schemas.microsoft.com/office/drawing/2014/main" id="{A6747723-BAE5-C999-4896-8F92A872C1D9}"/>
              </a:ext>
            </a:extLst>
          </p:cNvPr>
          <p:cNvSpPr txBox="1"/>
          <p:nvPr/>
        </p:nvSpPr>
        <p:spPr>
          <a:xfrm flipH="1">
            <a:off x="414301" y="1477530"/>
            <a:ext cx="10806849" cy="415498"/>
          </a:xfrm>
          <a:prstGeom prst="rect">
            <a:avLst/>
          </a:prstGeom>
          <a:noFill/>
        </p:spPr>
        <p:txBody>
          <a:bodyPr wrap="square" rtlCol="0">
            <a:spAutoFit/>
          </a:bodyPr>
          <a:lstStyle/>
          <a:p>
            <a:pPr algn="l"/>
            <a:r>
              <a:rPr lang="en-US" sz="2100" b="1" i="0" dirty="0" err="1">
                <a:effectLst/>
                <a:latin typeface="Cavolini" panose="03000502040302020204" pitchFamily="66" charset="0"/>
                <a:cs typeface="Cavolini" panose="03000502040302020204" pitchFamily="66" charset="0"/>
              </a:rPr>
              <a:t>Destructuring</a:t>
            </a:r>
            <a:r>
              <a:rPr lang="en-US" sz="2100" b="1" i="0" dirty="0">
                <a:effectLst/>
                <a:latin typeface="Cavolini" panose="03000502040302020204" pitchFamily="66" charset="0"/>
                <a:cs typeface="Cavolini" panose="03000502040302020204" pitchFamily="66" charset="0"/>
              </a:rPr>
              <a:t> Lets </a:t>
            </a:r>
            <a:r>
              <a:rPr lang="en-US" sz="2100" b="1" dirty="0">
                <a:latin typeface="Cavolini" panose="03000502040302020204" pitchFamily="66" charset="0"/>
                <a:cs typeface="Cavolini" panose="03000502040302020204" pitchFamily="66" charset="0"/>
              </a:rPr>
              <a:t>U</a:t>
            </a:r>
            <a:r>
              <a:rPr lang="en-US" sz="2100" b="1" i="0" dirty="0">
                <a:effectLst/>
                <a:latin typeface="Cavolini" panose="03000502040302020204" pitchFamily="66" charset="0"/>
                <a:cs typeface="Cavolini" panose="03000502040302020204" pitchFamily="66" charset="0"/>
              </a:rPr>
              <a:t>s Streamline </a:t>
            </a:r>
            <a:r>
              <a:rPr lang="en-US" sz="2100" b="1" dirty="0">
                <a:latin typeface="Cavolini" panose="03000502040302020204" pitchFamily="66" charset="0"/>
                <a:cs typeface="Cavolini" panose="03000502040302020204" pitchFamily="66" charset="0"/>
              </a:rPr>
              <a:t>T</a:t>
            </a:r>
            <a:r>
              <a:rPr lang="en-US" sz="2100" b="1" i="0" dirty="0">
                <a:effectLst/>
                <a:latin typeface="Cavolini" panose="03000502040302020204" pitchFamily="66" charset="0"/>
                <a:cs typeface="Cavolini" panose="03000502040302020204" pitchFamily="66" charset="0"/>
              </a:rPr>
              <a:t>his </a:t>
            </a:r>
            <a:r>
              <a:rPr lang="en-US" sz="2100" b="1" dirty="0">
                <a:latin typeface="Cavolini" panose="03000502040302020204" pitchFamily="66" charset="0"/>
                <a:cs typeface="Cavolini" panose="03000502040302020204" pitchFamily="66" charset="0"/>
              </a:rPr>
              <a:t>C</a:t>
            </a:r>
            <a:r>
              <a:rPr lang="en-US" sz="2100" b="1" i="0" dirty="0">
                <a:effectLst/>
                <a:latin typeface="Cavolini" panose="03000502040302020204" pitchFamily="66" charset="0"/>
                <a:cs typeface="Cavolini" panose="03000502040302020204" pitchFamily="66" charset="0"/>
              </a:rPr>
              <a:t>ode:</a:t>
            </a:r>
          </a:p>
        </p:txBody>
      </p:sp>
      <p:sp>
        <p:nvSpPr>
          <p:cNvPr id="12" name="TextBox 11">
            <a:extLst>
              <a:ext uri="{FF2B5EF4-FFF2-40B4-BE49-F238E27FC236}">
                <a16:creationId xmlns:a16="http://schemas.microsoft.com/office/drawing/2014/main" id="{1C94346F-CFE5-6FCE-3101-2994B6CA3D94}"/>
              </a:ext>
            </a:extLst>
          </p:cNvPr>
          <p:cNvSpPr txBox="1"/>
          <p:nvPr/>
        </p:nvSpPr>
        <p:spPr>
          <a:xfrm>
            <a:off x="414301" y="4366264"/>
            <a:ext cx="6177146" cy="923330"/>
          </a:xfrm>
          <a:prstGeom prst="rect">
            <a:avLst/>
          </a:prstGeom>
          <a:noFill/>
        </p:spPr>
        <p:txBody>
          <a:bodyPr wrap="square">
            <a:spAutoFit/>
          </a:bodyPr>
          <a:lstStyle/>
          <a:p>
            <a:r>
              <a:rPr lang="en-US" b="1" dirty="0">
                <a:solidFill>
                  <a:srgbClr val="FF7EDB"/>
                </a:solidFill>
                <a:effectLst/>
                <a:latin typeface="Cascadia Code" panose="020B0609020000020004" pitchFamily="49" charset="0"/>
              </a:rPr>
              <a:t>console</a:t>
            </a:r>
            <a:r>
              <a:rPr lang="en-US" b="1" dirty="0">
                <a:solidFill>
                  <a:srgbClr val="BBBBBB"/>
                </a:solidFill>
                <a:effectLst/>
                <a:latin typeface="Cascadia Code" panose="020B0609020000020004" pitchFamily="49" charset="0"/>
              </a:rPr>
              <a:t>.</a:t>
            </a:r>
            <a:r>
              <a:rPr lang="en-US" b="1" dirty="0">
                <a:solidFill>
                  <a:srgbClr val="36F9F6"/>
                </a:solidFill>
                <a:effectLst/>
                <a:latin typeface="Cascadia Code" panose="020B0609020000020004" pitchFamily="49" charset="0"/>
              </a:rPr>
              <a:t>log</a:t>
            </a:r>
            <a:r>
              <a:rPr lang="en-US" b="1" dirty="0">
                <a:solidFill>
                  <a:srgbClr val="BBBBBB"/>
                </a:solidFill>
                <a:effectLst/>
                <a:latin typeface="Cascadia Code" panose="020B0609020000020004" pitchFamily="49" charset="0"/>
              </a:rPr>
              <a:t>(</a:t>
            </a:r>
            <a:r>
              <a:rPr lang="en-US" b="1" dirty="0" err="1">
                <a:solidFill>
                  <a:srgbClr val="2EE2FA"/>
                </a:solidFill>
                <a:effectLst/>
                <a:latin typeface="Cascadia Code" panose="020B0609020000020004" pitchFamily="49" charset="0"/>
              </a:rPr>
              <a:t>firstName</a:t>
            </a:r>
            <a:r>
              <a:rPr lang="en-US" b="1" dirty="0">
                <a:solidFill>
                  <a:srgbClr val="BBBBBB"/>
                </a:solidFill>
                <a:effectLst/>
                <a:latin typeface="Cascadia Code" panose="020B0609020000020004" pitchFamily="49" charset="0"/>
              </a:rPr>
              <a:t>); </a:t>
            </a:r>
            <a:r>
              <a:rPr lang="en-US" b="1" i="1" dirty="0">
                <a:solidFill>
                  <a:srgbClr val="848BBD"/>
                </a:solidFill>
                <a:effectLst/>
                <a:latin typeface="Cascadia Code" panose="020B0609020000020004" pitchFamily="49" charset="0"/>
              </a:rPr>
              <a:t>// Mayur</a:t>
            </a:r>
            <a:endParaRPr lang="en-US" b="1" dirty="0">
              <a:solidFill>
                <a:srgbClr val="BBBBBB"/>
              </a:solidFill>
              <a:effectLst/>
              <a:latin typeface="Cascadia Code" panose="020B0609020000020004" pitchFamily="49" charset="0"/>
            </a:endParaRPr>
          </a:p>
          <a:p>
            <a:r>
              <a:rPr lang="en-US" b="1" dirty="0">
                <a:solidFill>
                  <a:srgbClr val="FF7EDB"/>
                </a:solidFill>
                <a:effectLst/>
                <a:latin typeface="Cascadia Code" panose="020B0609020000020004" pitchFamily="49" charset="0"/>
              </a:rPr>
              <a:t>console</a:t>
            </a:r>
            <a:r>
              <a:rPr lang="en-US" b="1" dirty="0">
                <a:solidFill>
                  <a:srgbClr val="BBBBBB"/>
                </a:solidFill>
                <a:effectLst/>
                <a:latin typeface="Cascadia Code" panose="020B0609020000020004" pitchFamily="49" charset="0"/>
              </a:rPr>
              <a:t>.</a:t>
            </a:r>
            <a:r>
              <a:rPr lang="en-US" b="1" dirty="0">
                <a:solidFill>
                  <a:srgbClr val="36F9F6"/>
                </a:solidFill>
                <a:effectLst/>
                <a:latin typeface="Cascadia Code" panose="020B0609020000020004" pitchFamily="49" charset="0"/>
              </a:rPr>
              <a:t>log</a:t>
            </a:r>
            <a:r>
              <a:rPr lang="en-US" b="1" dirty="0">
                <a:solidFill>
                  <a:srgbClr val="BBBBBB"/>
                </a:solidFill>
                <a:effectLst/>
                <a:latin typeface="Cascadia Code" panose="020B0609020000020004" pitchFamily="49" charset="0"/>
              </a:rPr>
              <a:t>(</a:t>
            </a:r>
            <a:r>
              <a:rPr lang="en-US" b="1" dirty="0" err="1">
                <a:solidFill>
                  <a:srgbClr val="2EE2FA"/>
                </a:solidFill>
                <a:effectLst/>
                <a:latin typeface="Cascadia Code" panose="020B0609020000020004" pitchFamily="49" charset="0"/>
              </a:rPr>
              <a:t>lastName</a:t>
            </a:r>
            <a:r>
              <a:rPr lang="en-US" b="1" dirty="0">
                <a:solidFill>
                  <a:srgbClr val="BBBBBB"/>
                </a:solidFill>
                <a:effectLst/>
                <a:latin typeface="Cascadia Code" panose="020B0609020000020004" pitchFamily="49" charset="0"/>
              </a:rPr>
              <a:t>); </a:t>
            </a:r>
            <a:r>
              <a:rPr lang="en-US" b="1" i="1" dirty="0">
                <a:solidFill>
                  <a:srgbClr val="848BBD"/>
                </a:solidFill>
                <a:effectLst/>
                <a:latin typeface="Cascadia Code" panose="020B0609020000020004" pitchFamily="49" charset="0"/>
              </a:rPr>
              <a:t>// Pai</a:t>
            </a:r>
            <a:endParaRPr lang="en-US" b="1" dirty="0">
              <a:solidFill>
                <a:srgbClr val="BBBBBB"/>
              </a:solidFill>
              <a:effectLst/>
              <a:latin typeface="Cascadia Code" panose="020B0609020000020004" pitchFamily="49" charset="0"/>
            </a:endParaRPr>
          </a:p>
          <a:p>
            <a:r>
              <a:rPr lang="en-US" b="1" dirty="0">
                <a:solidFill>
                  <a:srgbClr val="FF7EDB"/>
                </a:solidFill>
                <a:effectLst/>
                <a:latin typeface="Cascadia Code" panose="020B0609020000020004" pitchFamily="49" charset="0"/>
              </a:rPr>
              <a:t>console</a:t>
            </a:r>
            <a:r>
              <a:rPr lang="en-US" b="1" dirty="0">
                <a:solidFill>
                  <a:srgbClr val="BBBBBB"/>
                </a:solidFill>
                <a:effectLst/>
                <a:latin typeface="Cascadia Code" panose="020B0609020000020004" pitchFamily="49" charset="0"/>
              </a:rPr>
              <a:t>.</a:t>
            </a:r>
            <a:r>
              <a:rPr lang="en-US" b="1" dirty="0">
                <a:solidFill>
                  <a:srgbClr val="36F9F6"/>
                </a:solidFill>
                <a:effectLst/>
                <a:latin typeface="Cascadia Code" panose="020B0609020000020004" pitchFamily="49" charset="0"/>
              </a:rPr>
              <a:t>log</a:t>
            </a:r>
            <a:r>
              <a:rPr lang="en-US" b="1" dirty="0">
                <a:solidFill>
                  <a:srgbClr val="BBBBBB"/>
                </a:solidFill>
                <a:effectLst/>
                <a:latin typeface="Cascadia Code" panose="020B0609020000020004" pitchFamily="49" charset="0"/>
              </a:rPr>
              <a:t>(</a:t>
            </a:r>
            <a:r>
              <a:rPr lang="en-US" b="1" dirty="0" err="1">
                <a:solidFill>
                  <a:srgbClr val="2EE2FA"/>
                </a:solidFill>
                <a:effectLst/>
                <a:latin typeface="Cascadia Code" panose="020B0609020000020004" pitchFamily="49" charset="0"/>
              </a:rPr>
              <a:t>emailId</a:t>
            </a:r>
            <a:r>
              <a:rPr lang="en-US" b="1" dirty="0">
                <a:solidFill>
                  <a:srgbClr val="BBBBBB"/>
                </a:solidFill>
                <a:effectLst/>
                <a:latin typeface="Cascadia Code" panose="020B0609020000020004" pitchFamily="49" charset="0"/>
              </a:rPr>
              <a:t>); </a:t>
            </a:r>
            <a:r>
              <a:rPr lang="en-US" b="1" i="1" dirty="0">
                <a:solidFill>
                  <a:srgbClr val="848BBD"/>
                </a:solidFill>
                <a:effectLst/>
                <a:latin typeface="Cascadia Code" panose="020B0609020000020004" pitchFamily="49" charset="0"/>
              </a:rPr>
              <a:t>// mayur5pai@gmail.com</a:t>
            </a:r>
            <a:endParaRPr lang="en-US" b="1" dirty="0">
              <a:solidFill>
                <a:srgbClr val="BBBBBB"/>
              </a:solidFill>
              <a:effectLst/>
              <a:latin typeface="Cascadia Code" panose="020B0609020000020004" pitchFamily="49" charset="0"/>
            </a:endParaRPr>
          </a:p>
        </p:txBody>
      </p:sp>
      <p:sp>
        <p:nvSpPr>
          <p:cNvPr id="8" name="TextBox 7">
            <a:extLst>
              <a:ext uri="{FF2B5EF4-FFF2-40B4-BE49-F238E27FC236}">
                <a16:creationId xmlns:a16="http://schemas.microsoft.com/office/drawing/2014/main" id="{7E6F9EAC-BB38-4029-6B70-BA0C441CE391}"/>
              </a:ext>
            </a:extLst>
          </p:cNvPr>
          <p:cNvSpPr txBox="1"/>
          <p:nvPr/>
        </p:nvSpPr>
        <p:spPr>
          <a:xfrm>
            <a:off x="428439" y="1912065"/>
            <a:ext cx="9074332" cy="369332"/>
          </a:xfrm>
          <a:prstGeom prst="rect">
            <a:avLst/>
          </a:prstGeom>
          <a:noFill/>
        </p:spPr>
        <p:txBody>
          <a:bodyPr wrap="square">
            <a:spAutoFit/>
          </a:bodyPr>
          <a:lstStyle/>
          <a:p>
            <a:r>
              <a:rPr lang="en-US" b="1" dirty="0">
                <a:solidFill>
                  <a:srgbClr val="FEDE5D"/>
                </a:solidFill>
                <a:effectLst/>
                <a:latin typeface="Cascadia Code" panose="020B0609020000020004" pitchFamily="49" charset="0"/>
              </a:rPr>
              <a:t>const</a:t>
            </a:r>
            <a:r>
              <a:rPr lang="en-US" b="1" dirty="0">
                <a:solidFill>
                  <a:srgbClr val="BBBBBB"/>
                </a:solidFill>
                <a:effectLst/>
                <a:latin typeface="Cascadia Code" panose="020B0609020000020004" pitchFamily="49" charset="0"/>
              </a:rPr>
              <a:t> { </a:t>
            </a:r>
            <a:r>
              <a:rPr lang="en-US" b="1" dirty="0" err="1">
                <a:solidFill>
                  <a:srgbClr val="FF7EDB"/>
                </a:solidFill>
                <a:effectLst/>
                <a:latin typeface="Cascadia Code" panose="020B0609020000020004" pitchFamily="49" charset="0"/>
              </a:rPr>
              <a:t>firstName</a:t>
            </a:r>
            <a:r>
              <a:rPr lang="en-US" b="1" dirty="0">
                <a:solidFill>
                  <a:srgbClr val="BBBBBB"/>
                </a:solidFill>
                <a:effectLst/>
                <a:latin typeface="Cascadia Code" panose="020B0609020000020004" pitchFamily="49" charset="0"/>
              </a:rPr>
              <a:t>, </a:t>
            </a:r>
            <a:r>
              <a:rPr lang="en-US" b="1" dirty="0" err="1">
                <a:solidFill>
                  <a:srgbClr val="FF7EDB"/>
                </a:solidFill>
                <a:effectLst/>
                <a:latin typeface="Cascadia Code" panose="020B0609020000020004" pitchFamily="49" charset="0"/>
              </a:rPr>
              <a:t>lastName</a:t>
            </a:r>
            <a:r>
              <a:rPr lang="en-US" b="1" dirty="0">
                <a:solidFill>
                  <a:srgbClr val="BBBBBB"/>
                </a:solidFill>
                <a:effectLst/>
                <a:latin typeface="Cascadia Code" panose="020B0609020000020004" pitchFamily="49" charset="0"/>
              </a:rPr>
              <a:t>, </a:t>
            </a:r>
            <a:r>
              <a:rPr lang="en-US" b="1" dirty="0" err="1">
                <a:solidFill>
                  <a:srgbClr val="FF7EDB"/>
                </a:solidFill>
                <a:effectLst/>
                <a:latin typeface="Cascadia Code" panose="020B0609020000020004" pitchFamily="49" charset="0"/>
              </a:rPr>
              <a:t>emailId</a:t>
            </a:r>
            <a:r>
              <a:rPr lang="en-US" b="1" dirty="0">
                <a:solidFill>
                  <a:srgbClr val="BBBBBB"/>
                </a:solidFill>
                <a:effectLst/>
                <a:latin typeface="Cascadia Code" panose="020B0609020000020004" pitchFamily="49" charset="0"/>
              </a:rPr>
              <a:t> } </a:t>
            </a:r>
            <a:r>
              <a:rPr lang="en-US" b="1" dirty="0">
                <a:solidFill>
                  <a:srgbClr val="FFFFFF"/>
                </a:solidFill>
                <a:effectLst/>
                <a:latin typeface="Cascadia Code" panose="020B0609020000020004" pitchFamily="49" charset="0"/>
              </a:rPr>
              <a:t>=</a:t>
            </a:r>
            <a:r>
              <a:rPr lang="en-US" b="1" dirty="0">
                <a:solidFill>
                  <a:srgbClr val="BBBBBB"/>
                </a:solidFill>
                <a:effectLst/>
                <a:latin typeface="Cascadia Code" panose="020B0609020000020004" pitchFamily="49" charset="0"/>
              </a:rPr>
              <a:t> </a:t>
            </a:r>
            <a:r>
              <a:rPr lang="en-US" b="1" dirty="0">
                <a:solidFill>
                  <a:srgbClr val="FF7EDB"/>
                </a:solidFill>
                <a:effectLst/>
                <a:latin typeface="Cascadia Code" panose="020B0609020000020004" pitchFamily="49" charset="0"/>
              </a:rPr>
              <a:t>employee</a:t>
            </a:r>
            <a:r>
              <a:rPr lang="en-US" b="1" dirty="0">
                <a:solidFill>
                  <a:srgbClr val="BBBBBB"/>
                </a:solidFill>
                <a:effectLst/>
                <a:latin typeface="Cascadia Code" panose="020B0609020000020004" pitchFamily="49" charset="0"/>
              </a:rPr>
              <a:t>;</a:t>
            </a:r>
          </a:p>
        </p:txBody>
      </p:sp>
      <p:sp>
        <p:nvSpPr>
          <p:cNvPr id="11" name="TextBox 10">
            <a:extLst>
              <a:ext uri="{FF2B5EF4-FFF2-40B4-BE49-F238E27FC236}">
                <a16:creationId xmlns:a16="http://schemas.microsoft.com/office/drawing/2014/main" id="{D9BA7331-D5EF-1AED-2E56-B081539782A5}"/>
              </a:ext>
            </a:extLst>
          </p:cNvPr>
          <p:cNvSpPr txBox="1"/>
          <p:nvPr/>
        </p:nvSpPr>
        <p:spPr>
          <a:xfrm flipH="1">
            <a:off x="428439" y="2392269"/>
            <a:ext cx="10806849" cy="415498"/>
          </a:xfrm>
          <a:prstGeom prst="rect">
            <a:avLst/>
          </a:prstGeom>
          <a:noFill/>
        </p:spPr>
        <p:txBody>
          <a:bodyPr wrap="square" rtlCol="0">
            <a:spAutoFit/>
          </a:bodyPr>
          <a:lstStyle/>
          <a:p>
            <a:pPr algn="l"/>
            <a:r>
              <a:rPr lang="en-US" sz="2100" b="1" i="0" dirty="0">
                <a:effectLst/>
                <a:latin typeface="Cavolini" panose="03000502040302020204" pitchFamily="66" charset="0"/>
                <a:cs typeface="Cavolini" panose="03000502040302020204" pitchFamily="66" charset="0"/>
              </a:rPr>
              <a:t>Is Equivalent To</a:t>
            </a:r>
          </a:p>
        </p:txBody>
      </p:sp>
      <p:sp>
        <p:nvSpPr>
          <p:cNvPr id="16" name="TextBox 15">
            <a:extLst>
              <a:ext uri="{FF2B5EF4-FFF2-40B4-BE49-F238E27FC236}">
                <a16:creationId xmlns:a16="http://schemas.microsoft.com/office/drawing/2014/main" id="{F780BE51-5F4A-F6B8-5434-5B85602AA346}"/>
              </a:ext>
            </a:extLst>
          </p:cNvPr>
          <p:cNvSpPr txBox="1"/>
          <p:nvPr/>
        </p:nvSpPr>
        <p:spPr>
          <a:xfrm>
            <a:off x="414301" y="2818032"/>
            <a:ext cx="6097772" cy="923330"/>
          </a:xfrm>
          <a:prstGeom prst="rect">
            <a:avLst/>
          </a:prstGeom>
          <a:noFill/>
        </p:spPr>
        <p:txBody>
          <a:bodyPr wrap="square">
            <a:spAutoFit/>
          </a:bodyPr>
          <a:lstStyle/>
          <a:p>
            <a:r>
              <a:rPr lang="en-US" b="1" dirty="0">
                <a:solidFill>
                  <a:srgbClr val="FEDE5D"/>
                </a:solidFill>
                <a:effectLst/>
                <a:latin typeface="Cascadia Code" panose="020B0609020000020004" pitchFamily="49" charset="0"/>
              </a:rPr>
              <a:t>const</a:t>
            </a:r>
            <a:r>
              <a:rPr lang="en-US" b="1" dirty="0">
                <a:solidFill>
                  <a:srgbClr val="BBBBBB"/>
                </a:solidFill>
                <a:effectLst/>
                <a:latin typeface="Cascadia Code" panose="020B0609020000020004" pitchFamily="49" charset="0"/>
              </a:rPr>
              <a:t> </a:t>
            </a:r>
            <a:r>
              <a:rPr lang="en-US" b="1" dirty="0" err="1">
                <a:solidFill>
                  <a:srgbClr val="FF7EDB"/>
                </a:solidFill>
                <a:effectLst/>
                <a:latin typeface="Cascadia Code" panose="020B0609020000020004" pitchFamily="49" charset="0"/>
              </a:rPr>
              <a:t>firstName</a:t>
            </a:r>
            <a:r>
              <a:rPr lang="en-US" b="1" dirty="0">
                <a:solidFill>
                  <a:srgbClr val="BBBBBB"/>
                </a:solidFill>
                <a:effectLst/>
                <a:latin typeface="Cascadia Code" panose="020B0609020000020004" pitchFamily="49" charset="0"/>
              </a:rPr>
              <a:t> </a:t>
            </a:r>
            <a:r>
              <a:rPr lang="en-US" b="1" dirty="0">
                <a:solidFill>
                  <a:srgbClr val="FFFFFF"/>
                </a:solidFill>
                <a:effectLst/>
                <a:latin typeface="Cascadia Code" panose="020B0609020000020004" pitchFamily="49" charset="0"/>
              </a:rPr>
              <a:t>=</a:t>
            </a:r>
            <a:r>
              <a:rPr lang="en-US" b="1" dirty="0">
                <a:solidFill>
                  <a:srgbClr val="BBBBBB"/>
                </a:solidFill>
                <a:effectLst/>
                <a:latin typeface="Cascadia Code" panose="020B0609020000020004" pitchFamily="49" charset="0"/>
              </a:rPr>
              <a:t> </a:t>
            </a:r>
            <a:r>
              <a:rPr lang="en-US" b="1" dirty="0" err="1">
                <a:solidFill>
                  <a:srgbClr val="FF7EDB"/>
                </a:solidFill>
                <a:effectLst/>
                <a:latin typeface="Cascadia Code" panose="020B0609020000020004" pitchFamily="49" charset="0"/>
              </a:rPr>
              <a:t>employee</a:t>
            </a:r>
            <a:r>
              <a:rPr lang="en-US" b="1" dirty="0" err="1">
                <a:solidFill>
                  <a:srgbClr val="BBBBBB"/>
                </a:solidFill>
                <a:effectLst/>
                <a:latin typeface="Cascadia Code" panose="020B0609020000020004" pitchFamily="49" charset="0"/>
              </a:rPr>
              <a:t>.</a:t>
            </a:r>
            <a:r>
              <a:rPr lang="en-US" b="1" dirty="0" err="1">
                <a:solidFill>
                  <a:srgbClr val="2EE2FA"/>
                </a:solidFill>
                <a:effectLst/>
                <a:latin typeface="Cascadia Code" panose="020B0609020000020004" pitchFamily="49" charset="0"/>
              </a:rPr>
              <a:t>firstName</a:t>
            </a:r>
            <a:r>
              <a:rPr lang="en-US" b="1" dirty="0">
                <a:solidFill>
                  <a:srgbClr val="BBBBBB"/>
                </a:solidFill>
                <a:effectLst/>
                <a:latin typeface="Cascadia Code" panose="020B0609020000020004" pitchFamily="49" charset="0"/>
              </a:rPr>
              <a:t>;</a:t>
            </a:r>
          </a:p>
          <a:p>
            <a:r>
              <a:rPr lang="en-US" b="1" dirty="0">
                <a:solidFill>
                  <a:srgbClr val="FEDE5D"/>
                </a:solidFill>
                <a:effectLst/>
                <a:latin typeface="Cascadia Code" panose="020B0609020000020004" pitchFamily="49" charset="0"/>
              </a:rPr>
              <a:t>const</a:t>
            </a:r>
            <a:r>
              <a:rPr lang="en-US" b="1" dirty="0">
                <a:solidFill>
                  <a:srgbClr val="BBBBBB"/>
                </a:solidFill>
                <a:effectLst/>
                <a:latin typeface="Cascadia Code" panose="020B0609020000020004" pitchFamily="49" charset="0"/>
              </a:rPr>
              <a:t> </a:t>
            </a:r>
            <a:r>
              <a:rPr lang="en-US" b="1" dirty="0" err="1">
                <a:solidFill>
                  <a:srgbClr val="FF7EDB"/>
                </a:solidFill>
                <a:effectLst/>
                <a:latin typeface="Cascadia Code" panose="020B0609020000020004" pitchFamily="49" charset="0"/>
              </a:rPr>
              <a:t>lastName</a:t>
            </a:r>
            <a:r>
              <a:rPr lang="en-US" b="1" dirty="0">
                <a:solidFill>
                  <a:srgbClr val="BBBBBB"/>
                </a:solidFill>
                <a:effectLst/>
                <a:latin typeface="Cascadia Code" panose="020B0609020000020004" pitchFamily="49" charset="0"/>
              </a:rPr>
              <a:t> </a:t>
            </a:r>
            <a:r>
              <a:rPr lang="en-US" b="1" dirty="0">
                <a:solidFill>
                  <a:srgbClr val="FFFFFF"/>
                </a:solidFill>
                <a:effectLst/>
                <a:latin typeface="Cascadia Code" panose="020B0609020000020004" pitchFamily="49" charset="0"/>
              </a:rPr>
              <a:t>=</a:t>
            </a:r>
            <a:r>
              <a:rPr lang="en-US" b="1" dirty="0">
                <a:solidFill>
                  <a:srgbClr val="BBBBBB"/>
                </a:solidFill>
                <a:effectLst/>
                <a:latin typeface="Cascadia Code" panose="020B0609020000020004" pitchFamily="49" charset="0"/>
              </a:rPr>
              <a:t> </a:t>
            </a:r>
            <a:r>
              <a:rPr lang="en-US" b="1" dirty="0" err="1">
                <a:solidFill>
                  <a:srgbClr val="FF7EDB"/>
                </a:solidFill>
                <a:effectLst/>
                <a:latin typeface="Cascadia Code" panose="020B0609020000020004" pitchFamily="49" charset="0"/>
              </a:rPr>
              <a:t>employee</a:t>
            </a:r>
            <a:r>
              <a:rPr lang="en-US" b="1" dirty="0" err="1">
                <a:solidFill>
                  <a:srgbClr val="BBBBBB"/>
                </a:solidFill>
                <a:effectLst/>
                <a:latin typeface="Cascadia Code" panose="020B0609020000020004" pitchFamily="49" charset="0"/>
              </a:rPr>
              <a:t>.</a:t>
            </a:r>
            <a:r>
              <a:rPr lang="en-US" b="1" dirty="0" err="1">
                <a:solidFill>
                  <a:srgbClr val="2EE2FA"/>
                </a:solidFill>
                <a:effectLst/>
                <a:latin typeface="Cascadia Code" panose="020B0609020000020004" pitchFamily="49" charset="0"/>
              </a:rPr>
              <a:t>lastName</a:t>
            </a:r>
            <a:r>
              <a:rPr lang="en-US" b="1" dirty="0">
                <a:solidFill>
                  <a:srgbClr val="BBBBBB"/>
                </a:solidFill>
                <a:effectLst/>
                <a:latin typeface="Cascadia Code" panose="020B0609020000020004" pitchFamily="49" charset="0"/>
              </a:rPr>
              <a:t>;</a:t>
            </a:r>
          </a:p>
          <a:p>
            <a:r>
              <a:rPr lang="en-US" b="1" dirty="0">
                <a:solidFill>
                  <a:srgbClr val="FEDE5D"/>
                </a:solidFill>
                <a:effectLst/>
                <a:latin typeface="Cascadia Code" panose="020B0609020000020004" pitchFamily="49" charset="0"/>
              </a:rPr>
              <a:t>const</a:t>
            </a:r>
            <a:r>
              <a:rPr lang="en-US" b="1" dirty="0">
                <a:solidFill>
                  <a:srgbClr val="BBBBBB"/>
                </a:solidFill>
                <a:effectLst/>
                <a:latin typeface="Cascadia Code" panose="020B0609020000020004" pitchFamily="49" charset="0"/>
              </a:rPr>
              <a:t> </a:t>
            </a:r>
            <a:r>
              <a:rPr lang="en-US" b="1" dirty="0" err="1">
                <a:solidFill>
                  <a:srgbClr val="FF7EDB"/>
                </a:solidFill>
                <a:effectLst/>
                <a:latin typeface="Cascadia Code" panose="020B0609020000020004" pitchFamily="49" charset="0"/>
              </a:rPr>
              <a:t>emailId</a:t>
            </a:r>
            <a:r>
              <a:rPr lang="en-US" b="1" dirty="0">
                <a:solidFill>
                  <a:srgbClr val="BBBBBB"/>
                </a:solidFill>
                <a:effectLst/>
                <a:latin typeface="Cascadia Code" panose="020B0609020000020004" pitchFamily="49" charset="0"/>
              </a:rPr>
              <a:t> </a:t>
            </a:r>
            <a:r>
              <a:rPr lang="en-US" b="1" dirty="0">
                <a:solidFill>
                  <a:srgbClr val="FFFFFF"/>
                </a:solidFill>
                <a:effectLst/>
                <a:latin typeface="Cascadia Code" panose="020B0609020000020004" pitchFamily="49" charset="0"/>
              </a:rPr>
              <a:t>=</a:t>
            </a:r>
            <a:r>
              <a:rPr lang="en-US" b="1" dirty="0">
                <a:solidFill>
                  <a:srgbClr val="BBBBBB"/>
                </a:solidFill>
                <a:effectLst/>
                <a:latin typeface="Cascadia Code" panose="020B0609020000020004" pitchFamily="49" charset="0"/>
              </a:rPr>
              <a:t> </a:t>
            </a:r>
            <a:r>
              <a:rPr lang="en-US" b="1" dirty="0" err="1">
                <a:solidFill>
                  <a:srgbClr val="FF7EDB"/>
                </a:solidFill>
                <a:effectLst/>
                <a:latin typeface="Cascadia Code" panose="020B0609020000020004" pitchFamily="49" charset="0"/>
              </a:rPr>
              <a:t>employee</a:t>
            </a:r>
            <a:r>
              <a:rPr lang="en-US" b="1" dirty="0" err="1">
                <a:solidFill>
                  <a:srgbClr val="BBBBBB"/>
                </a:solidFill>
                <a:effectLst/>
                <a:latin typeface="Cascadia Code" panose="020B0609020000020004" pitchFamily="49" charset="0"/>
              </a:rPr>
              <a:t>.</a:t>
            </a:r>
            <a:r>
              <a:rPr lang="en-US" b="1" dirty="0" err="1">
                <a:solidFill>
                  <a:srgbClr val="2EE2FA"/>
                </a:solidFill>
                <a:effectLst/>
                <a:latin typeface="Cascadia Code" panose="020B0609020000020004" pitchFamily="49" charset="0"/>
              </a:rPr>
              <a:t>emailId</a:t>
            </a:r>
            <a:r>
              <a:rPr lang="en-US" b="1" dirty="0">
                <a:solidFill>
                  <a:srgbClr val="BBBBBB"/>
                </a:solidFill>
                <a:effectLst/>
                <a:latin typeface="Cascadia Code" panose="020B0609020000020004" pitchFamily="49" charset="0"/>
              </a:rPr>
              <a:t>;</a:t>
            </a:r>
          </a:p>
        </p:txBody>
      </p:sp>
      <p:sp>
        <p:nvSpPr>
          <p:cNvPr id="18" name="TextBox 17">
            <a:extLst>
              <a:ext uri="{FF2B5EF4-FFF2-40B4-BE49-F238E27FC236}">
                <a16:creationId xmlns:a16="http://schemas.microsoft.com/office/drawing/2014/main" id="{6AD90358-C504-D894-2229-0E75ECF3598A}"/>
              </a:ext>
            </a:extLst>
          </p:cNvPr>
          <p:cNvSpPr txBox="1"/>
          <p:nvPr/>
        </p:nvSpPr>
        <p:spPr>
          <a:xfrm>
            <a:off x="424761" y="3846064"/>
            <a:ext cx="11564038" cy="415498"/>
          </a:xfrm>
          <a:prstGeom prst="rect">
            <a:avLst/>
          </a:prstGeom>
          <a:noFill/>
        </p:spPr>
        <p:txBody>
          <a:bodyPr wrap="square">
            <a:spAutoFit/>
          </a:bodyPr>
          <a:lstStyle/>
          <a:p>
            <a:r>
              <a:rPr lang="en-US" sz="2100" b="1" i="0" dirty="0">
                <a:effectLst/>
                <a:latin typeface="Cavolini" panose="03000502040302020204" pitchFamily="66" charset="0"/>
                <a:cs typeface="Cavolini" panose="03000502040302020204" pitchFamily="66" charset="0"/>
              </a:rPr>
              <a:t>So now we can access these properties without the </a:t>
            </a:r>
            <a:r>
              <a:rPr lang="en-US" sz="2100" b="1" i="1" dirty="0">
                <a:effectLst/>
                <a:latin typeface="Cavolini" panose="03000502040302020204" pitchFamily="66" charset="0"/>
                <a:cs typeface="Cavolini" panose="03000502040302020204" pitchFamily="66" charset="0"/>
              </a:rPr>
              <a:t>employee.</a:t>
            </a:r>
            <a:r>
              <a:rPr lang="en-US" sz="2100" b="1" i="0" dirty="0">
                <a:effectLst/>
                <a:latin typeface="Cavolini" panose="03000502040302020204" pitchFamily="66" charset="0"/>
                <a:cs typeface="Cavolini" panose="03000502040302020204" pitchFamily="66" charset="0"/>
              </a:rPr>
              <a:t> prefix:</a:t>
            </a:r>
            <a:endParaRPr lang="en-US" sz="2100" b="1" dirty="0">
              <a:latin typeface="Cavolini" panose="03000502040302020204" pitchFamily="66" charset="0"/>
              <a:cs typeface="Cavolini" panose="03000502040302020204" pitchFamily="66" charset="0"/>
            </a:endParaRPr>
          </a:p>
        </p:txBody>
      </p:sp>
    </p:spTree>
    <p:extLst>
      <p:ext uri="{BB962C8B-B14F-4D97-AF65-F5344CB8AC3E}">
        <p14:creationId xmlns:p14="http://schemas.microsoft.com/office/powerpoint/2010/main" val="2125886986"/>
      </p:ext>
    </p:extLst>
  </p:cSld>
  <p:clrMapOvr>
    <a:overrideClrMapping bg1="dk1" tx1="lt1" bg2="dk2" tx2="lt2" accent1="accent1" accent2="accent2" accent3="accent3" accent4="accent4" accent5="accent5" accent6="accent6" hlink="hlink" folHlink="folHlink"/>
  </p:clrMapOvr>
  <mc:AlternateContent xmlns:mc="http://schemas.openxmlformats.org/markup-compatibility/2006" xmlns:p159="http://schemas.microsoft.com/office/powerpoint/2015/09/main">
    <mc:Choice Requires="p159">
      <p:transition>
        <p159:morph option="byObject"/>
      </p:transition>
    </mc:Choice>
    <mc:Fallback xmlns="">
      <p:transition>
        <p:fade/>
      </p:transition>
    </mc:Fallback>
  </mc:AlternateContent>
</p:sld>
</file>

<file path=ppt/slides/slide37.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sp useBgFill="1">
        <p:nvSpPr>
          <p:cNvPr id="21" name="Rectangle 20">
            <a:extLst>
              <a:ext uri="{FF2B5EF4-FFF2-40B4-BE49-F238E27FC236}">
                <a16:creationId xmlns:a16="http://schemas.microsoft.com/office/drawing/2014/main" id="{E5A92FE9-DB05-4D0D-AF5A-BE8664B9FFB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grpSp>
        <p:nvGrpSpPr>
          <p:cNvPr id="23" name="Group 22">
            <a:extLst>
              <a:ext uri="{FF2B5EF4-FFF2-40B4-BE49-F238E27FC236}">
                <a16:creationId xmlns:a16="http://schemas.microsoft.com/office/drawing/2014/main" id="{53D9B26A-5143-49A7-BA98-D871D5BD719A}"/>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flipH="1">
            <a:off x="6526211" y="1"/>
            <a:ext cx="5014912" cy="6857999"/>
            <a:chOff x="2928938" y="-4763"/>
            <a:chExt cx="5014912" cy="6862763"/>
          </a:xfrm>
        </p:grpSpPr>
        <p:sp>
          <p:nvSpPr>
            <p:cNvPr id="24" name="Freeform 6">
              <a:extLst>
                <a:ext uri="{FF2B5EF4-FFF2-40B4-BE49-F238E27FC236}">
                  <a16:creationId xmlns:a16="http://schemas.microsoft.com/office/drawing/2014/main" id="{68B85E55-A2A1-4682-B891-F201358A92D5}"/>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3367088" y="-4763"/>
              <a:ext cx="1063625" cy="2782888"/>
            </a:xfrm>
            <a:custGeom>
              <a:avLst/>
              <a:gdLst/>
              <a:ahLst/>
              <a:cxnLst/>
              <a:rect l="0" t="0" r="r" b="b"/>
              <a:pathLst>
                <a:path w="670" h="1753">
                  <a:moveTo>
                    <a:pt x="0" y="1696"/>
                  </a:moveTo>
                  <a:lnTo>
                    <a:pt x="225" y="1753"/>
                  </a:lnTo>
                  <a:lnTo>
                    <a:pt x="670" y="0"/>
                  </a:lnTo>
                  <a:lnTo>
                    <a:pt x="430" y="0"/>
                  </a:lnTo>
                  <a:lnTo>
                    <a:pt x="0" y="1696"/>
                  </a:lnTo>
                  <a:close/>
                </a:path>
              </a:pathLst>
            </a:custGeom>
            <a:solidFill>
              <a:schemeClr val="accent1"/>
            </a:solidFill>
            <a:ln>
              <a:noFill/>
            </a:ln>
          </p:spPr>
          <p:txBody>
            <a:bodyPr/>
            <a:lstStyle/>
            <a:p>
              <a:endParaRPr lang="en-US"/>
            </a:p>
          </p:txBody>
        </p:sp>
        <p:sp>
          <p:nvSpPr>
            <p:cNvPr id="25" name="Freeform 7">
              <a:extLst>
                <a:ext uri="{FF2B5EF4-FFF2-40B4-BE49-F238E27FC236}">
                  <a16:creationId xmlns:a16="http://schemas.microsoft.com/office/drawing/2014/main" id="{45EF6EDB-9B5D-49E9-96FA-1AE08BF95E57}"/>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2928938" y="-4763"/>
              <a:ext cx="1035050" cy="2673350"/>
            </a:xfrm>
            <a:custGeom>
              <a:avLst/>
              <a:gdLst/>
              <a:ahLst/>
              <a:cxnLst/>
              <a:rect l="0" t="0" r="r" b="b"/>
              <a:pathLst>
                <a:path w="652" h="1684">
                  <a:moveTo>
                    <a:pt x="225" y="1684"/>
                  </a:moveTo>
                  <a:lnTo>
                    <a:pt x="652" y="0"/>
                  </a:lnTo>
                  <a:lnTo>
                    <a:pt x="411" y="0"/>
                  </a:lnTo>
                  <a:lnTo>
                    <a:pt x="0" y="1627"/>
                  </a:lnTo>
                  <a:lnTo>
                    <a:pt x="219" y="1681"/>
                  </a:lnTo>
                  <a:lnTo>
                    <a:pt x="225" y="1684"/>
                  </a:lnTo>
                  <a:close/>
                </a:path>
              </a:pathLst>
            </a:custGeom>
            <a:solidFill>
              <a:srgbClr val="595959"/>
            </a:solidFill>
            <a:ln>
              <a:noFill/>
            </a:ln>
          </p:spPr>
          <p:txBody>
            <a:bodyPr/>
            <a:lstStyle/>
            <a:p>
              <a:endParaRPr lang="en-US"/>
            </a:p>
          </p:txBody>
        </p:sp>
        <p:sp>
          <p:nvSpPr>
            <p:cNvPr id="26" name="Freeform 12">
              <a:extLst>
                <a:ext uri="{FF2B5EF4-FFF2-40B4-BE49-F238E27FC236}">
                  <a16:creationId xmlns:a16="http://schemas.microsoft.com/office/drawing/2014/main" id="{38338226-D6E2-4EEE-B271-DB4BD096DBA1}"/>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2928938" y="2582862"/>
              <a:ext cx="2693987" cy="4275138"/>
            </a:xfrm>
            <a:custGeom>
              <a:avLst/>
              <a:gdLst/>
              <a:ahLst/>
              <a:cxnLst/>
              <a:rect l="0" t="0" r="r" b="b"/>
              <a:pathLst>
                <a:path w="1697" h="2693">
                  <a:moveTo>
                    <a:pt x="0" y="0"/>
                  </a:moveTo>
                  <a:lnTo>
                    <a:pt x="1622" y="2693"/>
                  </a:lnTo>
                  <a:lnTo>
                    <a:pt x="1697" y="2693"/>
                  </a:lnTo>
                  <a:lnTo>
                    <a:pt x="0" y="0"/>
                  </a:lnTo>
                  <a:close/>
                </a:path>
              </a:pathLst>
            </a:custGeom>
            <a:solidFill>
              <a:srgbClr val="262626"/>
            </a:solidFill>
            <a:ln>
              <a:noFill/>
            </a:ln>
          </p:spPr>
          <p:txBody>
            <a:bodyPr/>
            <a:lstStyle/>
            <a:p>
              <a:endParaRPr lang="en-US"/>
            </a:p>
          </p:txBody>
        </p:sp>
        <p:sp>
          <p:nvSpPr>
            <p:cNvPr id="27" name="Freeform 13">
              <a:extLst>
                <a:ext uri="{FF2B5EF4-FFF2-40B4-BE49-F238E27FC236}">
                  <a16:creationId xmlns:a16="http://schemas.microsoft.com/office/drawing/2014/main" id="{4878FB48-17B3-4A11-8025-DE0945CD4E71}"/>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3371850" y="2692400"/>
              <a:ext cx="3332162" cy="4165600"/>
            </a:xfrm>
            <a:custGeom>
              <a:avLst/>
              <a:gdLst/>
              <a:ahLst/>
              <a:cxnLst/>
              <a:rect l="0" t="0" r="r" b="b"/>
              <a:pathLst>
                <a:path w="2099" h="2624">
                  <a:moveTo>
                    <a:pt x="2099" y="2624"/>
                  </a:moveTo>
                  <a:lnTo>
                    <a:pt x="0" y="0"/>
                  </a:lnTo>
                  <a:lnTo>
                    <a:pt x="2021" y="2624"/>
                  </a:lnTo>
                  <a:lnTo>
                    <a:pt x="2099" y="2624"/>
                  </a:lnTo>
                  <a:close/>
                </a:path>
              </a:pathLst>
            </a:custGeom>
            <a:solidFill>
              <a:schemeClr val="accent1">
                <a:lumMod val="50000"/>
              </a:schemeClr>
            </a:solidFill>
            <a:ln>
              <a:noFill/>
            </a:ln>
          </p:spPr>
          <p:txBody>
            <a:bodyPr/>
            <a:lstStyle/>
            <a:p>
              <a:endParaRPr lang="en-US"/>
            </a:p>
          </p:txBody>
        </p:sp>
        <p:sp>
          <p:nvSpPr>
            <p:cNvPr id="28" name="Freeform 14">
              <a:extLst>
                <a:ext uri="{FF2B5EF4-FFF2-40B4-BE49-F238E27FC236}">
                  <a16:creationId xmlns:a16="http://schemas.microsoft.com/office/drawing/2014/main" id="{4150A21C-DD6D-4D3C-9E95-7A3CA263BEB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3367088" y="2687637"/>
              <a:ext cx="4576762" cy="4170363"/>
            </a:xfrm>
            <a:custGeom>
              <a:avLst/>
              <a:gdLst/>
              <a:ahLst/>
              <a:cxnLst/>
              <a:rect l="0" t="0" r="r" b="b"/>
              <a:pathLst>
                <a:path w="2883" h="2627">
                  <a:moveTo>
                    <a:pt x="0" y="0"/>
                  </a:moveTo>
                  <a:lnTo>
                    <a:pt x="3" y="3"/>
                  </a:lnTo>
                  <a:lnTo>
                    <a:pt x="2102" y="2627"/>
                  </a:lnTo>
                  <a:lnTo>
                    <a:pt x="2883" y="2627"/>
                  </a:lnTo>
                  <a:lnTo>
                    <a:pt x="225" y="57"/>
                  </a:lnTo>
                  <a:lnTo>
                    <a:pt x="0" y="0"/>
                  </a:lnTo>
                  <a:close/>
                </a:path>
              </a:pathLst>
            </a:custGeom>
            <a:solidFill>
              <a:schemeClr val="accent1">
                <a:lumMod val="75000"/>
              </a:schemeClr>
            </a:solidFill>
            <a:ln>
              <a:noFill/>
            </a:ln>
          </p:spPr>
          <p:txBody>
            <a:bodyPr/>
            <a:lstStyle/>
            <a:p>
              <a:endParaRPr lang="en-US"/>
            </a:p>
          </p:txBody>
        </p:sp>
        <p:sp>
          <p:nvSpPr>
            <p:cNvPr id="29" name="Freeform 15">
              <a:extLst>
                <a:ext uri="{FF2B5EF4-FFF2-40B4-BE49-F238E27FC236}">
                  <a16:creationId xmlns:a16="http://schemas.microsoft.com/office/drawing/2014/main" id="{7505BF04-104D-4180-A284-42FCD6B04DD6}"/>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2928938" y="2578100"/>
              <a:ext cx="3584575" cy="4279900"/>
            </a:xfrm>
            <a:custGeom>
              <a:avLst/>
              <a:gdLst/>
              <a:ahLst/>
              <a:cxnLst/>
              <a:rect l="0" t="0" r="r" b="b"/>
              <a:pathLst>
                <a:path w="2258" h="2696">
                  <a:moveTo>
                    <a:pt x="2258" y="2696"/>
                  </a:moveTo>
                  <a:lnTo>
                    <a:pt x="264" y="111"/>
                  </a:lnTo>
                  <a:lnTo>
                    <a:pt x="228" y="60"/>
                  </a:lnTo>
                  <a:lnTo>
                    <a:pt x="225" y="57"/>
                  </a:lnTo>
                  <a:lnTo>
                    <a:pt x="0" y="0"/>
                  </a:lnTo>
                  <a:lnTo>
                    <a:pt x="0" y="3"/>
                  </a:lnTo>
                  <a:lnTo>
                    <a:pt x="1697" y="2696"/>
                  </a:lnTo>
                  <a:lnTo>
                    <a:pt x="2258" y="2696"/>
                  </a:lnTo>
                  <a:close/>
                </a:path>
              </a:pathLst>
            </a:custGeom>
            <a:solidFill>
              <a:srgbClr val="404040"/>
            </a:solidFill>
            <a:ln>
              <a:noFill/>
            </a:ln>
          </p:spPr>
          <p:txBody>
            <a:bodyPr/>
            <a:lstStyle/>
            <a:p>
              <a:endParaRPr lang="en-US"/>
            </a:p>
          </p:txBody>
        </p:sp>
      </p:grpSp>
      <p:sp>
        <p:nvSpPr>
          <p:cNvPr id="2" name="Title 1">
            <a:extLst>
              <a:ext uri="{FF2B5EF4-FFF2-40B4-BE49-F238E27FC236}">
                <a16:creationId xmlns:a16="http://schemas.microsoft.com/office/drawing/2014/main" id="{652CD06E-EB43-4697-A9C1-290232C3BAD6}"/>
              </a:ext>
            </a:extLst>
          </p:cNvPr>
          <p:cNvSpPr>
            <a:spLocks noGrp="1"/>
          </p:cNvSpPr>
          <p:nvPr>
            <p:ph type="ctrTitle"/>
          </p:nvPr>
        </p:nvSpPr>
        <p:spPr>
          <a:xfrm>
            <a:off x="473345" y="0"/>
            <a:ext cx="11604355" cy="1223994"/>
          </a:xfrm>
        </p:spPr>
        <p:txBody>
          <a:bodyPr>
            <a:noAutofit/>
          </a:bodyPr>
          <a:lstStyle/>
          <a:p>
            <a:pPr algn="l"/>
            <a:r>
              <a:rPr lang="en-US" sz="4800" dirty="0">
                <a:effectLst/>
                <a:latin typeface="Mystical Woods Smooth Script" panose="02000500000000000000" pitchFamily="2" charset="0"/>
              </a:rPr>
              <a:t> </a:t>
            </a:r>
            <a:r>
              <a:rPr lang="en-US" sz="4800" dirty="0" err="1">
                <a:effectLst/>
                <a:latin typeface="Mystical Woods Smooth Script" panose="02000500000000000000" pitchFamily="2" charset="0"/>
              </a:rPr>
              <a:t>Destructuring</a:t>
            </a:r>
            <a:r>
              <a:rPr lang="en-US" sz="4800" dirty="0">
                <a:effectLst/>
                <a:latin typeface="Mystical Woods Smooth Script" panose="02000500000000000000" pitchFamily="2" charset="0"/>
              </a:rPr>
              <a:t> Props</a:t>
            </a:r>
            <a:endParaRPr lang="en-US" sz="4800" b="1" dirty="0">
              <a:latin typeface="Mystical Woods Smooth Script" panose="02000500000000000000" pitchFamily="2" charset="0"/>
              <a:cs typeface="Cavolini" panose="03000502040302020204" pitchFamily="66" charset="0"/>
            </a:endParaRPr>
          </a:p>
        </p:txBody>
      </p:sp>
      <p:grpSp>
        <p:nvGrpSpPr>
          <p:cNvPr id="6" name="Group 5">
            <a:extLst>
              <a:ext uri="{FF2B5EF4-FFF2-40B4-BE49-F238E27FC236}">
                <a16:creationId xmlns:a16="http://schemas.microsoft.com/office/drawing/2014/main" id="{752A73B4-49EC-E765-1462-2A106F07C3D4}"/>
              </a:ext>
            </a:extLst>
          </p:cNvPr>
          <p:cNvGrpSpPr/>
          <p:nvPr/>
        </p:nvGrpSpPr>
        <p:grpSpPr>
          <a:xfrm>
            <a:off x="481809" y="1152868"/>
            <a:ext cx="8950321" cy="182880"/>
            <a:chOff x="1089027" y="1251583"/>
            <a:chExt cx="8950321" cy="182880"/>
          </a:xfrm>
        </p:grpSpPr>
        <p:cxnSp>
          <p:nvCxnSpPr>
            <p:cNvPr id="4" name="Straight Connector 3">
              <a:extLst>
                <a:ext uri="{FF2B5EF4-FFF2-40B4-BE49-F238E27FC236}">
                  <a16:creationId xmlns:a16="http://schemas.microsoft.com/office/drawing/2014/main" id="{1111542F-3245-DDEC-4B5A-7412E7DBE5FD}"/>
                </a:ext>
              </a:extLst>
            </p:cNvPr>
            <p:cNvCxnSpPr/>
            <p:nvPr/>
          </p:nvCxnSpPr>
          <p:spPr>
            <a:xfrm>
              <a:off x="1089027" y="1347537"/>
              <a:ext cx="8786493" cy="0"/>
            </a:xfrm>
            <a:prstGeom prst="line">
              <a:avLst/>
            </a:prstGeom>
            <a:ln w="38100">
              <a:solidFill>
                <a:srgbClr val="595959"/>
              </a:solidFill>
            </a:ln>
            <a:effectLst>
              <a:reflection blurRad="6350" stA="50000" endA="275" endPos="40000" dist="101600" dir="5400000" sy="-100000" algn="bl" rotWithShape="0"/>
              <a:softEdge rad="12700"/>
            </a:effectLst>
          </p:spPr>
          <p:style>
            <a:lnRef idx="3">
              <a:schemeClr val="dk1"/>
            </a:lnRef>
            <a:fillRef idx="0">
              <a:schemeClr val="dk1"/>
            </a:fillRef>
            <a:effectRef idx="2">
              <a:schemeClr val="dk1"/>
            </a:effectRef>
            <a:fontRef idx="minor">
              <a:schemeClr val="tx1"/>
            </a:fontRef>
          </p:style>
        </p:cxnSp>
        <p:sp>
          <p:nvSpPr>
            <p:cNvPr id="5" name="Flowchart: Connector 4">
              <a:extLst>
                <a:ext uri="{FF2B5EF4-FFF2-40B4-BE49-F238E27FC236}">
                  <a16:creationId xmlns:a16="http://schemas.microsoft.com/office/drawing/2014/main" id="{B2858492-B751-8ED7-57BE-708D61DDCF50}"/>
                </a:ext>
              </a:extLst>
            </p:cNvPr>
            <p:cNvSpPr/>
            <p:nvPr/>
          </p:nvSpPr>
          <p:spPr>
            <a:xfrm>
              <a:off x="9856468" y="1251583"/>
              <a:ext cx="182880" cy="182880"/>
            </a:xfrm>
            <a:prstGeom prst="flowChartConnector">
              <a:avLst/>
            </a:prstGeom>
            <a:ln>
              <a:noFill/>
            </a:ln>
            <a:effectLst>
              <a:outerShdw blurRad="50800" dist="38100" dir="2700000" algn="tl"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7" name="TextBox 6">
            <a:extLst>
              <a:ext uri="{FF2B5EF4-FFF2-40B4-BE49-F238E27FC236}">
                <a16:creationId xmlns:a16="http://schemas.microsoft.com/office/drawing/2014/main" id="{A6747723-BAE5-C999-4896-8F92A872C1D9}"/>
              </a:ext>
            </a:extLst>
          </p:cNvPr>
          <p:cNvSpPr txBox="1"/>
          <p:nvPr/>
        </p:nvSpPr>
        <p:spPr>
          <a:xfrm flipH="1">
            <a:off x="414301" y="2284914"/>
            <a:ext cx="10806849" cy="738664"/>
          </a:xfrm>
          <a:prstGeom prst="rect">
            <a:avLst/>
          </a:prstGeom>
          <a:noFill/>
        </p:spPr>
        <p:txBody>
          <a:bodyPr wrap="square" rtlCol="0">
            <a:spAutoFit/>
          </a:bodyPr>
          <a:lstStyle/>
          <a:p>
            <a:r>
              <a:rPr lang="en-US" sz="2100" b="1" i="0" dirty="0">
                <a:solidFill>
                  <a:srgbClr val="CECAC3"/>
                </a:solidFill>
                <a:effectLst/>
                <a:latin typeface="Cavolini" panose="03000502040302020204" pitchFamily="66" charset="0"/>
                <a:cs typeface="Cavolini" panose="03000502040302020204" pitchFamily="66" charset="0"/>
              </a:rPr>
              <a:t>Let's create a functional component called </a:t>
            </a:r>
            <a:r>
              <a:rPr lang="en-US" sz="2100" b="1" i="1" dirty="0">
                <a:solidFill>
                  <a:srgbClr val="DA4B58"/>
                </a:solidFill>
                <a:effectLst/>
                <a:latin typeface="Cavolini" panose="03000502040302020204" pitchFamily="66" charset="0"/>
                <a:cs typeface="Cavolini" panose="03000502040302020204" pitchFamily="66" charset="0"/>
              </a:rPr>
              <a:t>Employee</a:t>
            </a:r>
            <a:r>
              <a:rPr lang="en-US" sz="2100" b="1" i="0" dirty="0">
                <a:solidFill>
                  <a:srgbClr val="CECAC3"/>
                </a:solidFill>
                <a:effectLst/>
                <a:latin typeface="Cavolini" panose="03000502040302020204" pitchFamily="66" charset="0"/>
                <a:cs typeface="Cavolini" panose="03000502040302020204" pitchFamily="66" charset="0"/>
              </a:rPr>
              <a:t> with the following code:</a:t>
            </a:r>
            <a:endParaRPr lang="en-US" sz="2100" b="1" dirty="0">
              <a:latin typeface="Cavolini" panose="03000502040302020204" pitchFamily="66" charset="0"/>
              <a:cs typeface="Cavolini" panose="03000502040302020204" pitchFamily="66" charset="0"/>
            </a:endParaRPr>
          </a:p>
        </p:txBody>
      </p:sp>
      <p:sp>
        <p:nvSpPr>
          <p:cNvPr id="11" name="TextBox 10">
            <a:extLst>
              <a:ext uri="{FF2B5EF4-FFF2-40B4-BE49-F238E27FC236}">
                <a16:creationId xmlns:a16="http://schemas.microsoft.com/office/drawing/2014/main" id="{EE9782A5-1465-38F7-C145-662AC5B677F6}"/>
              </a:ext>
            </a:extLst>
          </p:cNvPr>
          <p:cNvSpPr txBox="1"/>
          <p:nvPr/>
        </p:nvSpPr>
        <p:spPr>
          <a:xfrm>
            <a:off x="414301" y="2990678"/>
            <a:ext cx="11354022" cy="3416320"/>
          </a:xfrm>
          <a:prstGeom prst="rect">
            <a:avLst/>
          </a:prstGeom>
          <a:noFill/>
        </p:spPr>
        <p:txBody>
          <a:bodyPr wrap="square" numCol="1">
            <a:spAutoFit/>
          </a:bodyPr>
          <a:lstStyle/>
          <a:p>
            <a:r>
              <a:rPr lang="en-US" b="1" dirty="0">
                <a:solidFill>
                  <a:srgbClr val="72F1B8"/>
                </a:solidFill>
                <a:effectLst/>
                <a:latin typeface="Cascadia Code" panose="020B0609020000020004" pitchFamily="49" charset="0"/>
              </a:rPr>
              <a:t>import</a:t>
            </a:r>
            <a:r>
              <a:rPr lang="en-US" b="1" dirty="0">
                <a:solidFill>
                  <a:srgbClr val="BBBBBB"/>
                </a:solidFill>
                <a:effectLst/>
                <a:latin typeface="Cascadia Code" panose="020B0609020000020004" pitchFamily="49" charset="0"/>
              </a:rPr>
              <a:t> </a:t>
            </a:r>
            <a:r>
              <a:rPr lang="en-US" b="1" dirty="0">
                <a:solidFill>
                  <a:srgbClr val="FF7EDB"/>
                </a:solidFill>
                <a:effectLst/>
                <a:latin typeface="Cascadia Code" panose="020B0609020000020004" pitchFamily="49" charset="0"/>
              </a:rPr>
              <a:t>React</a:t>
            </a:r>
            <a:r>
              <a:rPr lang="en-US" b="1" dirty="0">
                <a:solidFill>
                  <a:srgbClr val="BBBBBB"/>
                </a:solidFill>
                <a:effectLst/>
                <a:latin typeface="Cascadia Code" panose="020B0609020000020004" pitchFamily="49" charset="0"/>
              </a:rPr>
              <a:t> </a:t>
            </a:r>
            <a:r>
              <a:rPr lang="en-US" b="1" dirty="0">
                <a:solidFill>
                  <a:srgbClr val="FEDE5D"/>
                </a:solidFill>
                <a:effectLst/>
                <a:latin typeface="Cascadia Code" panose="020B0609020000020004" pitchFamily="49" charset="0"/>
              </a:rPr>
              <a:t>from</a:t>
            </a:r>
            <a:r>
              <a:rPr lang="en-US" b="1" dirty="0">
                <a:solidFill>
                  <a:srgbClr val="BBBBBB"/>
                </a:solidFill>
                <a:effectLst/>
                <a:latin typeface="Cascadia Code" panose="020B0609020000020004" pitchFamily="49" charset="0"/>
              </a:rPr>
              <a:t> </a:t>
            </a:r>
            <a:r>
              <a:rPr lang="en-US" b="1" dirty="0">
                <a:solidFill>
                  <a:srgbClr val="FF8B39"/>
                </a:solidFill>
                <a:effectLst/>
                <a:latin typeface="Cascadia Code" panose="020B0609020000020004" pitchFamily="49" charset="0"/>
              </a:rPr>
              <a:t>"react"</a:t>
            </a:r>
            <a:r>
              <a:rPr lang="en-US" b="1" dirty="0">
                <a:solidFill>
                  <a:srgbClr val="BBBBBB"/>
                </a:solidFill>
                <a:effectLst/>
                <a:latin typeface="Cascadia Code" panose="020B0609020000020004" pitchFamily="49" charset="0"/>
              </a:rPr>
              <a:t>;</a:t>
            </a:r>
          </a:p>
          <a:p>
            <a:br>
              <a:rPr lang="en-US" b="1" dirty="0">
                <a:solidFill>
                  <a:srgbClr val="BBBBBB"/>
                </a:solidFill>
                <a:effectLst/>
                <a:latin typeface="Cascadia Code" panose="020B0609020000020004" pitchFamily="49" charset="0"/>
              </a:rPr>
            </a:br>
            <a:r>
              <a:rPr lang="en-US" b="1" dirty="0">
                <a:solidFill>
                  <a:srgbClr val="72F1B8"/>
                </a:solidFill>
                <a:effectLst/>
                <a:latin typeface="Cascadia Code" panose="020B0609020000020004" pitchFamily="49" charset="0"/>
              </a:rPr>
              <a:t>export</a:t>
            </a:r>
            <a:r>
              <a:rPr lang="en-US" b="1" dirty="0">
                <a:solidFill>
                  <a:srgbClr val="BBBBBB"/>
                </a:solidFill>
                <a:effectLst/>
                <a:latin typeface="Cascadia Code" panose="020B0609020000020004" pitchFamily="49" charset="0"/>
              </a:rPr>
              <a:t> </a:t>
            </a:r>
            <a:r>
              <a:rPr lang="en-US" b="1" dirty="0">
                <a:solidFill>
                  <a:srgbClr val="FEDE5D"/>
                </a:solidFill>
                <a:effectLst/>
                <a:latin typeface="Cascadia Code" panose="020B0609020000020004" pitchFamily="49" charset="0"/>
              </a:rPr>
              <a:t>const</a:t>
            </a:r>
            <a:r>
              <a:rPr lang="en-US" b="1" dirty="0">
                <a:solidFill>
                  <a:srgbClr val="BBBBBB"/>
                </a:solidFill>
                <a:effectLst/>
                <a:latin typeface="Cascadia Code" panose="020B0609020000020004" pitchFamily="49" charset="0"/>
              </a:rPr>
              <a:t> </a:t>
            </a:r>
            <a:r>
              <a:rPr lang="en-US" b="1" dirty="0">
                <a:solidFill>
                  <a:srgbClr val="36F9F6"/>
                </a:solidFill>
                <a:effectLst/>
                <a:latin typeface="Cascadia Code" panose="020B0609020000020004" pitchFamily="49" charset="0"/>
              </a:rPr>
              <a:t>Employee</a:t>
            </a:r>
            <a:r>
              <a:rPr lang="en-US" b="1" dirty="0">
                <a:solidFill>
                  <a:srgbClr val="BBBBBB"/>
                </a:solidFill>
                <a:effectLst/>
                <a:latin typeface="Cascadia Code" panose="020B0609020000020004" pitchFamily="49" charset="0"/>
              </a:rPr>
              <a:t> </a:t>
            </a:r>
            <a:r>
              <a:rPr lang="en-US" b="1" dirty="0">
                <a:solidFill>
                  <a:srgbClr val="FFFFFF"/>
                </a:solidFill>
                <a:effectLst/>
                <a:latin typeface="Cascadia Code" panose="020B0609020000020004" pitchFamily="49" charset="0"/>
              </a:rPr>
              <a:t>=</a:t>
            </a:r>
            <a:r>
              <a:rPr lang="en-US" b="1" dirty="0">
                <a:solidFill>
                  <a:srgbClr val="BBBBBB"/>
                </a:solidFill>
                <a:effectLst/>
                <a:latin typeface="Cascadia Code" panose="020B0609020000020004" pitchFamily="49" charset="0"/>
              </a:rPr>
              <a:t> (</a:t>
            </a:r>
            <a:r>
              <a:rPr lang="en-US" b="1" i="1" dirty="0">
                <a:solidFill>
                  <a:srgbClr val="FF7EDB"/>
                </a:solidFill>
                <a:effectLst/>
                <a:latin typeface="Cascadia Code" panose="020B0609020000020004" pitchFamily="49" charset="0"/>
              </a:rPr>
              <a:t>props</a:t>
            </a:r>
            <a:r>
              <a:rPr lang="en-US" b="1" dirty="0">
                <a:solidFill>
                  <a:srgbClr val="BBBBBB"/>
                </a:solidFill>
                <a:effectLst/>
                <a:latin typeface="Cascadia Code" panose="020B0609020000020004" pitchFamily="49" charset="0"/>
              </a:rPr>
              <a:t>) </a:t>
            </a:r>
            <a:r>
              <a:rPr lang="en-US" b="1" dirty="0">
                <a:solidFill>
                  <a:srgbClr val="FEDE5D"/>
                </a:solidFill>
                <a:effectLst/>
                <a:latin typeface="Cascadia Code" panose="020B0609020000020004" pitchFamily="49" charset="0"/>
              </a:rPr>
              <a:t>=&gt;</a:t>
            </a:r>
            <a:r>
              <a:rPr lang="en-US" b="1" dirty="0">
                <a:solidFill>
                  <a:srgbClr val="BBBBBB"/>
                </a:solidFill>
                <a:effectLst/>
                <a:latin typeface="Cascadia Code" panose="020B0609020000020004" pitchFamily="49" charset="0"/>
              </a:rPr>
              <a:t> {</a:t>
            </a:r>
          </a:p>
          <a:p>
            <a:r>
              <a:rPr lang="en-US" b="1" dirty="0">
                <a:solidFill>
                  <a:srgbClr val="BBBBBB"/>
                </a:solidFill>
                <a:effectLst/>
                <a:latin typeface="Cascadia Code" panose="020B0609020000020004" pitchFamily="49" charset="0"/>
              </a:rPr>
              <a:t>  </a:t>
            </a:r>
            <a:r>
              <a:rPr lang="en-US" b="1" dirty="0">
                <a:solidFill>
                  <a:srgbClr val="FEDE5D"/>
                </a:solidFill>
                <a:effectLst/>
                <a:latin typeface="Cascadia Code" panose="020B0609020000020004" pitchFamily="49" charset="0"/>
              </a:rPr>
              <a:t>return</a:t>
            </a:r>
            <a:r>
              <a:rPr lang="en-US" b="1" dirty="0">
                <a:solidFill>
                  <a:srgbClr val="BBBBBB"/>
                </a:solidFill>
                <a:effectLst/>
                <a:latin typeface="Cascadia Code" panose="020B0609020000020004" pitchFamily="49" charset="0"/>
              </a:rPr>
              <a:t> (</a:t>
            </a:r>
          </a:p>
          <a:p>
            <a:r>
              <a:rPr lang="en-US" b="1" dirty="0">
                <a:solidFill>
                  <a:srgbClr val="BBBBBB"/>
                </a:solidFill>
                <a:effectLst/>
                <a:latin typeface="Cascadia Code" panose="020B0609020000020004" pitchFamily="49" charset="0"/>
              </a:rPr>
              <a:t>    </a:t>
            </a:r>
            <a:r>
              <a:rPr lang="en-US" b="1" dirty="0">
                <a:solidFill>
                  <a:srgbClr val="36F9F6"/>
                </a:solidFill>
                <a:effectLst/>
                <a:latin typeface="Cascadia Code" panose="020B0609020000020004" pitchFamily="49" charset="0"/>
              </a:rPr>
              <a:t>&lt;</a:t>
            </a:r>
            <a:r>
              <a:rPr lang="en-US" b="1" dirty="0">
                <a:solidFill>
                  <a:srgbClr val="72F1B8"/>
                </a:solidFill>
                <a:effectLst/>
                <a:latin typeface="Cascadia Code" panose="020B0609020000020004" pitchFamily="49" charset="0"/>
              </a:rPr>
              <a:t>div</a:t>
            </a:r>
            <a:r>
              <a:rPr lang="en-US" b="1" dirty="0">
                <a:solidFill>
                  <a:srgbClr val="36F9F6"/>
                </a:solidFill>
                <a:effectLst/>
                <a:latin typeface="Cascadia Code" panose="020B0609020000020004" pitchFamily="49" charset="0"/>
              </a:rPr>
              <a:t>&gt;</a:t>
            </a:r>
            <a:endParaRPr lang="en-US" b="1" dirty="0">
              <a:solidFill>
                <a:srgbClr val="BBBBBB"/>
              </a:solidFill>
              <a:effectLst/>
              <a:latin typeface="Cascadia Code" panose="020B0609020000020004" pitchFamily="49" charset="0"/>
            </a:endParaRPr>
          </a:p>
          <a:p>
            <a:r>
              <a:rPr lang="en-US" b="1" dirty="0">
                <a:solidFill>
                  <a:srgbClr val="BBBBBB"/>
                </a:solidFill>
                <a:effectLst/>
                <a:latin typeface="Cascadia Code" panose="020B0609020000020004" pitchFamily="49" charset="0"/>
              </a:rPr>
              <a:t>      </a:t>
            </a:r>
            <a:r>
              <a:rPr lang="en-US" b="1" dirty="0">
                <a:solidFill>
                  <a:srgbClr val="36F9F6"/>
                </a:solidFill>
                <a:effectLst/>
                <a:latin typeface="Cascadia Code" panose="020B0609020000020004" pitchFamily="49" charset="0"/>
              </a:rPr>
              <a:t>&lt;</a:t>
            </a:r>
            <a:r>
              <a:rPr lang="en-US" b="1" dirty="0">
                <a:solidFill>
                  <a:srgbClr val="72F1B8"/>
                </a:solidFill>
                <a:effectLst/>
                <a:latin typeface="Cascadia Code" panose="020B0609020000020004" pitchFamily="49" charset="0"/>
              </a:rPr>
              <a:t>h1</a:t>
            </a:r>
            <a:r>
              <a:rPr lang="en-US" b="1" dirty="0">
                <a:solidFill>
                  <a:srgbClr val="36F9F6"/>
                </a:solidFill>
                <a:effectLst/>
                <a:latin typeface="Cascadia Code" panose="020B0609020000020004" pitchFamily="49" charset="0"/>
              </a:rPr>
              <a:t>&gt;</a:t>
            </a:r>
            <a:r>
              <a:rPr lang="en-US" b="1" dirty="0">
                <a:solidFill>
                  <a:srgbClr val="BBBBBB"/>
                </a:solidFill>
                <a:effectLst/>
                <a:latin typeface="Cascadia Code" panose="020B0609020000020004" pitchFamily="49" charset="0"/>
              </a:rPr>
              <a:t> Employee Details</a:t>
            </a:r>
            <a:r>
              <a:rPr lang="en-US" b="1" dirty="0">
                <a:solidFill>
                  <a:srgbClr val="36F9F6"/>
                </a:solidFill>
                <a:effectLst/>
                <a:latin typeface="Cascadia Code" panose="020B0609020000020004" pitchFamily="49" charset="0"/>
              </a:rPr>
              <a:t>&lt;/</a:t>
            </a:r>
            <a:r>
              <a:rPr lang="en-US" b="1" dirty="0">
                <a:solidFill>
                  <a:srgbClr val="72F1B8"/>
                </a:solidFill>
                <a:effectLst/>
                <a:latin typeface="Cascadia Code" panose="020B0609020000020004" pitchFamily="49" charset="0"/>
              </a:rPr>
              <a:t>h1</a:t>
            </a:r>
            <a:r>
              <a:rPr lang="en-US" b="1" dirty="0">
                <a:solidFill>
                  <a:srgbClr val="36F9F6"/>
                </a:solidFill>
                <a:effectLst/>
                <a:latin typeface="Cascadia Code" panose="020B0609020000020004" pitchFamily="49" charset="0"/>
              </a:rPr>
              <a:t>&gt;</a:t>
            </a:r>
            <a:endParaRPr lang="en-US" b="1" dirty="0">
              <a:solidFill>
                <a:srgbClr val="BBBBBB"/>
              </a:solidFill>
              <a:effectLst/>
              <a:latin typeface="Cascadia Code" panose="020B0609020000020004" pitchFamily="49" charset="0"/>
            </a:endParaRPr>
          </a:p>
          <a:p>
            <a:r>
              <a:rPr lang="en-US" b="1" dirty="0">
                <a:solidFill>
                  <a:srgbClr val="BBBBBB"/>
                </a:solidFill>
                <a:effectLst/>
                <a:latin typeface="Cascadia Code" panose="020B0609020000020004" pitchFamily="49" charset="0"/>
              </a:rPr>
              <a:t>      </a:t>
            </a:r>
            <a:r>
              <a:rPr lang="en-US" b="1" dirty="0">
                <a:solidFill>
                  <a:srgbClr val="36F9F6"/>
                </a:solidFill>
                <a:effectLst/>
                <a:latin typeface="Cascadia Code" panose="020B0609020000020004" pitchFamily="49" charset="0"/>
              </a:rPr>
              <a:t>&lt;</a:t>
            </a:r>
            <a:r>
              <a:rPr lang="en-US" b="1" dirty="0">
                <a:solidFill>
                  <a:srgbClr val="72F1B8"/>
                </a:solidFill>
                <a:effectLst/>
                <a:latin typeface="Cascadia Code" panose="020B0609020000020004" pitchFamily="49" charset="0"/>
              </a:rPr>
              <a:t>h2</a:t>
            </a:r>
            <a:r>
              <a:rPr lang="en-US" b="1" dirty="0">
                <a:solidFill>
                  <a:srgbClr val="36F9F6"/>
                </a:solidFill>
                <a:effectLst/>
                <a:latin typeface="Cascadia Code" panose="020B0609020000020004" pitchFamily="49" charset="0"/>
              </a:rPr>
              <a:t>&gt;</a:t>
            </a:r>
            <a:r>
              <a:rPr lang="en-US" b="1" dirty="0">
                <a:solidFill>
                  <a:srgbClr val="BBBBBB"/>
                </a:solidFill>
                <a:effectLst/>
                <a:latin typeface="Cascadia Code" panose="020B0609020000020004" pitchFamily="49" charset="0"/>
              </a:rPr>
              <a:t> First Name : </a:t>
            </a:r>
            <a:r>
              <a:rPr lang="en-US" b="1" dirty="0">
                <a:solidFill>
                  <a:srgbClr val="FEDE5D"/>
                </a:solidFill>
                <a:effectLst/>
                <a:latin typeface="Cascadia Code" panose="020B0609020000020004" pitchFamily="49" charset="0"/>
              </a:rPr>
              <a:t>{</a:t>
            </a:r>
            <a:r>
              <a:rPr lang="en-US" b="1" i="1" dirty="0" err="1">
                <a:solidFill>
                  <a:srgbClr val="FF7EDB"/>
                </a:solidFill>
                <a:effectLst/>
                <a:latin typeface="Cascadia Code" panose="020B0609020000020004" pitchFamily="49" charset="0"/>
              </a:rPr>
              <a:t>props</a:t>
            </a:r>
            <a:r>
              <a:rPr lang="en-US" b="1" dirty="0" err="1">
                <a:solidFill>
                  <a:srgbClr val="BBBBBB"/>
                </a:solidFill>
                <a:effectLst/>
                <a:latin typeface="Cascadia Code" panose="020B0609020000020004" pitchFamily="49" charset="0"/>
              </a:rPr>
              <a:t>.</a:t>
            </a:r>
            <a:r>
              <a:rPr lang="en-US" b="1" dirty="0" err="1">
                <a:solidFill>
                  <a:srgbClr val="2EE2FA"/>
                </a:solidFill>
                <a:effectLst/>
                <a:latin typeface="Cascadia Code" panose="020B0609020000020004" pitchFamily="49" charset="0"/>
              </a:rPr>
              <a:t>firstName</a:t>
            </a:r>
            <a:r>
              <a:rPr lang="en-US" b="1" dirty="0">
                <a:solidFill>
                  <a:srgbClr val="FEDE5D"/>
                </a:solidFill>
                <a:effectLst/>
                <a:latin typeface="Cascadia Code" panose="020B0609020000020004" pitchFamily="49" charset="0"/>
              </a:rPr>
              <a:t>}</a:t>
            </a:r>
            <a:r>
              <a:rPr lang="en-US" b="1" dirty="0">
                <a:solidFill>
                  <a:srgbClr val="BBBBBB"/>
                </a:solidFill>
                <a:effectLst/>
                <a:latin typeface="Cascadia Code" panose="020B0609020000020004" pitchFamily="49" charset="0"/>
              </a:rPr>
              <a:t> </a:t>
            </a:r>
            <a:r>
              <a:rPr lang="en-US" b="1" dirty="0">
                <a:solidFill>
                  <a:srgbClr val="36F9F6"/>
                </a:solidFill>
                <a:effectLst/>
                <a:latin typeface="Cascadia Code" panose="020B0609020000020004" pitchFamily="49" charset="0"/>
              </a:rPr>
              <a:t>&lt;/</a:t>
            </a:r>
            <a:r>
              <a:rPr lang="en-US" b="1" dirty="0">
                <a:solidFill>
                  <a:srgbClr val="72F1B8"/>
                </a:solidFill>
                <a:effectLst/>
                <a:latin typeface="Cascadia Code" panose="020B0609020000020004" pitchFamily="49" charset="0"/>
              </a:rPr>
              <a:t>h2</a:t>
            </a:r>
            <a:r>
              <a:rPr lang="en-US" b="1" dirty="0">
                <a:solidFill>
                  <a:srgbClr val="36F9F6"/>
                </a:solidFill>
                <a:effectLst/>
                <a:latin typeface="Cascadia Code" panose="020B0609020000020004" pitchFamily="49" charset="0"/>
              </a:rPr>
              <a:t>&gt;</a:t>
            </a:r>
            <a:endParaRPr lang="en-US" b="1" dirty="0">
              <a:solidFill>
                <a:srgbClr val="BBBBBB"/>
              </a:solidFill>
              <a:effectLst/>
              <a:latin typeface="Cascadia Code" panose="020B0609020000020004" pitchFamily="49" charset="0"/>
            </a:endParaRPr>
          </a:p>
          <a:p>
            <a:r>
              <a:rPr lang="en-US" b="1" dirty="0">
                <a:solidFill>
                  <a:srgbClr val="BBBBBB"/>
                </a:solidFill>
                <a:effectLst/>
                <a:latin typeface="Cascadia Code" panose="020B0609020000020004" pitchFamily="49" charset="0"/>
              </a:rPr>
              <a:t>      </a:t>
            </a:r>
            <a:r>
              <a:rPr lang="en-US" b="1" dirty="0">
                <a:solidFill>
                  <a:srgbClr val="36F9F6"/>
                </a:solidFill>
                <a:effectLst/>
                <a:latin typeface="Cascadia Code" panose="020B0609020000020004" pitchFamily="49" charset="0"/>
              </a:rPr>
              <a:t>&lt;</a:t>
            </a:r>
            <a:r>
              <a:rPr lang="en-US" b="1" dirty="0">
                <a:solidFill>
                  <a:srgbClr val="72F1B8"/>
                </a:solidFill>
                <a:effectLst/>
                <a:latin typeface="Cascadia Code" panose="020B0609020000020004" pitchFamily="49" charset="0"/>
              </a:rPr>
              <a:t>h2</a:t>
            </a:r>
            <a:r>
              <a:rPr lang="en-US" b="1" dirty="0">
                <a:solidFill>
                  <a:srgbClr val="36F9F6"/>
                </a:solidFill>
                <a:effectLst/>
                <a:latin typeface="Cascadia Code" panose="020B0609020000020004" pitchFamily="49" charset="0"/>
              </a:rPr>
              <a:t>&gt;</a:t>
            </a:r>
            <a:r>
              <a:rPr lang="en-US" b="1" dirty="0">
                <a:solidFill>
                  <a:srgbClr val="BBBBBB"/>
                </a:solidFill>
                <a:effectLst/>
                <a:latin typeface="Cascadia Code" panose="020B0609020000020004" pitchFamily="49" charset="0"/>
              </a:rPr>
              <a:t> Last Name : </a:t>
            </a:r>
            <a:r>
              <a:rPr lang="en-US" b="1" dirty="0">
                <a:solidFill>
                  <a:srgbClr val="FEDE5D"/>
                </a:solidFill>
                <a:effectLst/>
                <a:latin typeface="Cascadia Code" panose="020B0609020000020004" pitchFamily="49" charset="0"/>
              </a:rPr>
              <a:t>{</a:t>
            </a:r>
            <a:r>
              <a:rPr lang="en-US" b="1" i="1" dirty="0" err="1">
                <a:solidFill>
                  <a:srgbClr val="FF7EDB"/>
                </a:solidFill>
                <a:effectLst/>
                <a:latin typeface="Cascadia Code" panose="020B0609020000020004" pitchFamily="49" charset="0"/>
              </a:rPr>
              <a:t>props</a:t>
            </a:r>
            <a:r>
              <a:rPr lang="en-US" b="1" dirty="0" err="1">
                <a:solidFill>
                  <a:srgbClr val="BBBBBB"/>
                </a:solidFill>
                <a:effectLst/>
                <a:latin typeface="Cascadia Code" panose="020B0609020000020004" pitchFamily="49" charset="0"/>
              </a:rPr>
              <a:t>.</a:t>
            </a:r>
            <a:r>
              <a:rPr lang="en-US" b="1" dirty="0" err="1">
                <a:solidFill>
                  <a:srgbClr val="2EE2FA"/>
                </a:solidFill>
                <a:effectLst/>
                <a:latin typeface="Cascadia Code" panose="020B0609020000020004" pitchFamily="49" charset="0"/>
              </a:rPr>
              <a:t>lastName</a:t>
            </a:r>
            <a:r>
              <a:rPr lang="en-US" b="1" dirty="0">
                <a:solidFill>
                  <a:srgbClr val="FEDE5D"/>
                </a:solidFill>
                <a:effectLst/>
                <a:latin typeface="Cascadia Code" panose="020B0609020000020004" pitchFamily="49" charset="0"/>
              </a:rPr>
              <a:t>}</a:t>
            </a:r>
            <a:r>
              <a:rPr lang="en-US" b="1" dirty="0">
                <a:solidFill>
                  <a:srgbClr val="BBBBBB"/>
                </a:solidFill>
                <a:effectLst/>
                <a:latin typeface="Cascadia Code" panose="020B0609020000020004" pitchFamily="49" charset="0"/>
              </a:rPr>
              <a:t> </a:t>
            </a:r>
            <a:r>
              <a:rPr lang="en-US" b="1" dirty="0">
                <a:solidFill>
                  <a:srgbClr val="36F9F6"/>
                </a:solidFill>
                <a:effectLst/>
                <a:latin typeface="Cascadia Code" panose="020B0609020000020004" pitchFamily="49" charset="0"/>
              </a:rPr>
              <a:t>&lt;/</a:t>
            </a:r>
            <a:r>
              <a:rPr lang="en-US" b="1" dirty="0">
                <a:solidFill>
                  <a:srgbClr val="72F1B8"/>
                </a:solidFill>
                <a:effectLst/>
                <a:latin typeface="Cascadia Code" panose="020B0609020000020004" pitchFamily="49" charset="0"/>
              </a:rPr>
              <a:t>h2</a:t>
            </a:r>
            <a:r>
              <a:rPr lang="en-US" b="1" dirty="0">
                <a:solidFill>
                  <a:srgbClr val="36F9F6"/>
                </a:solidFill>
                <a:effectLst/>
                <a:latin typeface="Cascadia Code" panose="020B0609020000020004" pitchFamily="49" charset="0"/>
              </a:rPr>
              <a:t>&gt;</a:t>
            </a:r>
            <a:endParaRPr lang="en-US" b="1" dirty="0">
              <a:solidFill>
                <a:srgbClr val="BBBBBB"/>
              </a:solidFill>
              <a:effectLst/>
              <a:latin typeface="Cascadia Code" panose="020B0609020000020004" pitchFamily="49" charset="0"/>
            </a:endParaRPr>
          </a:p>
          <a:p>
            <a:r>
              <a:rPr lang="en-US" b="1" dirty="0">
                <a:solidFill>
                  <a:srgbClr val="BBBBBB"/>
                </a:solidFill>
                <a:effectLst/>
                <a:latin typeface="Cascadia Code" panose="020B0609020000020004" pitchFamily="49" charset="0"/>
              </a:rPr>
              <a:t>      </a:t>
            </a:r>
            <a:r>
              <a:rPr lang="en-US" b="1" dirty="0">
                <a:solidFill>
                  <a:srgbClr val="36F9F6"/>
                </a:solidFill>
                <a:effectLst/>
                <a:latin typeface="Cascadia Code" panose="020B0609020000020004" pitchFamily="49" charset="0"/>
              </a:rPr>
              <a:t>&lt;</a:t>
            </a:r>
            <a:r>
              <a:rPr lang="en-US" b="1" dirty="0">
                <a:solidFill>
                  <a:srgbClr val="72F1B8"/>
                </a:solidFill>
                <a:effectLst/>
                <a:latin typeface="Cascadia Code" panose="020B0609020000020004" pitchFamily="49" charset="0"/>
              </a:rPr>
              <a:t>h2</a:t>
            </a:r>
            <a:r>
              <a:rPr lang="en-US" b="1" dirty="0">
                <a:solidFill>
                  <a:srgbClr val="36F9F6"/>
                </a:solidFill>
                <a:effectLst/>
                <a:latin typeface="Cascadia Code" panose="020B0609020000020004" pitchFamily="49" charset="0"/>
              </a:rPr>
              <a:t>&gt;</a:t>
            </a:r>
            <a:r>
              <a:rPr lang="en-US" b="1" dirty="0">
                <a:solidFill>
                  <a:srgbClr val="BBBBBB"/>
                </a:solidFill>
                <a:effectLst/>
                <a:latin typeface="Cascadia Code" panose="020B0609020000020004" pitchFamily="49" charset="0"/>
              </a:rPr>
              <a:t> Email Id : </a:t>
            </a:r>
            <a:r>
              <a:rPr lang="en-US" b="1" dirty="0">
                <a:solidFill>
                  <a:srgbClr val="FEDE5D"/>
                </a:solidFill>
                <a:effectLst/>
                <a:latin typeface="Cascadia Code" panose="020B0609020000020004" pitchFamily="49" charset="0"/>
              </a:rPr>
              <a:t>{</a:t>
            </a:r>
            <a:r>
              <a:rPr lang="en-US" b="1" i="1" dirty="0" err="1">
                <a:solidFill>
                  <a:srgbClr val="FF7EDB"/>
                </a:solidFill>
                <a:effectLst/>
                <a:latin typeface="Cascadia Code" panose="020B0609020000020004" pitchFamily="49" charset="0"/>
              </a:rPr>
              <a:t>props</a:t>
            </a:r>
            <a:r>
              <a:rPr lang="en-US" b="1" dirty="0" err="1">
                <a:solidFill>
                  <a:srgbClr val="BBBBBB"/>
                </a:solidFill>
                <a:effectLst/>
                <a:latin typeface="Cascadia Code" panose="020B0609020000020004" pitchFamily="49" charset="0"/>
              </a:rPr>
              <a:t>.</a:t>
            </a:r>
            <a:r>
              <a:rPr lang="en-US" b="1" dirty="0" err="1">
                <a:solidFill>
                  <a:srgbClr val="2EE2FA"/>
                </a:solidFill>
                <a:effectLst/>
                <a:latin typeface="Cascadia Code" panose="020B0609020000020004" pitchFamily="49" charset="0"/>
              </a:rPr>
              <a:t>emailId</a:t>
            </a:r>
            <a:r>
              <a:rPr lang="en-US" b="1" dirty="0">
                <a:solidFill>
                  <a:srgbClr val="FEDE5D"/>
                </a:solidFill>
                <a:effectLst/>
                <a:latin typeface="Cascadia Code" panose="020B0609020000020004" pitchFamily="49" charset="0"/>
              </a:rPr>
              <a:t>}</a:t>
            </a:r>
            <a:r>
              <a:rPr lang="en-US" b="1" dirty="0">
                <a:solidFill>
                  <a:srgbClr val="BBBBBB"/>
                </a:solidFill>
                <a:effectLst/>
                <a:latin typeface="Cascadia Code" panose="020B0609020000020004" pitchFamily="49" charset="0"/>
              </a:rPr>
              <a:t> </a:t>
            </a:r>
            <a:r>
              <a:rPr lang="en-US" b="1" dirty="0">
                <a:solidFill>
                  <a:srgbClr val="36F9F6"/>
                </a:solidFill>
                <a:effectLst/>
                <a:latin typeface="Cascadia Code" panose="020B0609020000020004" pitchFamily="49" charset="0"/>
              </a:rPr>
              <a:t>&lt;/</a:t>
            </a:r>
            <a:r>
              <a:rPr lang="en-US" b="1" dirty="0">
                <a:solidFill>
                  <a:srgbClr val="72F1B8"/>
                </a:solidFill>
                <a:effectLst/>
                <a:latin typeface="Cascadia Code" panose="020B0609020000020004" pitchFamily="49" charset="0"/>
              </a:rPr>
              <a:t>h2</a:t>
            </a:r>
            <a:r>
              <a:rPr lang="en-US" b="1" dirty="0">
                <a:solidFill>
                  <a:srgbClr val="36F9F6"/>
                </a:solidFill>
                <a:effectLst/>
                <a:latin typeface="Cascadia Code" panose="020B0609020000020004" pitchFamily="49" charset="0"/>
              </a:rPr>
              <a:t>&gt;</a:t>
            </a:r>
            <a:endParaRPr lang="en-US" b="1" dirty="0">
              <a:solidFill>
                <a:srgbClr val="BBBBBB"/>
              </a:solidFill>
              <a:effectLst/>
              <a:latin typeface="Cascadia Code" panose="020B0609020000020004" pitchFamily="49" charset="0"/>
            </a:endParaRPr>
          </a:p>
          <a:p>
            <a:r>
              <a:rPr lang="en-US" b="1" dirty="0">
                <a:solidFill>
                  <a:srgbClr val="BBBBBB"/>
                </a:solidFill>
                <a:effectLst/>
                <a:latin typeface="Cascadia Code" panose="020B0609020000020004" pitchFamily="49" charset="0"/>
              </a:rPr>
              <a:t>    </a:t>
            </a:r>
            <a:r>
              <a:rPr lang="en-US" b="1" dirty="0">
                <a:solidFill>
                  <a:srgbClr val="36F9F6"/>
                </a:solidFill>
                <a:effectLst/>
                <a:latin typeface="Cascadia Code" panose="020B0609020000020004" pitchFamily="49" charset="0"/>
              </a:rPr>
              <a:t>&lt;/</a:t>
            </a:r>
            <a:r>
              <a:rPr lang="en-US" b="1" dirty="0">
                <a:solidFill>
                  <a:srgbClr val="72F1B8"/>
                </a:solidFill>
                <a:effectLst/>
                <a:latin typeface="Cascadia Code" panose="020B0609020000020004" pitchFamily="49" charset="0"/>
              </a:rPr>
              <a:t>div</a:t>
            </a:r>
            <a:r>
              <a:rPr lang="en-US" b="1" dirty="0">
                <a:solidFill>
                  <a:srgbClr val="36F9F6"/>
                </a:solidFill>
                <a:effectLst/>
                <a:latin typeface="Cascadia Code" panose="020B0609020000020004" pitchFamily="49" charset="0"/>
              </a:rPr>
              <a:t>&gt;</a:t>
            </a:r>
            <a:endParaRPr lang="en-US" b="1" dirty="0">
              <a:solidFill>
                <a:srgbClr val="BBBBBB"/>
              </a:solidFill>
              <a:effectLst/>
              <a:latin typeface="Cascadia Code" panose="020B0609020000020004" pitchFamily="49" charset="0"/>
            </a:endParaRPr>
          </a:p>
          <a:p>
            <a:r>
              <a:rPr lang="en-US" b="1" dirty="0">
                <a:solidFill>
                  <a:srgbClr val="BBBBBB"/>
                </a:solidFill>
                <a:effectLst/>
                <a:latin typeface="Cascadia Code" panose="020B0609020000020004" pitchFamily="49" charset="0"/>
              </a:rPr>
              <a:t>  );</a:t>
            </a:r>
          </a:p>
          <a:p>
            <a:r>
              <a:rPr lang="en-US" b="1" dirty="0">
                <a:solidFill>
                  <a:srgbClr val="BBBBBB"/>
                </a:solidFill>
                <a:effectLst/>
                <a:latin typeface="Cascadia Code" panose="020B0609020000020004" pitchFamily="49" charset="0"/>
              </a:rPr>
              <a:t>};</a:t>
            </a:r>
          </a:p>
        </p:txBody>
      </p:sp>
      <p:pic>
        <p:nvPicPr>
          <p:cNvPr id="14" name="Graphic 13" descr="Atom with solid fill">
            <a:extLst>
              <a:ext uri="{FF2B5EF4-FFF2-40B4-BE49-F238E27FC236}">
                <a16:creationId xmlns:a16="http://schemas.microsoft.com/office/drawing/2014/main" id="{3BCE63B3-D40B-1502-6FFD-0D8FCB8CAC21}"/>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473345" y="1484034"/>
            <a:ext cx="685800" cy="685800"/>
          </a:xfrm>
          <a:prstGeom prst="rect">
            <a:avLst/>
          </a:prstGeom>
        </p:spPr>
      </p:pic>
      <p:sp>
        <p:nvSpPr>
          <p:cNvPr id="15" name="TextBox 14">
            <a:extLst>
              <a:ext uri="{FF2B5EF4-FFF2-40B4-BE49-F238E27FC236}">
                <a16:creationId xmlns:a16="http://schemas.microsoft.com/office/drawing/2014/main" id="{E4A5A0F0-968F-7C81-4B80-F5DCFC416FF5}"/>
              </a:ext>
            </a:extLst>
          </p:cNvPr>
          <p:cNvSpPr txBox="1"/>
          <p:nvPr/>
        </p:nvSpPr>
        <p:spPr>
          <a:xfrm flipH="1">
            <a:off x="1250396" y="1619185"/>
            <a:ext cx="7596740" cy="415498"/>
          </a:xfrm>
          <a:prstGeom prst="rect">
            <a:avLst/>
          </a:prstGeom>
          <a:noFill/>
        </p:spPr>
        <p:txBody>
          <a:bodyPr wrap="square" rtlCol="0">
            <a:spAutoFit/>
          </a:bodyPr>
          <a:lstStyle/>
          <a:p>
            <a:pPr algn="l"/>
            <a:r>
              <a:rPr lang="en-US" sz="2100" b="1" i="0" dirty="0" err="1">
                <a:effectLst/>
                <a:latin typeface="Cavolini" panose="03000502040302020204" pitchFamily="66" charset="0"/>
                <a:cs typeface="Cavolini" panose="03000502040302020204" pitchFamily="66" charset="0"/>
              </a:rPr>
              <a:t>Destructuring</a:t>
            </a:r>
            <a:r>
              <a:rPr lang="en-US" sz="2100" b="1" i="0" dirty="0">
                <a:effectLst/>
                <a:latin typeface="Cavolini" panose="03000502040302020204" pitchFamily="66" charset="0"/>
                <a:cs typeface="Cavolini" panose="03000502040302020204" pitchFamily="66" charset="0"/>
              </a:rPr>
              <a:t> props In Functional Components</a:t>
            </a:r>
          </a:p>
        </p:txBody>
      </p:sp>
    </p:spTree>
    <p:extLst>
      <p:ext uri="{BB962C8B-B14F-4D97-AF65-F5344CB8AC3E}">
        <p14:creationId xmlns:p14="http://schemas.microsoft.com/office/powerpoint/2010/main" val="2709182394"/>
      </p:ext>
    </p:extLst>
  </p:cSld>
  <p:clrMapOvr>
    <a:overrideClrMapping bg1="dk1" tx1="lt1" bg2="dk2" tx2="lt2" accent1="accent1" accent2="accent2" accent3="accent3" accent4="accent4" accent5="accent5" accent6="accent6" hlink="hlink" folHlink="folHlink"/>
  </p:clrMapOvr>
  <mc:AlternateContent xmlns:mc="http://schemas.openxmlformats.org/markup-compatibility/2006" xmlns:p159="http://schemas.microsoft.com/office/powerpoint/2015/09/main">
    <mc:Choice Requires="p159">
      <p:transition>
        <p159:morph option="byObject"/>
      </p:transition>
    </mc:Choice>
    <mc:Fallback xmlns="">
      <p:transition>
        <p:fade/>
      </p:transition>
    </mc:Fallback>
  </mc:AlternateContent>
</p:sld>
</file>

<file path=ppt/slides/slide38.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sp useBgFill="1">
        <p:nvSpPr>
          <p:cNvPr id="21" name="Rectangle 20">
            <a:extLst>
              <a:ext uri="{FF2B5EF4-FFF2-40B4-BE49-F238E27FC236}">
                <a16:creationId xmlns:a16="http://schemas.microsoft.com/office/drawing/2014/main" id="{E5A92FE9-DB05-4D0D-AF5A-BE8664B9FFB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grpSp>
        <p:nvGrpSpPr>
          <p:cNvPr id="23" name="Group 22">
            <a:extLst>
              <a:ext uri="{FF2B5EF4-FFF2-40B4-BE49-F238E27FC236}">
                <a16:creationId xmlns:a16="http://schemas.microsoft.com/office/drawing/2014/main" id="{53D9B26A-5143-49A7-BA98-D871D5BD719A}"/>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flipH="1">
            <a:off x="6526211" y="1"/>
            <a:ext cx="5014912" cy="6857999"/>
            <a:chOff x="2928938" y="-4763"/>
            <a:chExt cx="5014912" cy="6862763"/>
          </a:xfrm>
        </p:grpSpPr>
        <p:sp>
          <p:nvSpPr>
            <p:cNvPr id="24" name="Freeform 6">
              <a:extLst>
                <a:ext uri="{FF2B5EF4-FFF2-40B4-BE49-F238E27FC236}">
                  <a16:creationId xmlns:a16="http://schemas.microsoft.com/office/drawing/2014/main" id="{68B85E55-A2A1-4682-B891-F201358A92D5}"/>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3367088" y="-4763"/>
              <a:ext cx="1063625" cy="2782888"/>
            </a:xfrm>
            <a:custGeom>
              <a:avLst/>
              <a:gdLst/>
              <a:ahLst/>
              <a:cxnLst/>
              <a:rect l="0" t="0" r="r" b="b"/>
              <a:pathLst>
                <a:path w="670" h="1753">
                  <a:moveTo>
                    <a:pt x="0" y="1696"/>
                  </a:moveTo>
                  <a:lnTo>
                    <a:pt x="225" y="1753"/>
                  </a:lnTo>
                  <a:lnTo>
                    <a:pt x="670" y="0"/>
                  </a:lnTo>
                  <a:lnTo>
                    <a:pt x="430" y="0"/>
                  </a:lnTo>
                  <a:lnTo>
                    <a:pt x="0" y="1696"/>
                  </a:lnTo>
                  <a:close/>
                </a:path>
              </a:pathLst>
            </a:custGeom>
            <a:solidFill>
              <a:schemeClr val="accent1"/>
            </a:solidFill>
            <a:ln>
              <a:noFill/>
            </a:ln>
          </p:spPr>
          <p:txBody>
            <a:bodyPr/>
            <a:lstStyle/>
            <a:p>
              <a:endParaRPr lang="en-US"/>
            </a:p>
          </p:txBody>
        </p:sp>
        <p:sp>
          <p:nvSpPr>
            <p:cNvPr id="25" name="Freeform 7">
              <a:extLst>
                <a:ext uri="{FF2B5EF4-FFF2-40B4-BE49-F238E27FC236}">
                  <a16:creationId xmlns:a16="http://schemas.microsoft.com/office/drawing/2014/main" id="{45EF6EDB-9B5D-49E9-96FA-1AE08BF95E57}"/>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2928938" y="-4763"/>
              <a:ext cx="1035050" cy="2673350"/>
            </a:xfrm>
            <a:custGeom>
              <a:avLst/>
              <a:gdLst/>
              <a:ahLst/>
              <a:cxnLst/>
              <a:rect l="0" t="0" r="r" b="b"/>
              <a:pathLst>
                <a:path w="652" h="1684">
                  <a:moveTo>
                    <a:pt x="225" y="1684"/>
                  </a:moveTo>
                  <a:lnTo>
                    <a:pt x="652" y="0"/>
                  </a:lnTo>
                  <a:lnTo>
                    <a:pt x="411" y="0"/>
                  </a:lnTo>
                  <a:lnTo>
                    <a:pt x="0" y="1627"/>
                  </a:lnTo>
                  <a:lnTo>
                    <a:pt x="219" y="1681"/>
                  </a:lnTo>
                  <a:lnTo>
                    <a:pt x="225" y="1684"/>
                  </a:lnTo>
                  <a:close/>
                </a:path>
              </a:pathLst>
            </a:custGeom>
            <a:solidFill>
              <a:srgbClr val="595959"/>
            </a:solidFill>
            <a:ln>
              <a:noFill/>
            </a:ln>
          </p:spPr>
          <p:txBody>
            <a:bodyPr/>
            <a:lstStyle/>
            <a:p>
              <a:endParaRPr lang="en-US"/>
            </a:p>
          </p:txBody>
        </p:sp>
        <p:sp>
          <p:nvSpPr>
            <p:cNvPr id="26" name="Freeform 12">
              <a:extLst>
                <a:ext uri="{FF2B5EF4-FFF2-40B4-BE49-F238E27FC236}">
                  <a16:creationId xmlns:a16="http://schemas.microsoft.com/office/drawing/2014/main" id="{38338226-D6E2-4EEE-B271-DB4BD096DBA1}"/>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2928938" y="2582862"/>
              <a:ext cx="2693987" cy="4275138"/>
            </a:xfrm>
            <a:custGeom>
              <a:avLst/>
              <a:gdLst/>
              <a:ahLst/>
              <a:cxnLst/>
              <a:rect l="0" t="0" r="r" b="b"/>
              <a:pathLst>
                <a:path w="1697" h="2693">
                  <a:moveTo>
                    <a:pt x="0" y="0"/>
                  </a:moveTo>
                  <a:lnTo>
                    <a:pt x="1622" y="2693"/>
                  </a:lnTo>
                  <a:lnTo>
                    <a:pt x="1697" y="2693"/>
                  </a:lnTo>
                  <a:lnTo>
                    <a:pt x="0" y="0"/>
                  </a:lnTo>
                  <a:close/>
                </a:path>
              </a:pathLst>
            </a:custGeom>
            <a:solidFill>
              <a:srgbClr val="262626"/>
            </a:solidFill>
            <a:ln>
              <a:noFill/>
            </a:ln>
          </p:spPr>
          <p:txBody>
            <a:bodyPr/>
            <a:lstStyle/>
            <a:p>
              <a:endParaRPr lang="en-US"/>
            </a:p>
          </p:txBody>
        </p:sp>
        <p:sp>
          <p:nvSpPr>
            <p:cNvPr id="27" name="Freeform 13">
              <a:extLst>
                <a:ext uri="{FF2B5EF4-FFF2-40B4-BE49-F238E27FC236}">
                  <a16:creationId xmlns:a16="http://schemas.microsoft.com/office/drawing/2014/main" id="{4878FB48-17B3-4A11-8025-DE0945CD4E71}"/>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3371850" y="2692400"/>
              <a:ext cx="3332162" cy="4165600"/>
            </a:xfrm>
            <a:custGeom>
              <a:avLst/>
              <a:gdLst/>
              <a:ahLst/>
              <a:cxnLst/>
              <a:rect l="0" t="0" r="r" b="b"/>
              <a:pathLst>
                <a:path w="2099" h="2624">
                  <a:moveTo>
                    <a:pt x="2099" y="2624"/>
                  </a:moveTo>
                  <a:lnTo>
                    <a:pt x="0" y="0"/>
                  </a:lnTo>
                  <a:lnTo>
                    <a:pt x="2021" y="2624"/>
                  </a:lnTo>
                  <a:lnTo>
                    <a:pt x="2099" y="2624"/>
                  </a:lnTo>
                  <a:close/>
                </a:path>
              </a:pathLst>
            </a:custGeom>
            <a:solidFill>
              <a:schemeClr val="accent1">
                <a:lumMod val="50000"/>
              </a:schemeClr>
            </a:solidFill>
            <a:ln>
              <a:noFill/>
            </a:ln>
          </p:spPr>
          <p:txBody>
            <a:bodyPr/>
            <a:lstStyle/>
            <a:p>
              <a:endParaRPr lang="en-US"/>
            </a:p>
          </p:txBody>
        </p:sp>
        <p:sp>
          <p:nvSpPr>
            <p:cNvPr id="28" name="Freeform 14">
              <a:extLst>
                <a:ext uri="{FF2B5EF4-FFF2-40B4-BE49-F238E27FC236}">
                  <a16:creationId xmlns:a16="http://schemas.microsoft.com/office/drawing/2014/main" id="{4150A21C-DD6D-4D3C-9E95-7A3CA263BEB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3367088" y="2687637"/>
              <a:ext cx="4576762" cy="4170363"/>
            </a:xfrm>
            <a:custGeom>
              <a:avLst/>
              <a:gdLst/>
              <a:ahLst/>
              <a:cxnLst/>
              <a:rect l="0" t="0" r="r" b="b"/>
              <a:pathLst>
                <a:path w="2883" h="2627">
                  <a:moveTo>
                    <a:pt x="0" y="0"/>
                  </a:moveTo>
                  <a:lnTo>
                    <a:pt x="3" y="3"/>
                  </a:lnTo>
                  <a:lnTo>
                    <a:pt x="2102" y="2627"/>
                  </a:lnTo>
                  <a:lnTo>
                    <a:pt x="2883" y="2627"/>
                  </a:lnTo>
                  <a:lnTo>
                    <a:pt x="225" y="57"/>
                  </a:lnTo>
                  <a:lnTo>
                    <a:pt x="0" y="0"/>
                  </a:lnTo>
                  <a:close/>
                </a:path>
              </a:pathLst>
            </a:custGeom>
            <a:solidFill>
              <a:schemeClr val="accent1">
                <a:lumMod val="75000"/>
              </a:schemeClr>
            </a:solidFill>
            <a:ln>
              <a:noFill/>
            </a:ln>
          </p:spPr>
          <p:txBody>
            <a:bodyPr/>
            <a:lstStyle/>
            <a:p>
              <a:endParaRPr lang="en-US"/>
            </a:p>
          </p:txBody>
        </p:sp>
        <p:sp>
          <p:nvSpPr>
            <p:cNvPr id="29" name="Freeform 15">
              <a:extLst>
                <a:ext uri="{FF2B5EF4-FFF2-40B4-BE49-F238E27FC236}">
                  <a16:creationId xmlns:a16="http://schemas.microsoft.com/office/drawing/2014/main" id="{7505BF04-104D-4180-A284-42FCD6B04DD6}"/>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2928938" y="2578100"/>
              <a:ext cx="3584575" cy="4279900"/>
            </a:xfrm>
            <a:custGeom>
              <a:avLst/>
              <a:gdLst/>
              <a:ahLst/>
              <a:cxnLst/>
              <a:rect l="0" t="0" r="r" b="b"/>
              <a:pathLst>
                <a:path w="2258" h="2696">
                  <a:moveTo>
                    <a:pt x="2258" y="2696"/>
                  </a:moveTo>
                  <a:lnTo>
                    <a:pt x="264" y="111"/>
                  </a:lnTo>
                  <a:lnTo>
                    <a:pt x="228" y="60"/>
                  </a:lnTo>
                  <a:lnTo>
                    <a:pt x="225" y="57"/>
                  </a:lnTo>
                  <a:lnTo>
                    <a:pt x="0" y="0"/>
                  </a:lnTo>
                  <a:lnTo>
                    <a:pt x="0" y="3"/>
                  </a:lnTo>
                  <a:lnTo>
                    <a:pt x="1697" y="2696"/>
                  </a:lnTo>
                  <a:lnTo>
                    <a:pt x="2258" y="2696"/>
                  </a:lnTo>
                  <a:close/>
                </a:path>
              </a:pathLst>
            </a:custGeom>
            <a:solidFill>
              <a:srgbClr val="404040"/>
            </a:solidFill>
            <a:ln>
              <a:noFill/>
            </a:ln>
          </p:spPr>
          <p:txBody>
            <a:bodyPr/>
            <a:lstStyle/>
            <a:p>
              <a:endParaRPr lang="en-US"/>
            </a:p>
          </p:txBody>
        </p:sp>
      </p:grpSp>
      <p:sp>
        <p:nvSpPr>
          <p:cNvPr id="2" name="Title 1">
            <a:extLst>
              <a:ext uri="{FF2B5EF4-FFF2-40B4-BE49-F238E27FC236}">
                <a16:creationId xmlns:a16="http://schemas.microsoft.com/office/drawing/2014/main" id="{652CD06E-EB43-4697-A9C1-290232C3BAD6}"/>
              </a:ext>
            </a:extLst>
          </p:cNvPr>
          <p:cNvSpPr>
            <a:spLocks noGrp="1"/>
          </p:cNvSpPr>
          <p:nvPr>
            <p:ph type="ctrTitle"/>
          </p:nvPr>
        </p:nvSpPr>
        <p:spPr>
          <a:xfrm>
            <a:off x="473345" y="0"/>
            <a:ext cx="11604355" cy="1223994"/>
          </a:xfrm>
        </p:spPr>
        <p:txBody>
          <a:bodyPr>
            <a:noAutofit/>
          </a:bodyPr>
          <a:lstStyle/>
          <a:p>
            <a:pPr algn="l"/>
            <a:r>
              <a:rPr lang="en-US" sz="4800" dirty="0">
                <a:effectLst/>
                <a:latin typeface="Mystical Woods Smooth Script" panose="02000500000000000000" pitchFamily="2" charset="0"/>
              </a:rPr>
              <a:t> </a:t>
            </a:r>
            <a:r>
              <a:rPr lang="en-US" sz="4800" dirty="0" err="1">
                <a:effectLst/>
                <a:latin typeface="Mystical Woods Smooth Script" panose="02000500000000000000" pitchFamily="2" charset="0"/>
              </a:rPr>
              <a:t>Destructuring</a:t>
            </a:r>
            <a:r>
              <a:rPr lang="en-US" sz="4800" dirty="0">
                <a:effectLst/>
                <a:latin typeface="Mystical Woods Smooth Script" panose="02000500000000000000" pitchFamily="2" charset="0"/>
              </a:rPr>
              <a:t> Props</a:t>
            </a:r>
          </a:p>
        </p:txBody>
      </p:sp>
      <p:grpSp>
        <p:nvGrpSpPr>
          <p:cNvPr id="6" name="Group 5">
            <a:extLst>
              <a:ext uri="{FF2B5EF4-FFF2-40B4-BE49-F238E27FC236}">
                <a16:creationId xmlns:a16="http://schemas.microsoft.com/office/drawing/2014/main" id="{752A73B4-49EC-E765-1462-2A106F07C3D4}"/>
              </a:ext>
            </a:extLst>
          </p:cNvPr>
          <p:cNvGrpSpPr/>
          <p:nvPr/>
        </p:nvGrpSpPr>
        <p:grpSpPr>
          <a:xfrm>
            <a:off x="481809" y="1152868"/>
            <a:ext cx="8950321" cy="182880"/>
            <a:chOff x="1089027" y="1251583"/>
            <a:chExt cx="8950321" cy="182880"/>
          </a:xfrm>
        </p:grpSpPr>
        <p:cxnSp>
          <p:nvCxnSpPr>
            <p:cNvPr id="4" name="Straight Connector 3">
              <a:extLst>
                <a:ext uri="{FF2B5EF4-FFF2-40B4-BE49-F238E27FC236}">
                  <a16:creationId xmlns:a16="http://schemas.microsoft.com/office/drawing/2014/main" id="{1111542F-3245-DDEC-4B5A-7412E7DBE5FD}"/>
                </a:ext>
              </a:extLst>
            </p:cNvPr>
            <p:cNvCxnSpPr/>
            <p:nvPr/>
          </p:nvCxnSpPr>
          <p:spPr>
            <a:xfrm>
              <a:off x="1089027" y="1347537"/>
              <a:ext cx="8786493" cy="0"/>
            </a:xfrm>
            <a:prstGeom prst="line">
              <a:avLst/>
            </a:prstGeom>
            <a:ln w="38100">
              <a:solidFill>
                <a:srgbClr val="595959"/>
              </a:solidFill>
            </a:ln>
            <a:effectLst>
              <a:reflection blurRad="6350" stA="50000" endA="275" endPos="40000" dist="101600" dir="5400000" sy="-100000" algn="bl" rotWithShape="0"/>
              <a:softEdge rad="12700"/>
            </a:effectLst>
          </p:spPr>
          <p:style>
            <a:lnRef idx="3">
              <a:schemeClr val="dk1"/>
            </a:lnRef>
            <a:fillRef idx="0">
              <a:schemeClr val="dk1"/>
            </a:fillRef>
            <a:effectRef idx="2">
              <a:schemeClr val="dk1"/>
            </a:effectRef>
            <a:fontRef idx="minor">
              <a:schemeClr val="tx1"/>
            </a:fontRef>
          </p:style>
        </p:cxnSp>
        <p:sp>
          <p:nvSpPr>
            <p:cNvPr id="5" name="Flowchart: Connector 4">
              <a:extLst>
                <a:ext uri="{FF2B5EF4-FFF2-40B4-BE49-F238E27FC236}">
                  <a16:creationId xmlns:a16="http://schemas.microsoft.com/office/drawing/2014/main" id="{B2858492-B751-8ED7-57BE-708D61DDCF50}"/>
                </a:ext>
              </a:extLst>
            </p:cNvPr>
            <p:cNvSpPr/>
            <p:nvPr/>
          </p:nvSpPr>
          <p:spPr>
            <a:xfrm>
              <a:off x="9856468" y="1251583"/>
              <a:ext cx="182880" cy="182880"/>
            </a:xfrm>
            <a:prstGeom prst="flowChartConnector">
              <a:avLst/>
            </a:prstGeom>
            <a:ln>
              <a:noFill/>
            </a:ln>
            <a:effectLst>
              <a:outerShdw blurRad="50800" dist="38100" dir="2700000" algn="tl"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7" name="TextBox 6">
            <a:extLst>
              <a:ext uri="{FF2B5EF4-FFF2-40B4-BE49-F238E27FC236}">
                <a16:creationId xmlns:a16="http://schemas.microsoft.com/office/drawing/2014/main" id="{A6747723-BAE5-C999-4896-8F92A872C1D9}"/>
              </a:ext>
            </a:extLst>
          </p:cNvPr>
          <p:cNvSpPr txBox="1"/>
          <p:nvPr/>
        </p:nvSpPr>
        <p:spPr>
          <a:xfrm flipH="1">
            <a:off x="414301" y="1477530"/>
            <a:ext cx="10806849" cy="1061829"/>
          </a:xfrm>
          <a:prstGeom prst="rect">
            <a:avLst/>
          </a:prstGeom>
          <a:noFill/>
        </p:spPr>
        <p:txBody>
          <a:bodyPr wrap="square" rtlCol="0">
            <a:spAutoFit/>
          </a:bodyPr>
          <a:lstStyle/>
          <a:p>
            <a:pPr algn="l"/>
            <a:r>
              <a:rPr lang="en-US" sz="2100" b="1" i="0" dirty="0">
                <a:solidFill>
                  <a:srgbClr val="CECAC3"/>
                </a:solidFill>
                <a:effectLst/>
                <a:latin typeface="Cavolini" panose="03000502040302020204" pitchFamily="66" charset="0"/>
                <a:cs typeface="Cavolini" panose="03000502040302020204" pitchFamily="66" charset="0"/>
              </a:rPr>
              <a:t>Let's take a look at the </a:t>
            </a:r>
            <a:r>
              <a:rPr lang="en-US" sz="2100" b="1" i="1" dirty="0">
                <a:solidFill>
                  <a:srgbClr val="DA4B58"/>
                </a:solidFill>
                <a:effectLst/>
                <a:latin typeface="Cavolini" panose="03000502040302020204" pitchFamily="66" charset="0"/>
                <a:cs typeface="Cavolini" panose="03000502040302020204" pitchFamily="66" charset="0"/>
              </a:rPr>
              <a:t>App</a:t>
            </a:r>
            <a:r>
              <a:rPr lang="en-US" sz="2100" b="1" i="0" dirty="0">
                <a:solidFill>
                  <a:srgbClr val="CECAC3"/>
                </a:solidFill>
                <a:effectLst/>
                <a:latin typeface="Cavolini" panose="03000502040302020204" pitchFamily="66" charset="0"/>
                <a:cs typeface="Cavolini" panose="03000502040302020204" pitchFamily="66" charset="0"/>
              </a:rPr>
              <a:t> component. We are pass employee </a:t>
            </a:r>
            <a:r>
              <a:rPr lang="en-US" sz="2100" b="1" i="0" dirty="0" err="1">
                <a:solidFill>
                  <a:srgbClr val="CECAC3"/>
                </a:solidFill>
                <a:effectLst/>
                <a:latin typeface="Cavolini" panose="03000502040302020204" pitchFamily="66" charset="0"/>
                <a:cs typeface="Cavolini" panose="03000502040302020204" pitchFamily="66" charset="0"/>
              </a:rPr>
              <a:t>firstName</a:t>
            </a:r>
            <a:r>
              <a:rPr lang="en-US" sz="2100" b="1" i="0" dirty="0">
                <a:solidFill>
                  <a:srgbClr val="CECAC3"/>
                </a:solidFill>
                <a:effectLst/>
                <a:latin typeface="Cavolini" panose="03000502040302020204" pitchFamily="66" charset="0"/>
                <a:cs typeface="Cavolini" panose="03000502040302020204" pitchFamily="66" charset="0"/>
              </a:rPr>
              <a:t>, </a:t>
            </a:r>
            <a:r>
              <a:rPr lang="en-US" sz="2100" b="1" i="0" dirty="0" err="1">
                <a:solidFill>
                  <a:srgbClr val="CECAC3"/>
                </a:solidFill>
                <a:effectLst/>
                <a:latin typeface="Cavolini" panose="03000502040302020204" pitchFamily="66" charset="0"/>
                <a:cs typeface="Cavolini" panose="03000502040302020204" pitchFamily="66" charset="0"/>
              </a:rPr>
              <a:t>lastName</a:t>
            </a:r>
            <a:r>
              <a:rPr lang="en-US" sz="2100" b="1" i="0" dirty="0">
                <a:solidFill>
                  <a:srgbClr val="CECAC3"/>
                </a:solidFill>
                <a:effectLst/>
                <a:latin typeface="Cavolini" panose="03000502040302020204" pitchFamily="66" charset="0"/>
                <a:cs typeface="Cavolini" panose="03000502040302020204" pitchFamily="66" charset="0"/>
              </a:rPr>
              <a:t> and email to </a:t>
            </a:r>
            <a:r>
              <a:rPr lang="en-US" sz="2100" b="1" i="1" dirty="0">
                <a:solidFill>
                  <a:srgbClr val="DA4B58"/>
                </a:solidFill>
                <a:effectLst/>
                <a:latin typeface="Cavolini" panose="03000502040302020204" pitchFamily="66" charset="0"/>
                <a:cs typeface="Cavolini" panose="03000502040302020204" pitchFamily="66" charset="0"/>
              </a:rPr>
              <a:t>Employee</a:t>
            </a:r>
            <a:r>
              <a:rPr lang="en-US" sz="2100" b="1" i="0" dirty="0">
                <a:solidFill>
                  <a:srgbClr val="CECAC3"/>
                </a:solidFill>
                <a:effectLst/>
                <a:latin typeface="Cavolini" panose="03000502040302020204" pitchFamily="66" charset="0"/>
                <a:cs typeface="Cavolini" panose="03000502040302020204" pitchFamily="66" charset="0"/>
              </a:rPr>
              <a:t> component using </a:t>
            </a:r>
            <a:r>
              <a:rPr lang="en-US" sz="2100" b="1" i="1" dirty="0">
                <a:solidFill>
                  <a:srgbClr val="DA4B58"/>
                </a:solidFill>
                <a:effectLst/>
                <a:latin typeface="Cavolini" panose="03000502040302020204" pitchFamily="66" charset="0"/>
                <a:cs typeface="Cavolini" panose="03000502040302020204" pitchFamily="66" charset="0"/>
              </a:rPr>
              <a:t>props</a:t>
            </a:r>
            <a:r>
              <a:rPr lang="en-US" sz="2100" b="1" i="0" dirty="0">
                <a:solidFill>
                  <a:srgbClr val="CECAC3"/>
                </a:solidFill>
                <a:effectLst/>
                <a:latin typeface="Cavolini" panose="03000502040302020204" pitchFamily="66" charset="0"/>
                <a:cs typeface="Cavolini" panose="03000502040302020204" pitchFamily="66" charset="0"/>
              </a:rPr>
              <a:t>:</a:t>
            </a:r>
            <a:endParaRPr lang="en-US" sz="2100" b="1" i="0" dirty="0">
              <a:effectLst/>
              <a:latin typeface="Cavolini" panose="03000502040302020204" pitchFamily="66" charset="0"/>
              <a:cs typeface="Cavolini" panose="03000502040302020204" pitchFamily="66" charset="0"/>
            </a:endParaRPr>
          </a:p>
        </p:txBody>
      </p:sp>
      <p:sp>
        <p:nvSpPr>
          <p:cNvPr id="8" name="TextBox 7">
            <a:extLst>
              <a:ext uri="{FF2B5EF4-FFF2-40B4-BE49-F238E27FC236}">
                <a16:creationId xmlns:a16="http://schemas.microsoft.com/office/drawing/2014/main" id="{C83310C4-B743-FA26-A187-EBC1E41FB39D}"/>
              </a:ext>
            </a:extLst>
          </p:cNvPr>
          <p:cNvSpPr txBox="1"/>
          <p:nvPr/>
        </p:nvSpPr>
        <p:spPr>
          <a:xfrm>
            <a:off x="385765" y="2690532"/>
            <a:ext cx="11373844" cy="3657600"/>
          </a:xfrm>
          <a:prstGeom prst="rect">
            <a:avLst/>
          </a:prstGeom>
          <a:noFill/>
        </p:spPr>
        <p:txBody>
          <a:bodyPr wrap="square" numCol="2">
            <a:spAutoFit/>
          </a:bodyPr>
          <a:lstStyle/>
          <a:p>
            <a:r>
              <a:rPr lang="en-US" b="1" dirty="0">
                <a:solidFill>
                  <a:srgbClr val="72F1B8"/>
                </a:solidFill>
                <a:effectLst/>
                <a:latin typeface="Cascadia Code" panose="020B0609020000020004" pitchFamily="49" charset="0"/>
              </a:rPr>
              <a:t>import</a:t>
            </a:r>
            <a:r>
              <a:rPr lang="en-US" b="1" dirty="0">
                <a:solidFill>
                  <a:srgbClr val="BBBBBB"/>
                </a:solidFill>
                <a:effectLst/>
                <a:latin typeface="Cascadia Code" panose="020B0609020000020004" pitchFamily="49" charset="0"/>
              </a:rPr>
              <a:t> </a:t>
            </a:r>
            <a:r>
              <a:rPr lang="en-US" b="1" dirty="0">
                <a:solidFill>
                  <a:srgbClr val="FF7EDB"/>
                </a:solidFill>
                <a:effectLst/>
                <a:latin typeface="Cascadia Code" panose="020B0609020000020004" pitchFamily="49" charset="0"/>
              </a:rPr>
              <a:t>React</a:t>
            </a:r>
            <a:r>
              <a:rPr lang="en-US" b="1" dirty="0">
                <a:solidFill>
                  <a:srgbClr val="BBBBBB"/>
                </a:solidFill>
                <a:effectLst/>
                <a:latin typeface="Cascadia Code" panose="020B0609020000020004" pitchFamily="49" charset="0"/>
              </a:rPr>
              <a:t> </a:t>
            </a:r>
            <a:r>
              <a:rPr lang="en-US" b="1" dirty="0">
                <a:solidFill>
                  <a:srgbClr val="FEDE5D"/>
                </a:solidFill>
                <a:effectLst/>
                <a:latin typeface="Cascadia Code" panose="020B0609020000020004" pitchFamily="49" charset="0"/>
              </a:rPr>
              <a:t>from</a:t>
            </a:r>
            <a:r>
              <a:rPr lang="en-US" b="1" dirty="0">
                <a:solidFill>
                  <a:srgbClr val="BBBBBB"/>
                </a:solidFill>
                <a:effectLst/>
                <a:latin typeface="Cascadia Code" panose="020B0609020000020004" pitchFamily="49" charset="0"/>
              </a:rPr>
              <a:t> </a:t>
            </a:r>
            <a:r>
              <a:rPr lang="en-US" b="1" dirty="0">
                <a:solidFill>
                  <a:srgbClr val="FF8B39"/>
                </a:solidFill>
                <a:effectLst/>
                <a:latin typeface="Cascadia Code" panose="020B0609020000020004" pitchFamily="49" charset="0"/>
              </a:rPr>
              <a:t>"react"</a:t>
            </a:r>
            <a:r>
              <a:rPr lang="en-US" b="1" dirty="0">
                <a:solidFill>
                  <a:srgbClr val="BBBBBB"/>
                </a:solidFill>
                <a:effectLst/>
                <a:latin typeface="Cascadia Code" panose="020B0609020000020004" pitchFamily="49" charset="0"/>
              </a:rPr>
              <a:t>;</a:t>
            </a:r>
          </a:p>
          <a:p>
            <a:r>
              <a:rPr lang="en-US" b="1" dirty="0">
                <a:solidFill>
                  <a:srgbClr val="72F1B8"/>
                </a:solidFill>
                <a:effectLst/>
                <a:latin typeface="Cascadia Code" panose="020B0609020000020004" pitchFamily="49" charset="0"/>
              </a:rPr>
              <a:t>import</a:t>
            </a:r>
            <a:r>
              <a:rPr lang="en-US" b="1" dirty="0">
                <a:solidFill>
                  <a:srgbClr val="BBBBBB"/>
                </a:solidFill>
                <a:effectLst/>
                <a:latin typeface="Cascadia Code" panose="020B0609020000020004" pitchFamily="49" charset="0"/>
              </a:rPr>
              <a:t> </a:t>
            </a:r>
            <a:r>
              <a:rPr lang="en-US" b="1" dirty="0">
                <a:solidFill>
                  <a:srgbClr val="FF7EDB"/>
                </a:solidFill>
                <a:effectLst/>
                <a:latin typeface="Cascadia Code" panose="020B0609020000020004" pitchFamily="49" charset="0"/>
              </a:rPr>
              <a:t>logo</a:t>
            </a:r>
            <a:r>
              <a:rPr lang="en-US" b="1" dirty="0">
                <a:solidFill>
                  <a:srgbClr val="BBBBBB"/>
                </a:solidFill>
                <a:effectLst/>
                <a:latin typeface="Cascadia Code" panose="020B0609020000020004" pitchFamily="49" charset="0"/>
              </a:rPr>
              <a:t> </a:t>
            </a:r>
            <a:r>
              <a:rPr lang="en-US" b="1" dirty="0">
                <a:solidFill>
                  <a:srgbClr val="FEDE5D"/>
                </a:solidFill>
                <a:effectLst/>
                <a:latin typeface="Cascadia Code" panose="020B0609020000020004" pitchFamily="49" charset="0"/>
              </a:rPr>
              <a:t>from</a:t>
            </a:r>
            <a:r>
              <a:rPr lang="en-US" b="1" dirty="0">
                <a:solidFill>
                  <a:srgbClr val="BBBBBB"/>
                </a:solidFill>
                <a:effectLst/>
                <a:latin typeface="Cascadia Code" panose="020B0609020000020004" pitchFamily="49" charset="0"/>
              </a:rPr>
              <a:t> </a:t>
            </a:r>
            <a:r>
              <a:rPr lang="en-US" b="1" dirty="0">
                <a:solidFill>
                  <a:srgbClr val="FF8B39"/>
                </a:solidFill>
                <a:effectLst/>
                <a:latin typeface="Cascadia Code" panose="020B0609020000020004" pitchFamily="49" charset="0"/>
              </a:rPr>
              <a:t>"./</a:t>
            </a:r>
            <a:r>
              <a:rPr lang="en-US" b="1" dirty="0" err="1">
                <a:solidFill>
                  <a:srgbClr val="FF8B39"/>
                </a:solidFill>
                <a:effectLst/>
                <a:latin typeface="Cascadia Code" panose="020B0609020000020004" pitchFamily="49" charset="0"/>
              </a:rPr>
              <a:t>logo.svg</a:t>
            </a:r>
            <a:r>
              <a:rPr lang="en-US" b="1" dirty="0">
                <a:solidFill>
                  <a:srgbClr val="FF8B39"/>
                </a:solidFill>
                <a:effectLst/>
                <a:latin typeface="Cascadia Code" panose="020B0609020000020004" pitchFamily="49" charset="0"/>
              </a:rPr>
              <a:t>"</a:t>
            </a:r>
            <a:r>
              <a:rPr lang="en-US" b="1" dirty="0">
                <a:solidFill>
                  <a:srgbClr val="BBBBBB"/>
                </a:solidFill>
                <a:effectLst/>
                <a:latin typeface="Cascadia Code" panose="020B0609020000020004" pitchFamily="49" charset="0"/>
              </a:rPr>
              <a:t>;</a:t>
            </a:r>
          </a:p>
          <a:p>
            <a:r>
              <a:rPr lang="en-US" b="1" dirty="0">
                <a:solidFill>
                  <a:srgbClr val="72F1B8"/>
                </a:solidFill>
                <a:effectLst/>
                <a:latin typeface="Cascadia Code" panose="020B0609020000020004" pitchFamily="49" charset="0"/>
              </a:rPr>
              <a:t>import</a:t>
            </a:r>
            <a:r>
              <a:rPr lang="en-US" b="1" dirty="0">
                <a:solidFill>
                  <a:srgbClr val="BBBBBB"/>
                </a:solidFill>
                <a:effectLst/>
                <a:latin typeface="Cascadia Code" panose="020B0609020000020004" pitchFamily="49" charset="0"/>
              </a:rPr>
              <a:t> </a:t>
            </a:r>
            <a:r>
              <a:rPr lang="en-US" b="1" dirty="0">
                <a:solidFill>
                  <a:srgbClr val="FF8B39"/>
                </a:solidFill>
                <a:effectLst/>
                <a:latin typeface="Cascadia Code" panose="020B0609020000020004" pitchFamily="49" charset="0"/>
              </a:rPr>
              <a:t>"./App.css"</a:t>
            </a:r>
            <a:r>
              <a:rPr lang="en-US" b="1" dirty="0">
                <a:solidFill>
                  <a:srgbClr val="BBBBBB"/>
                </a:solidFill>
                <a:effectLst/>
                <a:latin typeface="Cascadia Code" panose="020B0609020000020004" pitchFamily="49" charset="0"/>
              </a:rPr>
              <a:t>;</a:t>
            </a:r>
          </a:p>
          <a:p>
            <a:r>
              <a:rPr lang="en-US" b="1" dirty="0">
                <a:solidFill>
                  <a:srgbClr val="72F1B8"/>
                </a:solidFill>
                <a:effectLst/>
                <a:latin typeface="Cascadia Code" panose="020B0609020000020004" pitchFamily="49" charset="0"/>
              </a:rPr>
              <a:t>import</a:t>
            </a:r>
            <a:r>
              <a:rPr lang="en-US" b="1" dirty="0">
                <a:solidFill>
                  <a:srgbClr val="BBBBBB"/>
                </a:solidFill>
                <a:effectLst/>
                <a:latin typeface="Cascadia Code" panose="020B0609020000020004" pitchFamily="49" charset="0"/>
              </a:rPr>
              <a:t> </a:t>
            </a:r>
            <a:r>
              <a:rPr lang="en-US" b="1" dirty="0">
                <a:solidFill>
                  <a:srgbClr val="FF7EDB"/>
                </a:solidFill>
                <a:effectLst/>
                <a:latin typeface="Cascadia Code" panose="020B0609020000020004" pitchFamily="49" charset="0"/>
              </a:rPr>
              <a:t>Table</a:t>
            </a:r>
            <a:r>
              <a:rPr lang="en-US" b="1" dirty="0">
                <a:solidFill>
                  <a:srgbClr val="BBBBBB"/>
                </a:solidFill>
                <a:effectLst/>
                <a:latin typeface="Cascadia Code" panose="020B0609020000020004" pitchFamily="49" charset="0"/>
              </a:rPr>
              <a:t> </a:t>
            </a:r>
            <a:r>
              <a:rPr lang="en-US" b="1" dirty="0">
                <a:solidFill>
                  <a:srgbClr val="FEDE5D"/>
                </a:solidFill>
                <a:effectLst/>
                <a:latin typeface="Cascadia Code" panose="020B0609020000020004" pitchFamily="49" charset="0"/>
              </a:rPr>
              <a:t>from</a:t>
            </a:r>
            <a:r>
              <a:rPr lang="en-US" b="1" dirty="0">
                <a:solidFill>
                  <a:srgbClr val="BBBBBB"/>
                </a:solidFill>
                <a:effectLst/>
                <a:latin typeface="Cascadia Code" panose="020B0609020000020004" pitchFamily="49" charset="0"/>
              </a:rPr>
              <a:t> </a:t>
            </a:r>
            <a:r>
              <a:rPr lang="en-US" b="1" dirty="0">
                <a:solidFill>
                  <a:srgbClr val="FF8B39"/>
                </a:solidFill>
                <a:effectLst/>
                <a:latin typeface="Cascadia Code" panose="020B0609020000020004" pitchFamily="49" charset="0"/>
              </a:rPr>
              <a:t>"./components/functional-components/Table"</a:t>
            </a:r>
            <a:r>
              <a:rPr lang="en-US" b="1" dirty="0">
                <a:solidFill>
                  <a:srgbClr val="BBBBBB"/>
                </a:solidFill>
                <a:effectLst/>
                <a:latin typeface="Cascadia Code" panose="020B0609020000020004" pitchFamily="49" charset="0"/>
              </a:rPr>
              <a:t>;</a:t>
            </a:r>
          </a:p>
          <a:p>
            <a:r>
              <a:rPr lang="en-US" b="1" dirty="0">
                <a:solidFill>
                  <a:srgbClr val="72F1B8"/>
                </a:solidFill>
                <a:effectLst/>
                <a:latin typeface="Cascadia Code" panose="020B0609020000020004" pitchFamily="49" charset="0"/>
              </a:rPr>
              <a:t>import</a:t>
            </a:r>
            <a:r>
              <a:rPr lang="en-US" b="1" dirty="0">
                <a:solidFill>
                  <a:srgbClr val="BBBBBB"/>
                </a:solidFill>
                <a:effectLst/>
                <a:latin typeface="Cascadia Code" panose="020B0609020000020004" pitchFamily="49" charset="0"/>
              </a:rPr>
              <a:t> </a:t>
            </a:r>
            <a:r>
              <a:rPr lang="en-US" b="1" dirty="0" err="1">
                <a:solidFill>
                  <a:srgbClr val="FF7EDB"/>
                </a:solidFill>
                <a:effectLst/>
                <a:latin typeface="Cascadia Code" panose="020B0609020000020004" pitchFamily="49" charset="0"/>
              </a:rPr>
              <a:t>PropsDemo</a:t>
            </a:r>
            <a:r>
              <a:rPr lang="en-US" b="1" dirty="0">
                <a:solidFill>
                  <a:srgbClr val="BBBBBB"/>
                </a:solidFill>
                <a:effectLst/>
                <a:latin typeface="Cascadia Code" panose="020B0609020000020004" pitchFamily="49" charset="0"/>
              </a:rPr>
              <a:t> </a:t>
            </a:r>
            <a:r>
              <a:rPr lang="en-US" b="1" dirty="0">
                <a:solidFill>
                  <a:srgbClr val="FEDE5D"/>
                </a:solidFill>
                <a:effectLst/>
                <a:latin typeface="Cascadia Code" panose="020B0609020000020004" pitchFamily="49" charset="0"/>
              </a:rPr>
              <a:t>from</a:t>
            </a:r>
            <a:r>
              <a:rPr lang="en-US" b="1" dirty="0">
                <a:solidFill>
                  <a:srgbClr val="BBBBBB"/>
                </a:solidFill>
                <a:effectLst/>
                <a:latin typeface="Cascadia Code" panose="020B0609020000020004" pitchFamily="49" charset="0"/>
              </a:rPr>
              <a:t> </a:t>
            </a:r>
            <a:r>
              <a:rPr lang="en-US" b="1" dirty="0">
                <a:solidFill>
                  <a:srgbClr val="FF8B39"/>
                </a:solidFill>
                <a:effectLst/>
                <a:latin typeface="Cascadia Code" panose="020B0609020000020004" pitchFamily="49" charset="0"/>
              </a:rPr>
              <a:t>"./components/props/</a:t>
            </a:r>
            <a:r>
              <a:rPr lang="en-US" b="1" dirty="0" err="1">
                <a:solidFill>
                  <a:srgbClr val="FF8B39"/>
                </a:solidFill>
                <a:effectLst/>
                <a:latin typeface="Cascadia Code" panose="020B0609020000020004" pitchFamily="49" charset="0"/>
              </a:rPr>
              <a:t>PropsDemo</a:t>
            </a:r>
            <a:r>
              <a:rPr lang="en-US" b="1" dirty="0">
                <a:solidFill>
                  <a:srgbClr val="FF8B39"/>
                </a:solidFill>
                <a:effectLst/>
                <a:latin typeface="Cascadia Code" panose="020B0609020000020004" pitchFamily="49" charset="0"/>
              </a:rPr>
              <a:t>"</a:t>
            </a:r>
            <a:r>
              <a:rPr lang="en-US" b="1" dirty="0">
                <a:solidFill>
                  <a:srgbClr val="BBBBBB"/>
                </a:solidFill>
                <a:effectLst/>
                <a:latin typeface="Cascadia Code" panose="020B0609020000020004" pitchFamily="49" charset="0"/>
              </a:rPr>
              <a:t>;</a:t>
            </a:r>
          </a:p>
          <a:p>
            <a:r>
              <a:rPr lang="en-US" b="1" dirty="0">
                <a:solidFill>
                  <a:srgbClr val="72F1B8"/>
                </a:solidFill>
                <a:effectLst/>
                <a:latin typeface="Cascadia Code" panose="020B0609020000020004" pitchFamily="49" charset="0"/>
              </a:rPr>
              <a:t>import</a:t>
            </a:r>
            <a:r>
              <a:rPr lang="en-US" b="1" dirty="0">
                <a:solidFill>
                  <a:srgbClr val="BBBBBB"/>
                </a:solidFill>
                <a:effectLst/>
                <a:latin typeface="Cascadia Code" panose="020B0609020000020004" pitchFamily="49" charset="0"/>
              </a:rPr>
              <a:t> { </a:t>
            </a:r>
            <a:r>
              <a:rPr lang="en-US" b="1" dirty="0">
                <a:solidFill>
                  <a:srgbClr val="FF7EDB"/>
                </a:solidFill>
                <a:effectLst/>
                <a:latin typeface="Cascadia Code" panose="020B0609020000020004" pitchFamily="49" charset="0"/>
              </a:rPr>
              <a:t>Employee</a:t>
            </a:r>
            <a:r>
              <a:rPr lang="en-US" b="1" dirty="0">
                <a:solidFill>
                  <a:srgbClr val="BBBBBB"/>
                </a:solidFill>
                <a:effectLst/>
                <a:latin typeface="Cascadia Code" panose="020B0609020000020004" pitchFamily="49" charset="0"/>
              </a:rPr>
              <a:t> } </a:t>
            </a:r>
            <a:r>
              <a:rPr lang="en-US" b="1" dirty="0">
                <a:solidFill>
                  <a:srgbClr val="FEDE5D"/>
                </a:solidFill>
                <a:effectLst/>
                <a:latin typeface="Cascadia Code" panose="020B0609020000020004" pitchFamily="49" charset="0"/>
              </a:rPr>
              <a:t>from</a:t>
            </a:r>
            <a:r>
              <a:rPr lang="en-US" b="1" dirty="0">
                <a:solidFill>
                  <a:srgbClr val="BBBBBB"/>
                </a:solidFill>
                <a:effectLst/>
                <a:latin typeface="Cascadia Code" panose="020B0609020000020004" pitchFamily="49" charset="0"/>
              </a:rPr>
              <a:t> </a:t>
            </a:r>
            <a:r>
              <a:rPr lang="en-US" b="1" dirty="0">
                <a:solidFill>
                  <a:srgbClr val="FF8B39"/>
                </a:solidFill>
                <a:effectLst/>
                <a:latin typeface="Cascadia Code" panose="020B0609020000020004" pitchFamily="49" charset="0"/>
              </a:rPr>
              <a:t>"./components/Employee"</a:t>
            </a:r>
            <a:r>
              <a:rPr lang="en-US" b="1" dirty="0">
                <a:solidFill>
                  <a:srgbClr val="BBBBBB"/>
                </a:solidFill>
                <a:effectLst/>
                <a:latin typeface="Cascadia Code" panose="020B0609020000020004" pitchFamily="49" charset="0"/>
              </a:rPr>
              <a:t>;</a:t>
            </a:r>
          </a:p>
          <a:p>
            <a:br>
              <a:rPr lang="en-US" b="1" dirty="0">
                <a:solidFill>
                  <a:srgbClr val="BBBBBB"/>
                </a:solidFill>
                <a:effectLst/>
                <a:latin typeface="Cascadia Code" panose="020B0609020000020004" pitchFamily="49" charset="0"/>
              </a:rPr>
            </a:br>
            <a:r>
              <a:rPr lang="en-US" b="1" dirty="0">
                <a:solidFill>
                  <a:srgbClr val="FEDE5D"/>
                </a:solidFill>
                <a:effectLst/>
                <a:latin typeface="Cascadia Code" panose="020B0609020000020004" pitchFamily="49" charset="0"/>
              </a:rPr>
              <a:t>function</a:t>
            </a:r>
            <a:r>
              <a:rPr lang="en-US" b="1" dirty="0">
                <a:solidFill>
                  <a:srgbClr val="BBBBBB"/>
                </a:solidFill>
                <a:effectLst/>
                <a:latin typeface="Cascadia Code" panose="020B0609020000020004" pitchFamily="49" charset="0"/>
              </a:rPr>
              <a:t> </a:t>
            </a:r>
            <a:r>
              <a:rPr lang="en-US" b="1" dirty="0">
                <a:solidFill>
                  <a:srgbClr val="36F9F6"/>
                </a:solidFill>
                <a:effectLst/>
                <a:latin typeface="Cascadia Code" panose="020B0609020000020004" pitchFamily="49" charset="0"/>
              </a:rPr>
              <a:t>App</a:t>
            </a:r>
            <a:r>
              <a:rPr lang="en-US" b="1" dirty="0">
                <a:solidFill>
                  <a:srgbClr val="BBBBBB"/>
                </a:solidFill>
                <a:effectLst/>
                <a:latin typeface="Cascadia Code" panose="020B0609020000020004" pitchFamily="49" charset="0"/>
              </a:rPr>
              <a:t>() {</a:t>
            </a:r>
          </a:p>
          <a:p>
            <a:r>
              <a:rPr lang="en-US" b="1" dirty="0">
                <a:solidFill>
                  <a:srgbClr val="BBBBBB"/>
                </a:solidFill>
                <a:effectLst/>
                <a:latin typeface="Cascadia Code" panose="020B0609020000020004" pitchFamily="49" charset="0"/>
              </a:rPr>
              <a:t>  </a:t>
            </a:r>
            <a:r>
              <a:rPr lang="en-US" b="1" dirty="0">
                <a:solidFill>
                  <a:srgbClr val="FEDE5D"/>
                </a:solidFill>
                <a:effectLst/>
                <a:latin typeface="Cascadia Code" panose="020B0609020000020004" pitchFamily="49" charset="0"/>
              </a:rPr>
              <a:t>return</a:t>
            </a:r>
            <a:r>
              <a:rPr lang="en-US" b="1" dirty="0">
                <a:solidFill>
                  <a:srgbClr val="BBBBBB"/>
                </a:solidFill>
                <a:effectLst/>
                <a:latin typeface="Cascadia Code" panose="020B0609020000020004" pitchFamily="49" charset="0"/>
              </a:rPr>
              <a:t> (</a:t>
            </a:r>
          </a:p>
          <a:p>
            <a:r>
              <a:rPr lang="en-US" b="1" dirty="0">
                <a:solidFill>
                  <a:srgbClr val="BBBBBB"/>
                </a:solidFill>
                <a:effectLst/>
                <a:latin typeface="Cascadia Code" panose="020B0609020000020004" pitchFamily="49" charset="0"/>
              </a:rPr>
              <a:t>    </a:t>
            </a:r>
            <a:r>
              <a:rPr lang="en-US" b="1" dirty="0">
                <a:solidFill>
                  <a:srgbClr val="36F9F6"/>
                </a:solidFill>
                <a:effectLst/>
                <a:latin typeface="Cascadia Code" panose="020B0609020000020004" pitchFamily="49" charset="0"/>
              </a:rPr>
              <a:t>&lt;</a:t>
            </a:r>
            <a:r>
              <a:rPr lang="en-US" b="1" dirty="0">
                <a:solidFill>
                  <a:srgbClr val="72F1B8"/>
                </a:solidFill>
                <a:effectLst/>
                <a:latin typeface="Cascadia Code" panose="020B0609020000020004" pitchFamily="49" charset="0"/>
              </a:rPr>
              <a:t>div</a:t>
            </a:r>
            <a:r>
              <a:rPr lang="en-US" b="1" dirty="0">
                <a:solidFill>
                  <a:srgbClr val="BBBBBB"/>
                </a:solidFill>
                <a:effectLst/>
                <a:latin typeface="Cascadia Code" panose="020B0609020000020004" pitchFamily="49" charset="0"/>
              </a:rPr>
              <a:t> </a:t>
            </a:r>
            <a:r>
              <a:rPr lang="en-US" b="1" dirty="0" err="1">
                <a:solidFill>
                  <a:srgbClr val="FEDE5D"/>
                </a:solidFill>
                <a:effectLst/>
                <a:latin typeface="Cascadia Code" panose="020B0609020000020004" pitchFamily="49" charset="0"/>
              </a:rPr>
              <a:t>className</a:t>
            </a:r>
            <a:r>
              <a:rPr lang="en-US" b="1" dirty="0">
                <a:solidFill>
                  <a:srgbClr val="FFFFFF"/>
                </a:solidFill>
                <a:effectLst/>
                <a:latin typeface="Cascadia Code" panose="020B0609020000020004" pitchFamily="49" charset="0"/>
              </a:rPr>
              <a:t>=</a:t>
            </a:r>
            <a:r>
              <a:rPr lang="en-US" b="1" dirty="0">
                <a:solidFill>
                  <a:srgbClr val="FF8B39"/>
                </a:solidFill>
                <a:effectLst/>
                <a:latin typeface="Cascadia Code" panose="020B0609020000020004" pitchFamily="49" charset="0"/>
              </a:rPr>
              <a:t>"App"</a:t>
            </a:r>
            <a:r>
              <a:rPr lang="en-US" b="1" dirty="0">
                <a:solidFill>
                  <a:srgbClr val="36F9F6"/>
                </a:solidFill>
                <a:effectLst/>
                <a:latin typeface="Cascadia Code" panose="020B0609020000020004" pitchFamily="49" charset="0"/>
              </a:rPr>
              <a:t>&gt;</a:t>
            </a:r>
            <a:endParaRPr lang="en-US" b="1" dirty="0">
              <a:solidFill>
                <a:srgbClr val="BBBBBB"/>
              </a:solidFill>
              <a:effectLst/>
              <a:latin typeface="Cascadia Code" panose="020B0609020000020004" pitchFamily="49" charset="0"/>
            </a:endParaRPr>
          </a:p>
          <a:p>
            <a:r>
              <a:rPr lang="en-US" b="1" dirty="0">
                <a:solidFill>
                  <a:srgbClr val="BBBBBB"/>
                </a:solidFill>
                <a:effectLst/>
                <a:latin typeface="Cascadia Code" panose="020B0609020000020004" pitchFamily="49" charset="0"/>
              </a:rPr>
              <a:t>      </a:t>
            </a:r>
            <a:r>
              <a:rPr lang="en-US" b="1" dirty="0">
                <a:solidFill>
                  <a:srgbClr val="36F9F6"/>
                </a:solidFill>
                <a:effectLst/>
                <a:latin typeface="Cascadia Code" panose="020B0609020000020004" pitchFamily="49" charset="0"/>
              </a:rPr>
              <a:t>&lt;</a:t>
            </a:r>
            <a:r>
              <a:rPr lang="en-US" b="1" dirty="0">
                <a:solidFill>
                  <a:srgbClr val="72F1B8"/>
                </a:solidFill>
                <a:effectLst/>
                <a:latin typeface="Cascadia Code" panose="020B0609020000020004" pitchFamily="49" charset="0"/>
              </a:rPr>
              <a:t>header</a:t>
            </a:r>
            <a:r>
              <a:rPr lang="en-US" b="1" dirty="0">
                <a:solidFill>
                  <a:srgbClr val="BBBBBB"/>
                </a:solidFill>
                <a:effectLst/>
                <a:latin typeface="Cascadia Code" panose="020B0609020000020004" pitchFamily="49" charset="0"/>
              </a:rPr>
              <a:t> </a:t>
            </a:r>
            <a:r>
              <a:rPr lang="en-US" b="1" dirty="0" err="1">
                <a:solidFill>
                  <a:srgbClr val="FEDE5D"/>
                </a:solidFill>
                <a:effectLst/>
                <a:latin typeface="Cascadia Code" panose="020B0609020000020004" pitchFamily="49" charset="0"/>
              </a:rPr>
              <a:t>className</a:t>
            </a:r>
            <a:r>
              <a:rPr lang="en-US" b="1" dirty="0">
                <a:solidFill>
                  <a:srgbClr val="FFFFFF"/>
                </a:solidFill>
                <a:effectLst/>
                <a:latin typeface="Cascadia Code" panose="020B0609020000020004" pitchFamily="49" charset="0"/>
              </a:rPr>
              <a:t>=</a:t>
            </a:r>
            <a:r>
              <a:rPr lang="en-US" b="1" dirty="0">
                <a:solidFill>
                  <a:srgbClr val="FF8B39"/>
                </a:solidFill>
                <a:effectLst/>
                <a:latin typeface="Cascadia Code" panose="020B0609020000020004" pitchFamily="49" charset="0"/>
              </a:rPr>
              <a:t>"App-header"</a:t>
            </a:r>
            <a:r>
              <a:rPr lang="en-US" b="1" dirty="0">
                <a:solidFill>
                  <a:srgbClr val="36F9F6"/>
                </a:solidFill>
                <a:effectLst/>
                <a:latin typeface="Cascadia Code" panose="020B0609020000020004" pitchFamily="49" charset="0"/>
              </a:rPr>
              <a:t>&gt;</a:t>
            </a:r>
            <a:endParaRPr lang="en-US" b="1" dirty="0">
              <a:solidFill>
                <a:srgbClr val="BBBBBB"/>
              </a:solidFill>
              <a:effectLst/>
              <a:latin typeface="Cascadia Code" panose="020B0609020000020004" pitchFamily="49" charset="0"/>
            </a:endParaRPr>
          </a:p>
          <a:p>
            <a:r>
              <a:rPr lang="en-US" b="1" dirty="0">
                <a:solidFill>
                  <a:srgbClr val="BBBBBB"/>
                </a:solidFill>
                <a:effectLst/>
                <a:latin typeface="Cascadia Code" panose="020B0609020000020004" pitchFamily="49" charset="0"/>
              </a:rPr>
              <a:t>        </a:t>
            </a:r>
            <a:r>
              <a:rPr lang="en-US" b="1" dirty="0">
                <a:solidFill>
                  <a:srgbClr val="36F9F6"/>
                </a:solidFill>
                <a:effectLst/>
                <a:latin typeface="Cascadia Code" panose="020B0609020000020004" pitchFamily="49" charset="0"/>
              </a:rPr>
              <a:t>&lt;</a:t>
            </a:r>
            <a:r>
              <a:rPr lang="en-US" b="1" dirty="0">
                <a:solidFill>
                  <a:srgbClr val="FE4450"/>
                </a:solidFill>
                <a:effectLst/>
                <a:latin typeface="Cascadia Code" panose="020B0609020000020004" pitchFamily="49" charset="0"/>
              </a:rPr>
              <a:t>Employee</a:t>
            </a:r>
            <a:endParaRPr lang="en-US" b="1" dirty="0">
              <a:solidFill>
                <a:srgbClr val="BBBBBB"/>
              </a:solidFill>
              <a:effectLst/>
              <a:latin typeface="Cascadia Code" panose="020B0609020000020004" pitchFamily="49" charset="0"/>
            </a:endParaRPr>
          </a:p>
          <a:p>
            <a:r>
              <a:rPr lang="en-US" b="1" dirty="0">
                <a:solidFill>
                  <a:srgbClr val="BBBBBB"/>
                </a:solidFill>
                <a:effectLst/>
                <a:latin typeface="Cascadia Code" panose="020B0609020000020004" pitchFamily="49" charset="0"/>
              </a:rPr>
              <a:t>          </a:t>
            </a:r>
            <a:r>
              <a:rPr lang="en-US" b="1" dirty="0" err="1">
                <a:solidFill>
                  <a:srgbClr val="FEDE5D"/>
                </a:solidFill>
                <a:effectLst/>
                <a:latin typeface="Cascadia Code" panose="020B0609020000020004" pitchFamily="49" charset="0"/>
              </a:rPr>
              <a:t>firstName</a:t>
            </a:r>
            <a:r>
              <a:rPr lang="en-US" b="1" dirty="0">
                <a:solidFill>
                  <a:srgbClr val="FFFFFF"/>
                </a:solidFill>
                <a:effectLst/>
                <a:latin typeface="Cascadia Code" panose="020B0609020000020004" pitchFamily="49" charset="0"/>
              </a:rPr>
              <a:t>=</a:t>
            </a:r>
            <a:r>
              <a:rPr lang="en-US" b="1" dirty="0">
                <a:solidFill>
                  <a:srgbClr val="FF8B39"/>
                </a:solidFill>
                <a:effectLst/>
                <a:latin typeface="Cascadia Code" panose="020B0609020000020004" pitchFamily="49" charset="0"/>
              </a:rPr>
              <a:t>“Mayur"</a:t>
            </a:r>
            <a:endParaRPr lang="en-US" b="1" dirty="0">
              <a:solidFill>
                <a:srgbClr val="BBBBBB"/>
              </a:solidFill>
              <a:effectLst/>
              <a:latin typeface="Cascadia Code" panose="020B0609020000020004" pitchFamily="49" charset="0"/>
            </a:endParaRPr>
          </a:p>
          <a:p>
            <a:r>
              <a:rPr lang="en-US" b="1" dirty="0">
                <a:solidFill>
                  <a:srgbClr val="BBBBBB"/>
                </a:solidFill>
                <a:effectLst/>
                <a:latin typeface="Cascadia Code" panose="020B0609020000020004" pitchFamily="49" charset="0"/>
              </a:rPr>
              <a:t>          </a:t>
            </a:r>
            <a:r>
              <a:rPr lang="en-US" b="1" dirty="0" err="1">
                <a:solidFill>
                  <a:srgbClr val="FEDE5D"/>
                </a:solidFill>
                <a:effectLst/>
                <a:latin typeface="Cascadia Code" panose="020B0609020000020004" pitchFamily="49" charset="0"/>
              </a:rPr>
              <a:t>lastName</a:t>
            </a:r>
            <a:r>
              <a:rPr lang="en-US" b="1" dirty="0">
                <a:solidFill>
                  <a:srgbClr val="FFFFFF"/>
                </a:solidFill>
                <a:effectLst/>
                <a:latin typeface="Cascadia Code" panose="020B0609020000020004" pitchFamily="49" charset="0"/>
              </a:rPr>
              <a:t>=</a:t>
            </a:r>
            <a:r>
              <a:rPr lang="en-US" b="1" dirty="0">
                <a:solidFill>
                  <a:srgbClr val="FF8B39"/>
                </a:solidFill>
                <a:effectLst/>
                <a:latin typeface="Cascadia Code" panose="020B0609020000020004" pitchFamily="49" charset="0"/>
              </a:rPr>
              <a:t>“Pai"</a:t>
            </a:r>
            <a:endParaRPr lang="en-US" b="1" dirty="0">
              <a:solidFill>
                <a:srgbClr val="BBBBBB"/>
              </a:solidFill>
              <a:effectLst/>
              <a:latin typeface="Cascadia Code" panose="020B0609020000020004" pitchFamily="49" charset="0"/>
            </a:endParaRPr>
          </a:p>
          <a:p>
            <a:r>
              <a:rPr lang="en-US" b="1" dirty="0">
                <a:solidFill>
                  <a:srgbClr val="BBBBBB"/>
                </a:solidFill>
                <a:effectLst/>
                <a:latin typeface="Cascadia Code" panose="020B0609020000020004" pitchFamily="49" charset="0"/>
              </a:rPr>
              <a:t>          </a:t>
            </a:r>
            <a:r>
              <a:rPr lang="en-US" b="1" dirty="0" err="1">
                <a:solidFill>
                  <a:srgbClr val="FEDE5D"/>
                </a:solidFill>
                <a:effectLst/>
                <a:latin typeface="Cascadia Code" panose="020B0609020000020004" pitchFamily="49" charset="0"/>
              </a:rPr>
              <a:t>emailId</a:t>
            </a:r>
            <a:r>
              <a:rPr lang="en-US" b="1" dirty="0">
                <a:solidFill>
                  <a:srgbClr val="FFFFFF"/>
                </a:solidFill>
                <a:effectLst/>
                <a:latin typeface="Cascadia Code" panose="020B0609020000020004" pitchFamily="49" charset="0"/>
              </a:rPr>
              <a:t>=</a:t>
            </a:r>
            <a:r>
              <a:rPr lang="en-US" b="1" dirty="0">
                <a:solidFill>
                  <a:srgbClr val="FF8B39"/>
                </a:solidFill>
                <a:effectLst/>
                <a:latin typeface="Cascadia Code" panose="020B0609020000020004" pitchFamily="49" charset="0"/>
              </a:rPr>
              <a:t>“mayur5pai@gmail.com"</a:t>
            </a:r>
            <a:endParaRPr lang="en-US" b="1" dirty="0">
              <a:solidFill>
                <a:srgbClr val="BBBBBB"/>
              </a:solidFill>
              <a:effectLst/>
              <a:latin typeface="Cascadia Code" panose="020B0609020000020004" pitchFamily="49" charset="0"/>
            </a:endParaRPr>
          </a:p>
          <a:p>
            <a:r>
              <a:rPr lang="en-US" b="1" dirty="0">
                <a:solidFill>
                  <a:srgbClr val="BBBBBB"/>
                </a:solidFill>
                <a:effectLst/>
                <a:latin typeface="Cascadia Code" panose="020B0609020000020004" pitchFamily="49" charset="0"/>
              </a:rPr>
              <a:t>        </a:t>
            </a:r>
            <a:r>
              <a:rPr lang="en-US" b="1" dirty="0">
                <a:solidFill>
                  <a:srgbClr val="36F9F6"/>
                </a:solidFill>
                <a:effectLst/>
                <a:latin typeface="Cascadia Code" panose="020B0609020000020004" pitchFamily="49" charset="0"/>
              </a:rPr>
              <a:t>/&gt;</a:t>
            </a:r>
            <a:endParaRPr lang="en-US" b="1" dirty="0">
              <a:solidFill>
                <a:srgbClr val="BBBBBB"/>
              </a:solidFill>
              <a:effectLst/>
              <a:latin typeface="Cascadia Code" panose="020B0609020000020004" pitchFamily="49" charset="0"/>
            </a:endParaRPr>
          </a:p>
          <a:p>
            <a:r>
              <a:rPr lang="en-US" b="1" dirty="0">
                <a:solidFill>
                  <a:srgbClr val="BBBBBB"/>
                </a:solidFill>
                <a:effectLst/>
                <a:latin typeface="Cascadia Code" panose="020B0609020000020004" pitchFamily="49" charset="0"/>
              </a:rPr>
              <a:t>      </a:t>
            </a:r>
            <a:r>
              <a:rPr lang="en-US" b="1" dirty="0">
                <a:solidFill>
                  <a:srgbClr val="36F9F6"/>
                </a:solidFill>
                <a:effectLst/>
                <a:latin typeface="Cascadia Code" panose="020B0609020000020004" pitchFamily="49" charset="0"/>
              </a:rPr>
              <a:t>&lt;/</a:t>
            </a:r>
            <a:r>
              <a:rPr lang="en-US" b="1" dirty="0">
                <a:solidFill>
                  <a:srgbClr val="72F1B8"/>
                </a:solidFill>
                <a:effectLst/>
                <a:latin typeface="Cascadia Code" panose="020B0609020000020004" pitchFamily="49" charset="0"/>
              </a:rPr>
              <a:t>header</a:t>
            </a:r>
            <a:r>
              <a:rPr lang="en-US" b="1" dirty="0">
                <a:solidFill>
                  <a:srgbClr val="36F9F6"/>
                </a:solidFill>
                <a:effectLst/>
                <a:latin typeface="Cascadia Code" panose="020B0609020000020004" pitchFamily="49" charset="0"/>
              </a:rPr>
              <a:t>&gt;</a:t>
            </a:r>
            <a:endParaRPr lang="en-US" b="1" dirty="0">
              <a:solidFill>
                <a:srgbClr val="BBBBBB"/>
              </a:solidFill>
              <a:effectLst/>
              <a:latin typeface="Cascadia Code" panose="020B0609020000020004" pitchFamily="49" charset="0"/>
            </a:endParaRPr>
          </a:p>
          <a:p>
            <a:r>
              <a:rPr lang="en-US" b="1" dirty="0">
                <a:solidFill>
                  <a:srgbClr val="BBBBBB"/>
                </a:solidFill>
                <a:effectLst/>
                <a:latin typeface="Cascadia Code" panose="020B0609020000020004" pitchFamily="49" charset="0"/>
              </a:rPr>
              <a:t>    </a:t>
            </a:r>
            <a:r>
              <a:rPr lang="en-US" b="1" dirty="0">
                <a:solidFill>
                  <a:srgbClr val="36F9F6"/>
                </a:solidFill>
                <a:effectLst/>
                <a:latin typeface="Cascadia Code" panose="020B0609020000020004" pitchFamily="49" charset="0"/>
              </a:rPr>
              <a:t>&lt;/</a:t>
            </a:r>
            <a:r>
              <a:rPr lang="en-US" b="1" dirty="0">
                <a:solidFill>
                  <a:srgbClr val="72F1B8"/>
                </a:solidFill>
                <a:effectLst/>
                <a:latin typeface="Cascadia Code" panose="020B0609020000020004" pitchFamily="49" charset="0"/>
              </a:rPr>
              <a:t>div</a:t>
            </a:r>
            <a:r>
              <a:rPr lang="en-US" b="1" dirty="0">
                <a:solidFill>
                  <a:srgbClr val="36F9F6"/>
                </a:solidFill>
                <a:effectLst/>
                <a:latin typeface="Cascadia Code" panose="020B0609020000020004" pitchFamily="49" charset="0"/>
              </a:rPr>
              <a:t>&gt;</a:t>
            </a:r>
            <a:endParaRPr lang="en-US" b="1" dirty="0">
              <a:solidFill>
                <a:srgbClr val="BBBBBB"/>
              </a:solidFill>
              <a:effectLst/>
              <a:latin typeface="Cascadia Code" panose="020B0609020000020004" pitchFamily="49" charset="0"/>
            </a:endParaRPr>
          </a:p>
          <a:p>
            <a:r>
              <a:rPr lang="en-US" b="1" dirty="0">
                <a:solidFill>
                  <a:srgbClr val="BBBBBB"/>
                </a:solidFill>
                <a:effectLst/>
                <a:latin typeface="Cascadia Code" panose="020B0609020000020004" pitchFamily="49" charset="0"/>
              </a:rPr>
              <a:t>  );</a:t>
            </a:r>
          </a:p>
          <a:p>
            <a:r>
              <a:rPr lang="en-US" b="1" dirty="0">
                <a:solidFill>
                  <a:srgbClr val="BBBBBB"/>
                </a:solidFill>
                <a:effectLst/>
                <a:latin typeface="Cascadia Code" panose="020B0609020000020004" pitchFamily="49" charset="0"/>
              </a:rPr>
              <a:t>}</a:t>
            </a:r>
          </a:p>
          <a:p>
            <a:br>
              <a:rPr lang="en-US" b="1" dirty="0">
                <a:solidFill>
                  <a:srgbClr val="BBBBBB"/>
                </a:solidFill>
                <a:effectLst/>
                <a:latin typeface="Cascadia Code" panose="020B0609020000020004" pitchFamily="49" charset="0"/>
              </a:rPr>
            </a:br>
            <a:r>
              <a:rPr lang="en-US" b="1" dirty="0">
                <a:solidFill>
                  <a:srgbClr val="72F1B8"/>
                </a:solidFill>
                <a:effectLst/>
                <a:latin typeface="Cascadia Code" panose="020B0609020000020004" pitchFamily="49" charset="0"/>
              </a:rPr>
              <a:t>export</a:t>
            </a:r>
            <a:r>
              <a:rPr lang="en-US" b="1" dirty="0">
                <a:solidFill>
                  <a:srgbClr val="BBBBBB"/>
                </a:solidFill>
                <a:effectLst/>
                <a:latin typeface="Cascadia Code" panose="020B0609020000020004" pitchFamily="49" charset="0"/>
              </a:rPr>
              <a:t> </a:t>
            </a:r>
            <a:r>
              <a:rPr lang="en-US" b="1" dirty="0">
                <a:solidFill>
                  <a:srgbClr val="FEDE5D"/>
                </a:solidFill>
                <a:effectLst/>
                <a:latin typeface="Cascadia Code" panose="020B0609020000020004" pitchFamily="49" charset="0"/>
              </a:rPr>
              <a:t>default</a:t>
            </a:r>
            <a:r>
              <a:rPr lang="en-US" b="1" dirty="0">
                <a:solidFill>
                  <a:srgbClr val="BBBBBB"/>
                </a:solidFill>
                <a:effectLst/>
                <a:latin typeface="Cascadia Code" panose="020B0609020000020004" pitchFamily="49" charset="0"/>
              </a:rPr>
              <a:t> </a:t>
            </a:r>
            <a:r>
              <a:rPr lang="en-US" b="1" dirty="0">
                <a:solidFill>
                  <a:srgbClr val="36F9F6"/>
                </a:solidFill>
                <a:effectLst/>
                <a:latin typeface="Cascadia Code" panose="020B0609020000020004" pitchFamily="49" charset="0"/>
              </a:rPr>
              <a:t>App</a:t>
            </a:r>
            <a:r>
              <a:rPr lang="en-US" b="1" dirty="0">
                <a:solidFill>
                  <a:srgbClr val="BBBBBB"/>
                </a:solidFill>
                <a:effectLst/>
                <a:latin typeface="Cascadia Code" panose="020B0609020000020004" pitchFamily="49" charset="0"/>
              </a:rPr>
              <a:t>;</a:t>
            </a:r>
          </a:p>
        </p:txBody>
      </p:sp>
    </p:spTree>
    <p:extLst>
      <p:ext uri="{BB962C8B-B14F-4D97-AF65-F5344CB8AC3E}">
        <p14:creationId xmlns:p14="http://schemas.microsoft.com/office/powerpoint/2010/main" val="1482511295"/>
      </p:ext>
    </p:extLst>
  </p:cSld>
  <p:clrMapOvr>
    <a:overrideClrMapping bg1="dk1" tx1="lt1" bg2="dk2" tx2="lt2" accent1="accent1" accent2="accent2" accent3="accent3" accent4="accent4" accent5="accent5" accent6="accent6" hlink="hlink" folHlink="folHlink"/>
  </p:clrMapOvr>
  <mc:AlternateContent xmlns:mc="http://schemas.openxmlformats.org/markup-compatibility/2006" xmlns:p159="http://schemas.microsoft.com/office/powerpoint/2015/09/main">
    <mc:Choice Requires="p159">
      <p:transition>
        <p159:morph option="byObject"/>
      </p:transition>
    </mc:Choice>
    <mc:Fallback xmlns="">
      <p:transition>
        <p:fade/>
      </p:transition>
    </mc:Fallback>
  </mc:AlternateContent>
</p:sld>
</file>

<file path=ppt/slides/slide39.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sp useBgFill="1">
        <p:nvSpPr>
          <p:cNvPr id="21" name="Rectangle 20">
            <a:extLst>
              <a:ext uri="{FF2B5EF4-FFF2-40B4-BE49-F238E27FC236}">
                <a16:creationId xmlns:a16="http://schemas.microsoft.com/office/drawing/2014/main" id="{E5A92FE9-DB05-4D0D-AF5A-BE8664B9FFB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grpSp>
        <p:nvGrpSpPr>
          <p:cNvPr id="23" name="Group 22">
            <a:extLst>
              <a:ext uri="{FF2B5EF4-FFF2-40B4-BE49-F238E27FC236}">
                <a16:creationId xmlns:a16="http://schemas.microsoft.com/office/drawing/2014/main" id="{53D9B26A-5143-49A7-BA98-D871D5BD719A}"/>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flipH="1">
            <a:off x="6526211" y="1"/>
            <a:ext cx="5014912" cy="6857999"/>
            <a:chOff x="2928938" y="-4763"/>
            <a:chExt cx="5014912" cy="6862763"/>
          </a:xfrm>
        </p:grpSpPr>
        <p:sp>
          <p:nvSpPr>
            <p:cNvPr id="24" name="Freeform 6">
              <a:extLst>
                <a:ext uri="{FF2B5EF4-FFF2-40B4-BE49-F238E27FC236}">
                  <a16:creationId xmlns:a16="http://schemas.microsoft.com/office/drawing/2014/main" id="{68B85E55-A2A1-4682-B891-F201358A92D5}"/>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3367088" y="-4763"/>
              <a:ext cx="1063625" cy="2782888"/>
            </a:xfrm>
            <a:custGeom>
              <a:avLst/>
              <a:gdLst/>
              <a:ahLst/>
              <a:cxnLst/>
              <a:rect l="0" t="0" r="r" b="b"/>
              <a:pathLst>
                <a:path w="670" h="1753">
                  <a:moveTo>
                    <a:pt x="0" y="1696"/>
                  </a:moveTo>
                  <a:lnTo>
                    <a:pt x="225" y="1753"/>
                  </a:lnTo>
                  <a:lnTo>
                    <a:pt x="670" y="0"/>
                  </a:lnTo>
                  <a:lnTo>
                    <a:pt x="430" y="0"/>
                  </a:lnTo>
                  <a:lnTo>
                    <a:pt x="0" y="1696"/>
                  </a:lnTo>
                  <a:close/>
                </a:path>
              </a:pathLst>
            </a:custGeom>
            <a:solidFill>
              <a:schemeClr val="accent1"/>
            </a:solidFill>
            <a:ln>
              <a:noFill/>
            </a:ln>
          </p:spPr>
          <p:txBody>
            <a:bodyPr/>
            <a:lstStyle/>
            <a:p>
              <a:endParaRPr lang="en-US"/>
            </a:p>
          </p:txBody>
        </p:sp>
        <p:sp>
          <p:nvSpPr>
            <p:cNvPr id="25" name="Freeform 7">
              <a:extLst>
                <a:ext uri="{FF2B5EF4-FFF2-40B4-BE49-F238E27FC236}">
                  <a16:creationId xmlns:a16="http://schemas.microsoft.com/office/drawing/2014/main" id="{45EF6EDB-9B5D-49E9-96FA-1AE08BF95E57}"/>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2928938" y="-4763"/>
              <a:ext cx="1035050" cy="2673350"/>
            </a:xfrm>
            <a:custGeom>
              <a:avLst/>
              <a:gdLst/>
              <a:ahLst/>
              <a:cxnLst/>
              <a:rect l="0" t="0" r="r" b="b"/>
              <a:pathLst>
                <a:path w="652" h="1684">
                  <a:moveTo>
                    <a:pt x="225" y="1684"/>
                  </a:moveTo>
                  <a:lnTo>
                    <a:pt x="652" y="0"/>
                  </a:lnTo>
                  <a:lnTo>
                    <a:pt x="411" y="0"/>
                  </a:lnTo>
                  <a:lnTo>
                    <a:pt x="0" y="1627"/>
                  </a:lnTo>
                  <a:lnTo>
                    <a:pt x="219" y="1681"/>
                  </a:lnTo>
                  <a:lnTo>
                    <a:pt x="225" y="1684"/>
                  </a:lnTo>
                  <a:close/>
                </a:path>
              </a:pathLst>
            </a:custGeom>
            <a:solidFill>
              <a:srgbClr val="595959"/>
            </a:solidFill>
            <a:ln>
              <a:noFill/>
            </a:ln>
          </p:spPr>
          <p:txBody>
            <a:bodyPr/>
            <a:lstStyle/>
            <a:p>
              <a:endParaRPr lang="en-US"/>
            </a:p>
          </p:txBody>
        </p:sp>
        <p:sp>
          <p:nvSpPr>
            <p:cNvPr id="26" name="Freeform 12">
              <a:extLst>
                <a:ext uri="{FF2B5EF4-FFF2-40B4-BE49-F238E27FC236}">
                  <a16:creationId xmlns:a16="http://schemas.microsoft.com/office/drawing/2014/main" id="{38338226-D6E2-4EEE-B271-DB4BD096DBA1}"/>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2928938" y="2582862"/>
              <a:ext cx="2693987" cy="4275138"/>
            </a:xfrm>
            <a:custGeom>
              <a:avLst/>
              <a:gdLst/>
              <a:ahLst/>
              <a:cxnLst/>
              <a:rect l="0" t="0" r="r" b="b"/>
              <a:pathLst>
                <a:path w="1697" h="2693">
                  <a:moveTo>
                    <a:pt x="0" y="0"/>
                  </a:moveTo>
                  <a:lnTo>
                    <a:pt x="1622" y="2693"/>
                  </a:lnTo>
                  <a:lnTo>
                    <a:pt x="1697" y="2693"/>
                  </a:lnTo>
                  <a:lnTo>
                    <a:pt x="0" y="0"/>
                  </a:lnTo>
                  <a:close/>
                </a:path>
              </a:pathLst>
            </a:custGeom>
            <a:solidFill>
              <a:srgbClr val="262626"/>
            </a:solidFill>
            <a:ln>
              <a:noFill/>
            </a:ln>
          </p:spPr>
          <p:txBody>
            <a:bodyPr/>
            <a:lstStyle/>
            <a:p>
              <a:endParaRPr lang="en-US"/>
            </a:p>
          </p:txBody>
        </p:sp>
        <p:sp>
          <p:nvSpPr>
            <p:cNvPr id="27" name="Freeform 13">
              <a:extLst>
                <a:ext uri="{FF2B5EF4-FFF2-40B4-BE49-F238E27FC236}">
                  <a16:creationId xmlns:a16="http://schemas.microsoft.com/office/drawing/2014/main" id="{4878FB48-17B3-4A11-8025-DE0945CD4E71}"/>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3371850" y="2692400"/>
              <a:ext cx="3332162" cy="4165600"/>
            </a:xfrm>
            <a:custGeom>
              <a:avLst/>
              <a:gdLst/>
              <a:ahLst/>
              <a:cxnLst/>
              <a:rect l="0" t="0" r="r" b="b"/>
              <a:pathLst>
                <a:path w="2099" h="2624">
                  <a:moveTo>
                    <a:pt x="2099" y="2624"/>
                  </a:moveTo>
                  <a:lnTo>
                    <a:pt x="0" y="0"/>
                  </a:lnTo>
                  <a:lnTo>
                    <a:pt x="2021" y="2624"/>
                  </a:lnTo>
                  <a:lnTo>
                    <a:pt x="2099" y="2624"/>
                  </a:lnTo>
                  <a:close/>
                </a:path>
              </a:pathLst>
            </a:custGeom>
            <a:solidFill>
              <a:schemeClr val="accent1">
                <a:lumMod val="50000"/>
              </a:schemeClr>
            </a:solidFill>
            <a:ln>
              <a:noFill/>
            </a:ln>
          </p:spPr>
          <p:txBody>
            <a:bodyPr/>
            <a:lstStyle/>
            <a:p>
              <a:endParaRPr lang="en-US"/>
            </a:p>
          </p:txBody>
        </p:sp>
        <p:sp>
          <p:nvSpPr>
            <p:cNvPr id="28" name="Freeform 14">
              <a:extLst>
                <a:ext uri="{FF2B5EF4-FFF2-40B4-BE49-F238E27FC236}">
                  <a16:creationId xmlns:a16="http://schemas.microsoft.com/office/drawing/2014/main" id="{4150A21C-DD6D-4D3C-9E95-7A3CA263BEB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3367088" y="2687637"/>
              <a:ext cx="4576762" cy="4170363"/>
            </a:xfrm>
            <a:custGeom>
              <a:avLst/>
              <a:gdLst/>
              <a:ahLst/>
              <a:cxnLst/>
              <a:rect l="0" t="0" r="r" b="b"/>
              <a:pathLst>
                <a:path w="2883" h="2627">
                  <a:moveTo>
                    <a:pt x="0" y="0"/>
                  </a:moveTo>
                  <a:lnTo>
                    <a:pt x="3" y="3"/>
                  </a:lnTo>
                  <a:lnTo>
                    <a:pt x="2102" y="2627"/>
                  </a:lnTo>
                  <a:lnTo>
                    <a:pt x="2883" y="2627"/>
                  </a:lnTo>
                  <a:lnTo>
                    <a:pt x="225" y="57"/>
                  </a:lnTo>
                  <a:lnTo>
                    <a:pt x="0" y="0"/>
                  </a:lnTo>
                  <a:close/>
                </a:path>
              </a:pathLst>
            </a:custGeom>
            <a:solidFill>
              <a:schemeClr val="accent1">
                <a:lumMod val="75000"/>
              </a:schemeClr>
            </a:solidFill>
            <a:ln>
              <a:noFill/>
            </a:ln>
          </p:spPr>
          <p:txBody>
            <a:bodyPr/>
            <a:lstStyle/>
            <a:p>
              <a:endParaRPr lang="en-US"/>
            </a:p>
          </p:txBody>
        </p:sp>
        <p:sp>
          <p:nvSpPr>
            <p:cNvPr id="29" name="Freeform 15">
              <a:extLst>
                <a:ext uri="{FF2B5EF4-FFF2-40B4-BE49-F238E27FC236}">
                  <a16:creationId xmlns:a16="http://schemas.microsoft.com/office/drawing/2014/main" id="{7505BF04-104D-4180-A284-42FCD6B04DD6}"/>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2928938" y="2578100"/>
              <a:ext cx="3584575" cy="4279900"/>
            </a:xfrm>
            <a:custGeom>
              <a:avLst/>
              <a:gdLst/>
              <a:ahLst/>
              <a:cxnLst/>
              <a:rect l="0" t="0" r="r" b="b"/>
              <a:pathLst>
                <a:path w="2258" h="2696">
                  <a:moveTo>
                    <a:pt x="2258" y="2696"/>
                  </a:moveTo>
                  <a:lnTo>
                    <a:pt x="264" y="111"/>
                  </a:lnTo>
                  <a:lnTo>
                    <a:pt x="228" y="60"/>
                  </a:lnTo>
                  <a:lnTo>
                    <a:pt x="225" y="57"/>
                  </a:lnTo>
                  <a:lnTo>
                    <a:pt x="0" y="0"/>
                  </a:lnTo>
                  <a:lnTo>
                    <a:pt x="0" y="3"/>
                  </a:lnTo>
                  <a:lnTo>
                    <a:pt x="1697" y="2696"/>
                  </a:lnTo>
                  <a:lnTo>
                    <a:pt x="2258" y="2696"/>
                  </a:lnTo>
                  <a:close/>
                </a:path>
              </a:pathLst>
            </a:custGeom>
            <a:solidFill>
              <a:srgbClr val="404040"/>
            </a:solidFill>
            <a:ln>
              <a:noFill/>
            </a:ln>
          </p:spPr>
          <p:txBody>
            <a:bodyPr/>
            <a:lstStyle/>
            <a:p>
              <a:endParaRPr lang="en-US"/>
            </a:p>
          </p:txBody>
        </p:sp>
      </p:grpSp>
      <p:sp>
        <p:nvSpPr>
          <p:cNvPr id="2" name="Title 1">
            <a:extLst>
              <a:ext uri="{FF2B5EF4-FFF2-40B4-BE49-F238E27FC236}">
                <a16:creationId xmlns:a16="http://schemas.microsoft.com/office/drawing/2014/main" id="{652CD06E-EB43-4697-A9C1-290232C3BAD6}"/>
              </a:ext>
            </a:extLst>
          </p:cNvPr>
          <p:cNvSpPr>
            <a:spLocks noGrp="1"/>
          </p:cNvSpPr>
          <p:nvPr>
            <p:ph type="ctrTitle"/>
          </p:nvPr>
        </p:nvSpPr>
        <p:spPr>
          <a:xfrm>
            <a:off x="473345" y="0"/>
            <a:ext cx="11604355" cy="1223994"/>
          </a:xfrm>
        </p:spPr>
        <p:txBody>
          <a:bodyPr>
            <a:noAutofit/>
          </a:bodyPr>
          <a:lstStyle/>
          <a:p>
            <a:pPr algn="l"/>
            <a:r>
              <a:rPr lang="en-US" sz="4800" dirty="0">
                <a:effectLst/>
                <a:latin typeface="Mystical Woods Smooth Script" panose="02000500000000000000" pitchFamily="2" charset="0"/>
              </a:rPr>
              <a:t> </a:t>
            </a:r>
            <a:r>
              <a:rPr lang="en-US" sz="4800" dirty="0" err="1">
                <a:effectLst/>
                <a:latin typeface="Mystical Woods Smooth Script" panose="02000500000000000000" pitchFamily="2" charset="0"/>
              </a:rPr>
              <a:t>Destructuring</a:t>
            </a:r>
            <a:r>
              <a:rPr lang="en-US" sz="4800" dirty="0">
                <a:effectLst/>
                <a:latin typeface="Mystical Woods Smooth Script" panose="02000500000000000000" pitchFamily="2" charset="0"/>
              </a:rPr>
              <a:t> Props</a:t>
            </a:r>
          </a:p>
        </p:txBody>
      </p:sp>
      <p:grpSp>
        <p:nvGrpSpPr>
          <p:cNvPr id="6" name="Group 5">
            <a:extLst>
              <a:ext uri="{FF2B5EF4-FFF2-40B4-BE49-F238E27FC236}">
                <a16:creationId xmlns:a16="http://schemas.microsoft.com/office/drawing/2014/main" id="{752A73B4-49EC-E765-1462-2A106F07C3D4}"/>
              </a:ext>
            </a:extLst>
          </p:cNvPr>
          <p:cNvGrpSpPr/>
          <p:nvPr/>
        </p:nvGrpSpPr>
        <p:grpSpPr>
          <a:xfrm>
            <a:off x="481809" y="1152868"/>
            <a:ext cx="8950321" cy="182880"/>
            <a:chOff x="1089027" y="1251583"/>
            <a:chExt cx="8950321" cy="182880"/>
          </a:xfrm>
        </p:grpSpPr>
        <p:cxnSp>
          <p:nvCxnSpPr>
            <p:cNvPr id="4" name="Straight Connector 3">
              <a:extLst>
                <a:ext uri="{FF2B5EF4-FFF2-40B4-BE49-F238E27FC236}">
                  <a16:creationId xmlns:a16="http://schemas.microsoft.com/office/drawing/2014/main" id="{1111542F-3245-DDEC-4B5A-7412E7DBE5FD}"/>
                </a:ext>
              </a:extLst>
            </p:cNvPr>
            <p:cNvCxnSpPr/>
            <p:nvPr/>
          </p:nvCxnSpPr>
          <p:spPr>
            <a:xfrm>
              <a:off x="1089027" y="1347537"/>
              <a:ext cx="8786493" cy="0"/>
            </a:xfrm>
            <a:prstGeom prst="line">
              <a:avLst/>
            </a:prstGeom>
            <a:ln w="38100">
              <a:solidFill>
                <a:srgbClr val="595959"/>
              </a:solidFill>
            </a:ln>
            <a:effectLst>
              <a:reflection blurRad="6350" stA="50000" endA="275" endPos="40000" dist="101600" dir="5400000" sy="-100000" algn="bl" rotWithShape="0"/>
              <a:softEdge rad="12700"/>
            </a:effectLst>
          </p:spPr>
          <p:style>
            <a:lnRef idx="3">
              <a:schemeClr val="dk1"/>
            </a:lnRef>
            <a:fillRef idx="0">
              <a:schemeClr val="dk1"/>
            </a:fillRef>
            <a:effectRef idx="2">
              <a:schemeClr val="dk1"/>
            </a:effectRef>
            <a:fontRef idx="minor">
              <a:schemeClr val="tx1"/>
            </a:fontRef>
          </p:style>
        </p:cxnSp>
        <p:sp>
          <p:nvSpPr>
            <p:cNvPr id="5" name="Flowchart: Connector 4">
              <a:extLst>
                <a:ext uri="{FF2B5EF4-FFF2-40B4-BE49-F238E27FC236}">
                  <a16:creationId xmlns:a16="http://schemas.microsoft.com/office/drawing/2014/main" id="{B2858492-B751-8ED7-57BE-708D61DDCF50}"/>
                </a:ext>
              </a:extLst>
            </p:cNvPr>
            <p:cNvSpPr/>
            <p:nvPr/>
          </p:nvSpPr>
          <p:spPr>
            <a:xfrm>
              <a:off x="9856468" y="1251583"/>
              <a:ext cx="182880" cy="182880"/>
            </a:xfrm>
            <a:prstGeom prst="flowChartConnector">
              <a:avLst/>
            </a:prstGeom>
            <a:ln>
              <a:noFill/>
            </a:ln>
            <a:effectLst>
              <a:outerShdw blurRad="50800" dist="38100" dir="2700000" algn="tl"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7" name="TextBox 6">
            <a:extLst>
              <a:ext uri="{FF2B5EF4-FFF2-40B4-BE49-F238E27FC236}">
                <a16:creationId xmlns:a16="http://schemas.microsoft.com/office/drawing/2014/main" id="{A6747723-BAE5-C999-4896-8F92A872C1D9}"/>
              </a:ext>
            </a:extLst>
          </p:cNvPr>
          <p:cNvSpPr txBox="1"/>
          <p:nvPr/>
        </p:nvSpPr>
        <p:spPr>
          <a:xfrm flipH="1">
            <a:off x="414301" y="1477530"/>
            <a:ext cx="10806849" cy="1384995"/>
          </a:xfrm>
          <a:prstGeom prst="rect">
            <a:avLst/>
          </a:prstGeom>
          <a:noFill/>
        </p:spPr>
        <p:txBody>
          <a:bodyPr wrap="square" rtlCol="0">
            <a:spAutoFit/>
          </a:bodyPr>
          <a:lstStyle/>
          <a:p>
            <a:pPr algn="l"/>
            <a:r>
              <a:rPr lang="en-US" sz="2100" b="1" i="0" dirty="0">
                <a:effectLst/>
                <a:latin typeface="Cavolini" panose="03000502040302020204" pitchFamily="66" charset="0"/>
                <a:cs typeface="Cavolini" panose="03000502040302020204" pitchFamily="66" charset="0"/>
              </a:rPr>
              <a:t>Two ways to </a:t>
            </a:r>
            <a:r>
              <a:rPr lang="en-US" sz="2100" b="1" i="0" dirty="0" err="1">
                <a:effectLst/>
                <a:latin typeface="Cavolini" panose="03000502040302020204" pitchFamily="66" charset="0"/>
                <a:cs typeface="Cavolini" panose="03000502040302020204" pitchFamily="66" charset="0"/>
              </a:rPr>
              <a:t>destructure</a:t>
            </a:r>
            <a:r>
              <a:rPr lang="en-US" sz="2100" b="1" i="0" dirty="0">
                <a:effectLst/>
                <a:latin typeface="Cavolini" panose="03000502040302020204" pitchFamily="66" charset="0"/>
                <a:cs typeface="Cavolini" panose="03000502040302020204" pitchFamily="66" charset="0"/>
              </a:rPr>
              <a:t> props in functional component</a:t>
            </a:r>
            <a:br>
              <a:rPr lang="en-US" sz="2100" b="1" i="0" dirty="0">
                <a:effectLst/>
                <a:latin typeface="Cavolini" panose="03000502040302020204" pitchFamily="66" charset="0"/>
                <a:cs typeface="Cavolini" panose="03000502040302020204" pitchFamily="66" charset="0"/>
              </a:rPr>
            </a:br>
            <a:endParaRPr lang="en-US" sz="2100" b="1" i="0" dirty="0">
              <a:effectLst/>
              <a:latin typeface="Cavolini" panose="03000502040302020204" pitchFamily="66" charset="0"/>
              <a:cs typeface="Cavolini" panose="03000502040302020204" pitchFamily="66" charset="0"/>
            </a:endParaRPr>
          </a:p>
          <a:p>
            <a:pPr algn="l"/>
            <a:r>
              <a:rPr lang="en-US" sz="2100" b="1" i="0" dirty="0">
                <a:solidFill>
                  <a:srgbClr val="CECAC3"/>
                </a:solidFill>
                <a:effectLst/>
                <a:latin typeface="Cavolini" panose="03000502040302020204" pitchFamily="66" charset="0"/>
                <a:cs typeface="Cavolini" panose="03000502040302020204" pitchFamily="66" charset="0"/>
              </a:rPr>
              <a:t>There are two ways to </a:t>
            </a:r>
            <a:r>
              <a:rPr lang="en-US" sz="2100" b="1" i="0" dirty="0" err="1">
                <a:solidFill>
                  <a:srgbClr val="CECAC3"/>
                </a:solidFill>
                <a:effectLst/>
                <a:latin typeface="Cavolini" panose="03000502040302020204" pitchFamily="66" charset="0"/>
                <a:cs typeface="Cavolini" panose="03000502040302020204" pitchFamily="66" charset="0"/>
              </a:rPr>
              <a:t>destructure</a:t>
            </a:r>
            <a:r>
              <a:rPr lang="en-US" sz="2100" b="1" i="0" dirty="0">
                <a:solidFill>
                  <a:srgbClr val="CECAC3"/>
                </a:solidFill>
                <a:effectLst/>
                <a:latin typeface="Cavolini" panose="03000502040302020204" pitchFamily="66" charset="0"/>
                <a:cs typeface="Cavolini" panose="03000502040302020204" pitchFamily="66" charset="0"/>
              </a:rPr>
              <a:t> </a:t>
            </a:r>
            <a:r>
              <a:rPr lang="en-US" sz="2100" b="1" i="1" dirty="0">
                <a:solidFill>
                  <a:srgbClr val="DA4B58"/>
                </a:solidFill>
                <a:effectLst/>
                <a:latin typeface="Cavolini" panose="03000502040302020204" pitchFamily="66" charset="0"/>
                <a:cs typeface="Cavolini" panose="03000502040302020204" pitchFamily="66" charset="0"/>
              </a:rPr>
              <a:t>props</a:t>
            </a:r>
            <a:r>
              <a:rPr lang="en-US" sz="2100" b="1" i="0" dirty="0">
                <a:solidFill>
                  <a:srgbClr val="CECAC3"/>
                </a:solidFill>
                <a:effectLst/>
                <a:latin typeface="Cavolini" panose="03000502040302020204" pitchFamily="66" charset="0"/>
                <a:cs typeface="Cavolini" panose="03000502040302020204" pitchFamily="66" charset="0"/>
              </a:rPr>
              <a:t> in a functional component the first way is </a:t>
            </a:r>
            <a:r>
              <a:rPr lang="en-US" sz="2100" b="1" i="0" dirty="0" err="1">
                <a:solidFill>
                  <a:srgbClr val="CECAC3"/>
                </a:solidFill>
                <a:effectLst/>
                <a:latin typeface="Cavolini" panose="03000502040302020204" pitchFamily="66" charset="0"/>
                <a:cs typeface="Cavolini" panose="03000502040302020204" pitchFamily="66" charset="0"/>
              </a:rPr>
              <a:t>destructuring</a:t>
            </a:r>
            <a:r>
              <a:rPr lang="en-US" sz="2100" b="1" i="0" dirty="0">
                <a:solidFill>
                  <a:srgbClr val="CECAC3"/>
                </a:solidFill>
                <a:effectLst/>
                <a:latin typeface="Cavolini" panose="03000502040302020204" pitchFamily="66" charset="0"/>
                <a:cs typeface="Cavolini" panose="03000502040302020204" pitchFamily="66" charset="0"/>
              </a:rPr>
              <a:t> it in the function parameter itself:</a:t>
            </a:r>
            <a:endParaRPr lang="en-US" sz="2100" b="1" i="0" dirty="0">
              <a:effectLst/>
              <a:latin typeface="Cavolini" panose="03000502040302020204" pitchFamily="66" charset="0"/>
              <a:cs typeface="Cavolini" panose="03000502040302020204" pitchFamily="66" charset="0"/>
            </a:endParaRPr>
          </a:p>
        </p:txBody>
      </p:sp>
      <p:sp>
        <p:nvSpPr>
          <p:cNvPr id="8" name="TextBox 7">
            <a:extLst>
              <a:ext uri="{FF2B5EF4-FFF2-40B4-BE49-F238E27FC236}">
                <a16:creationId xmlns:a16="http://schemas.microsoft.com/office/drawing/2014/main" id="{C83310C4-B743-FA26-A187-EBC1E41FB39D}"/>
              </a:ext>
            </a:extLst>
          </p:cNvPr>
          <p:cNvSpPr txBox="1"/>
          <p:nvPr/>
        </p:nvSpPr>
        <p:spPr>
          <a:xfrm>
            <a:off x="403855" y="2924190"/>
            <a:ext cx="11373844" cy="3416320"/>
          </a:xfrm>
          <a:prstGeom prst="rect">
            <a:avLst/>
          </a:prstGeom>
          <a:noFill/>
        </p:spPr>
        <p:txBody>
          <a:bodyPr wrap="square" numCol="1">
            <a:spAutoFit/>
          </a:bodyPr>
          <a:lstStyle/>
          <a:p>
            <a:r>
              <a:rPr lang="en-US" b="1" dirty="0">
                <a:solidFill>
                  <a:srgbClr val="72F1B8"/>
                </a:solidFill>
                <a:effectLst/>
                <a:latin typeface="Cascadia Code" panose="020B0609020000020004" pitchFamily="49" charset="0"/>
              </a:rPr>
              <a:t>import</a:t>
            </a:r>
            <a:r>
              <a:rPr lang="en-US" b="1" dirty="0">
                <a:solidFill>
                  <a:srgbClr val="BBBBBB"/>
                </a:solidFill>
                <a:effectLst/>
                <a:latin typeface="Cascadia Code" panose="020B0609020000020004" pitchFamily="49" charset="0"/>
              </a:rPr>
              <a:t> </a:t>
            </a:r>
            <a:r>
              <a:rPr lang="en-US" b="1" dirty="0">
                <a:solidFill>
                  <a:srgbClr val="FF7EDB"/>
                </a:solidFill>
                <a:effectLst/>
                <a:latin typeface="Cascadia Code" panose="020B0609020000020004" pitchFamily="49" charset="0"/>
              </a:rPr>
              <a:t>React</a:t>
            </a:r>
            <a:r>
              <a:rPr lang="en-US" b="1" dirty="0">
                <a:solidFill>
                  <a:srgbClr val="BBBBBB"/>
                </a:solidFill>
                <a:effectLst/>
                <a:latin typeface="Cascadia Code" panose="020B0609020000020004" pitchFamily="49" charset="0"/>
              </a:rPr>
              <a:t> </a:t>
            </a:r>
            <a:r>
              <a:rPr lang="en-US" b="1" dirty="0">
                <a:solidFill>
                  <a:srgbClr val="FEDE5D"/>
                </a:solidFill>
                <a:effectLst/>
                <a:latin typeface="Cascadia Code" panose="020B0609020000020004" pitchFamily="49" charset="0"/>
              </a:rPr>
              <a:t>from</a:t>
            </a:r>
            <a:r>
              <a:rPr lang="en-US" b="1" dirty="0">
                <a:solidFill>
                  <a:srgbClr val="BBBBBB"/>
                </a:solidFill>
                <a:effectLst/>
                <a:latin typeface="Cascadia Code" panose="020B0609020000020004" pitchFamily="49" charset="0"/>
              </a:rPr>
              <a:t> </a:t>
            </a:r>
            <a:r>
              <a:rPr lang="en-US" b="1" dirty="0">
                <a:solidFill>
                  <a:srgbClr val="FF8B39"/>
                </a:solidFill>
                <a:effectLst/>
                <a:latin typeface="Cascadia Code" panose="020B0609020000020004" pitchFamily="49" charset="0"/>
              </a:rPr>
              <a:t>"react"</a:t>
            </a:r>
            <a:r>
              <a:rPr lang="en-US" b="1" dirty="0">
                <a:solidFill>
                  <a:srgbClr val="BBBBBB"/>
                </a:solidFill>
                <a:effectLst/>
                <a:latin typeface="Cascadia Code" panose="020B0609020000020004" pitchFamily="49" charset="0"/>
              </a:rPr>
              <a:t>;</a:t>
            </a:r>
          </a:p>
          <a:p>
            <a:br>
              <a:rPr lang="en-US" b="1" dirty="0">
                <a:solidFill>
                  <a:srgbClr val="BBBBBB"/>
                </a:solidFill>
                <a:effectLst/>
                <a:latin typeface="Cascadia Code" panose="020B0609020000020004" pitchFamily="49" charset="0"/>
              </a:rPr>
            </a:br>
            <a:r>
              <a:rPr lang="en-US" b="1" dirty="0">
                <a:solidFill>
                  <a:srgbClr val="72F1B8"/>
                </a:solidFill>
                <a:effectLst/>
                <a:latin typeface="Cascadia Code" panose="020B0609020000020004" pitchFamily="49" charset="0"/>
              </a:rPr>
              <a:t>export</a:t>
            </a:r>
            <a:r>
              <a:rPr lang="en-US" b="1" dirty="0">
                <a:solidFill>
                  <a:srgbClr val="BBBBBB"/>
                </a:solidFill>
                <a:effectLst/>
                <a:latin typeface="Cascadia Code" panose="020B0609020000020004" pitchFamily="49" charset="0"/>
              </a:rPr>
              <a:t> </a:t>
            </a:r>
            <a:r>
              <a:rPr lang="en-US" b="1" dirty="0">
                <a:solidFill>
                  <a:srgbClr val="FEDE5D"/>
                </a:solidFill>
                <a:effectLst/>
                <a:latin typeface="Cascadia Code" panose="020B0609020000020004" pitchFamily="49" charset="0"/>
              </a:rPr>
              <a:t>const</a:t>
            </a:r>
            <a:r>
              <a:rPr lang="en-US" b="1" dirty="0">
                <a:solidFill>
                  <a:srgbClr val="BBBBBB"/>
                </a:solidFill>
                <a:effectLst/>
                <a:latin typeface="Cascadia Code" panose="020B0609020000020004" pitchFamily="49" charset="0"/>
              </a:rPr>
              <a:t> </a:t>
            </a:r>
            <a:r>
              <a:rPr lang="en-US" b="1" dirty="0">
                <a:solidFill>
                  <a:srgbClr val="36F9F6"/>
                </a:solidFill>
                <a:effectLst/>
                <a:latin typeface="Cascadia Code" panose="020B0609020000020004" pitchFamily="49" charset="0"/>
              </a:rPr>
              <a:t>Employee</a:t>
            </a:r>
            <a:r>
              <a:rPr lang="en-US" b="1" dirty="0">
                <a:solidFill>
                  <a:srgbClr val="BBBBBB"/>
                </a:solidFill>
                <a:effectLst/>
                <a:latin typeface="Cascadia Code" panose="020B0609020000020004" pitchFamily="49" charset="0"/>
              </a:rPr>
              <a:t> </a:t>
            </a:r>
            <a:r>
              <a:rPr lang="en-US" b="1" dirty="0">
                <a:solidFill>
                  <a:srgbClr val="FFFFFF"/>
                </a:solidFill>
                <a:effectLst/>
                <a:latin typeface="Cascadia Code" panose="020B0609020000020004" pitchFamily="49" charset="0"/>
              </a:rPr>
              <a:t>=</a:t>
            </a:r>
            <a:r>
              <a:rPr lang="en-US" b="1" dirty="0">
                <a:solidFill>
                  <a:srgbClr val="BBBBBB"/>
                </a:solidFill>
                <a:effectLst/>
                <a:latin typeface="Cascadia Code" panose="020B0609020000020004" pitchFamily="49" charset="0"/>
              </a:rPr>
              <a:t> ({ </a:t>
            </a:r>
            <a:r>
              <a:rPr lang="en-US" b="1" i="1" dirty="0" err="1">
                <a:solidFill>
                  <a:srgbClr val="FF7EDB"/>
                </a:solidFill>
                <a:effectLst/>
                <a:latin typeface="Cascadia Code" panose="020B0609020000020004" pitchFamily="49" charset="0"/>
              </a:rPr>
              <a:t>firstName</a:t>
            </a:r>
            <a:r>
              <a:rPr lang="en-US" b="1" dirty="0">
                <a:solidFill>
                  <a:srgbClr val="BBBBBB"/>
                </a:solidFill>
                <a:effectLst/>
                <a:latin typeface="Cascadia Code" panose="020B0609020000020004" pitchFamily="49" charset="0"/>
              </a:rPr>
              <a:t>, </a:t>
            </a:r>
            <a:r>
              <a:rPr lang="en-US" b="1" i="1" dirty="0" err="1">
                <a:solidFill>
                  <a:srgbClr val="FF7EDB"/>
                </a:solidFill>
                <a:effectLst/>
                <a:latin typeface="Cascadia Code" panose="020B0609020000020004" pitchFamily="49" charset="0"/>
              </a:rPr>
              <a:t>lastName</a:t>
            </a:r>
            <a:r>
              <a:rPr lang="en-US" b="1" dirty="0">
                <a:solidFill>
                  <a:srgbClr val="BBBBBB"/>
                </a:solidFill>
                <a:effectLst/>
                <a:latin typeface="Cascadia Code" panose="020B0609020000020004" pitchFamily="49" charset="0"/>
              </a:rPr>
              <a:t>, </a:t>
            </a:r>
            <a:r>
              <a:rPr lang="en-US" b="1" i="1" dirty="0" err="1">
                <a:solidFill>
                  <a:srgbClr val="FF7EDB"/>
                </a:solidFill>
                <a:effectLst/>
                <a:latin typeface="Cascadia Code" panose="020B0609020000020004" pitchFamily="49" charset="0"/>
              </a:rPr>
              <a:t>emailId</a:t>
            </a:r>
            <a:r>
              <a:rPr lang="en-US" b="1" dirty="0">
                <a:solidFill>
                  <a:srgbClr val="BBBBBB"/>
                </a:solidFill>
                <a:effectLst/>
                <a:latin typeface="Cascadia Code" panose="020B0609020000020004" pitchFamily="49" charset="0"/>
              </a:rPr>
              <a:t> }) </a:t>
            </a:r>
            <a:r>
              <a:rPr lang="en-US" b="1" dirty="0">
                <a:solidFill>
                  <a:srgbClr val="FEDE5D"/>
                </a:solidFill>
                <a:effectLst/>
                <a:latin typeface="Cascadia Code" panose="020B0609020000020004" pitchFamily="49" charset="0"/>
              </a:rPr>
              <a:t>=&gt;</a:t>
            </a:r>
            <a:r>
              <a:rPr lang="en-US" b="1" dirty="0">
                <a:solidFill>
                  <a:srgbClr val="BBBBBB"/>
                </a:solidFill>
                <a:effectLst/>
                <a:latin typeface="Cascadia Code" panose="020B0609020000020004" pitchFamily="49" charset="0"/>
              </a:rPr>
              <a:t> {</a:t>
            </a:r>
          </a:p>
          <a:p>
            <a:r>
              <a:rPr lang="en-US" b="1" dirty="0">
                <a:solidFill>
                  <a:srgbClr val="BBBBBB"/>
                </a:solidFill>
                <a:effectLst/>
                <a:latin typeface="Cascadia Code" panose="020B0609020000020004" pitchFamily="49" charset="0"/>
              </a:rPr>
              <a:t>  </a:t>
            </a:r>
            <a:r>
              <a:rPr lang="en-US" b="1" dirty="0">
                <a:solidFill>
                  <a:srgbClr val="FEDE5D"/>
                </a:solidFill>
                <a:effectLst/>
                <a:latin typeface="Cascadia Code" panose="020B0609020000020004" pitchFamily="49" charset="0"/>
              </a:rPr>
              <a:t>return</a:t>
            </a:r>
            <a:r>
              <a:rPr lang="en-US" b="1" dirty="0">
                <a:solidFill>
                  <a:srgbClr val="BBBBBB"/>
                </a:solidFill>
                <a:effectLst/>
                <a:latin typeface="Cascadia Code" panose="020B0609020000020004" pitchFamily="49" charset="0"/>
              </a:rPr>
              <a:t> (</a:t>
            </a:r>
          </a:p>
          <a:p>
            <a:r>
              <a:rPr lang="en-US" b="1" dirty="0">
                <a:solidFill>
                  <a:srgbClr val="BBBBBB"/>
                </a:solidFill>
                <a:effectLst/>
                <a:latin typeface="Cascadia Code" panose="020B0609020000020004" pitchFamily="49" charset="0"/>
              </a:rPr>
              <a:t>    </a:t>
            </a:r>
            <a:r>
              <a:rPr lang="en-US" b="1" dirty="0">
                <a:solidFill>
                  <a:srgbClr val="36F9F6"/>
                </a:solidFill>
                <a:effectLst/>
                <a:latin typeface="Cascadia Code" panose="020B0609020000020004" pitchFamily="49" charset="0"/>
              </a:rPr>
              <a:t>&lt;</a:t>
            </a:r>
            <a:r>
              <a:rPr lang="en-US" b="1" dirty="0">
                <a:solidFill>
                  <a:srgbClr val="72F1B8"/>
                </a:solidFill>
                <a:effectLst/>
                <a:latin typeface="Cascadia Code" panose="020B0609020000020004" pitchFamily="49" charset="0"/>
              </a:rPr>
              <a:t>div</a:t>
            </a:r>
            <a:r>
              <a:rPr lang="en-US" b="1" dirty="0">
                <a:solidFill>
                  <a:srgbClr val="36F9F6"/>
                </a:solidFill>
                <a:effectLst/>
                <a:latin typeface="Cascadia Code" panose="020B0609020000020004" pitchFamily="49" charset="0"/>
              </a:rPr>
              <a:t>&gt;</a:t>
            </a:r>
            <a:endParaRPr lang="en-US" b="1" dirty="0">
              <a:solidFill>
                <a:srgbClr val="BBBBBB"/>
              </a:solidFill>
              <a:effectLst/>
              <a:latin typeface="Cascadia Code" panose="020B0609020000020004" pitchFamily="49" charset="0"/>
            </a:endParaRPr>
          </a:p>
          <a:p>
            <a:r>
              <a:rPr lang="en-US" b="1" dirty="0">
                <a:solidFill>
                  <a:srgbClr val="BBBBBB"/>
                </a:solidFill>
                <a:effectLst/>
                <a:latin typeface="Cascadia Code" panose="020B0609020000020004" pitchFamily="49" charset="0"/>
              </a:rPr>
              <a:t>      </a:t>
            </a:r>
            <a:r>
              <a:rPr lang="en-US" b="1" dirty="0">
                <a:solidFill>
                  <a:srgbClr val="36F9F6"/>
                </a:solidFill>
                <a:effectLst/>
                <a:latin typeface="Cascadia Code" panose="020B0609020000020004" pitchFamily="49" charset="0"/>
              </a:rPr>
              <a:t>&lt;</a:t>
            </a:r>
            <a:r>
              <a:rPr lang="en-US" b="1" dirty="0">
                <a:solidFill>
                  <a:srgbClr val="72F1B8"/>
                </a:solidFill>
                <a:effectLst/>
                <a:latin typeface="Cascadia Code" panose="020B0609020000020004" pitchFamily="49" charset="0"/>
              </a:rPr>
              <a:t>h1</a:t>
            </a:r>
            <a:r>
              <a:rPr lang="en-US" b="1" dirty="0">
                <a:solidFill>
                  <a:srgbClr val="36F9F6"/>
                </a:solidFill>
                <a:effectLst/>
                <a:latin typeface="Cascadia Code" panose="020B0609020000020004" pitchFamily="49" charset="0"/>
              </a:rPr>
              <a:t>&gt;</a:t>
            </a:r>
            <a:r>
              <a:rPr lang="en-US" b="1" dirty="0">
                <a:solidFill>
                  <a:srgbClr val="BBBBBB"/>
                </a:solidFill>
                <a:effectLst/>
                <a:latin typeface="Cascadia Code" panose="020B0609020000020004" pitchFamily="49" charset="0"/>
              </a:rPr>
              <a:t> Employee Details</a:t>
            </a:r>
            <a:r>
              <a:rPr lang="en-US" b="1" dirty="0">
                <a:solidFill>
                  <a:srgbClr val="36F9F6"/>
                </a:solidFill>
                <a:effectLst/>
                <a:latin typeface="Cascadia Code" panose="020B0609020000020004" pitchFamily="49" charset="0"/>
              </a:rPr>
              <a:t>&lt;/</a:t>
            </a:r>
            <a:r>
              <a:rPr lang="en-US" b="1" dirty="0">
                <a:solidFill>
                  <a:srgbClr val="72F1B8"/>
                </a:solidFill>
                <a:effectLst/>
                <a:latin typeface="Cascadia Code" panose="020B0609020000020004" pitchFamily="49" charset="0"/>
              </a:rPr>
              <a:t>h1</a:t>
            </a:r>
            <a:r>
              <a:rPr lang="en-US" b="1" dirty="0">
                <a:solidFill>
                  <a:srgbClr val="36F9F6"/>
                </a:solidFill>
                <a:effectLst/>
                <a:latin typeface="Cascadia Code" panose="020B0609020000020004" pitchFamily="49" charset="0"/>
              </a:rPr>
              <a:t>&gt;</a:t>
            </a:r>
            <a:endParaRPr lang="en-US" b="1" dirty="0">
              <a:solidFill>
                <a:srgbClr val="BBBBBB"/>
              </a:solidFill>
              <a:effectLst/>
              <a:latin typeface="Cascadia Code" panose="020B0609020000020004" pitchFamily="49" charset="0"/>
            </a:endParaRPr>
          </a:p>
          <a:p>
            <a:r>
              <a:rPr lang="en-US" b="1" dirty="0">
                <a:solidFill>
                  <a:srgbClr val="BBBBBB"/>
                </a:solidFill>
                <a:effectLst/>
                <a:latin typeface="Cascadia Code" panose="020B0609020000020004" pitchFamily="49" charset="0"/>
              </a:rPr>
              <a:t>      </a:t>
            </a:r>
            <a:r>
              <a:rPr lang="en-US" b="1" dirty="0">
                <a:solidFill>
                  <a:srgbClr val="36F9F6"/>
                </a:solidFill>
                <a:effectLst/>
                <a:latin typeface="Cascadia Code" panose="020B0609020000020004" pitchFamily="49" charset="0"/>
              </a:rPr>
              <a:t>&lt;</a:t>
            </a:r>
            <a:r>
              <a:rPr lang="en-US" b="1" dirty="0">
                <a:solidFill>
                  <a:srgbClr val="72F1B8"/>
                </a:solidFill>
                <a:effectLst/>
                <a:latin typeface="Cascadia Code" panose="020B0609020000020004" pitchFamily="49" charset="0"/>
              </a:rPr>
              <a:t>h2</a:t>
            </a:r>
            <a:r>
              <a:rPr lang="en-US" b="1" dirty="0">
                <a:solidFill>
                  <a:srgbClr val="36F9F6"/>
                </a:solidFill>
                <a:effectLst/>
                <a:latin typeface="Cascadia Code" panose="020B0609020000020004" pitchFamily="49" charset="0"/>
              </a:rPr>
              <a:t>&gt;</a:t>
            </a:r>
            <a:r>
              <a:rPr lang="en-US" b="1" dirty="0">
                <a:solidFill>
                  <a:srgbClr val="BBBBBB"/>
                </a:solidFill>
                <a:effectLst/>
                <a:latin typeface="Cascadia Code" panose="020B0609020000020004" pitchFamily="49" charset="0"/>
              </a:rPr>
              <a:t> First Name : </a:t>
            </a:r>
            <a:r>
              <a:rPr lang="en-US" b="1" dirty="0">
                <a:solidFill>
                  <a:srgbClr val="FEDE5D"/>
                </a:solidFill>
                <a:effectLst/>
                <a:latin typeface="Cascadia Code" panose="020B0609020000020004" pitchFamily="49" charset="0"/>
              </a:rPr>
              <a:t>{</a:t>
            </a:r>
            <a:r>
              <a:rPr lang="en-US" b="1" i="1" dirty="0" err="1">
                <a:solidFill>
                  <a:srgbClr val="FF7EDB"/>
                </a:solidFill>
                <a:effectLst/>
                <a:latin typeface="Cascadia Code" panose="020B0609020000020004" pitchFamily="49" charset="0"/>
              </a:rPr>
              <a:t>firstName</a:t>
            </a:r>
            <a:r>
              <a:rPr lang="en-US" b="1" dirty="0">
                <a:solidFill>
                  <a:srgbClr val="FEDE5D"/>
                </a:solidFill>
                <a:effectLst/>
                <a:latin typeface="Cascadia Code" panose="020B0609020000020004" pitchFamily="49" charset="0"/>
              </a:rPr>
              <a:t>}</a:t>
            </a:r>
            <a:r>
              <a:rPr lang="en-US" b="1" dirty="0">
                <a:solidFill>
                  <a:srgbClr val="BBBBBB"/>
                </a:solidFill>
                <a:effectLst/>
                <a:latin typeface="Cascadia Code" panose="020B0609020000020004" pitchFamily="49" charset="0"/>
              </a:rPr>
              <a:t> </a:t>
            </a:r>
            <a:r>
              <a:rPr lang="en-US" b="1" dirty="0">
                <a:solidFill>
                  <a:srgbClr val="36F9F6"/>
                </a:solidFill>
                <a:effectLst/>
                <a:latin typeface="Cascadia Code" panose="020B0609020000020004" pitchFamily="49" charset="0"/>
              </a:rPr>
              <a:t>&lt;/</a:t>
            </a:r>
            <a:r>
              <a:rPr lang="en-US" b="1" dirty="0">
                <a:solidFill>
                  <a:srgbClr val="72F1B8"/>
                </a:solidFill>
                <a:effectLst/>
                <a:latin typeface="Cascadia Code" panose="020B0609020000020004" pitchFamily="49" charset="0"/>
              </a:rPr>
              <a:t>h2</a:t>
            </a:r>
            <a:r>
              <a:rPr lang="en-US" b="1" dirty="0">
                <a:solidFill>
                  <a:srgbClr val="36F9F6"/>
                </a:solidFill>
                <a:effectLst/>
                <a:latin typeface="Cascadia Code" panose="020B0609020000020004" pitchFamily="49" charset="0"/>
              </a:rPr>
              <a:t>&gt;</a:t>
            </a:r>
            <a:endParaRPr lang="en-US" b="1" dirty="0">
              <a:solidFill>
                <a:srgbClr val="BBBBBB"/>
              </a:solidFill>
              <a:effectLst/>
              <a:latin typeface="Cascadia Code" panose="020B0609020000020004" pitchFamily="49" charset="0"/>
            </a:endParaRPr>
          </a:p>
          <a:p>
            <a:r>
              <a:rPr lang="en-US" b="1" dirty="0">
                <a:solidFill>
                  <a:srgbClr val="BBBBBB"/>
                </a:solidFill>
                <a:effectLst/>
                <a:latin typeface="Cascadia Code" panose="020B0609020000020004" pitchFamily="49" charset="0"/>
              </a:rPr>
              <a:t>      </a:t>
            </a:r>
            <a:r>
              <a:rPr lang="en-US" b="1" dirty="0">
                <a:solidFill>
                  <a:srgbClr val="36F9F6"/>
                </a:solidFill>
                <a:effectLst/>
                <a:latin typeface="Cascadia Code" panose="020B0609020000020004" pitchFamily="49" charset="0"/>
              </a:rPr>
              <a:t>&lt;</a:t>
            </a:r>
            <a:r>
              <a:rPr lang="en-US" b="1" dirty="0">
                <a:solidFill>
                  <a:srgbClr val="72F1B8"/>
                </a:solidFill>
                <a:effectLst/>
                <a:latin typeface="Cascadia Code" panose="020B0609020000020004" pitchFamily="49" charset="0"/>
              </a:rPr>
              <a:t>h2</a:t>
            </a:r>
            <a:r>
              <a:rPr lang="en-US" b="1" dirty="0">
                <a:solidFill>
                  <a:srgbClr val="36F9F6"/>
                </a:solidFill>
                <a:effectLst/>
                <a:latin typeface="Cascadia Code" panose="020B0609020000020004" pitchFamily="49" charset="0"/>
              </a:rPr>
              <a:t>&gt;</a:t>
            </a:r>
            <a:r>
              <a:rPr lang="en-US" b="1" dirty="0">
                <a:solidFill>
                  <a:srgbClr val="BBBBBB"/>
                </a:solidFill>
                <a:effectLst/>
                <a:latin typeface="Cascadia Code" panose="020B0609020000020004" pitchFamily="49" charset="0"/>
              </a:rPr>
              <a:t> Last Name : </a:t>
            </a:r>
            <a:r>
              <a:rPr lang="en-US" b="1" dirty="0">
                <a:solidFill>
                  <a:srgbClr val="FEDE5D"/>
                </a:solidFill>
                <a:effectLst/>
                <a:latin typeface="Cascadia Code" panose="020B0609020000020004" pitchFamily="49" charset="0"/>
              </a:rPr>
              <a:t>{</a:t>
            </a:r>
            <a:r>
              <a:rPr lang="en-US" b="1" i="1" dirty="0" err="1">
                <a:solidFill>
                  <a:srgbClr val="FF7EDB"/>
                </a:solidFill>
                <a:effectLst/>
                <a:latin typeface="Cascadia Code" panose="020B0609020000020004" pitchFamily="49" charset="0"/>
              </a:rPr>
              <a:t>lastName</a:t>
            </a:r>
            <a:r>
              <a:rPr lang="en-US" b="1" dirty="0">
                <a:solidFill>
                  <a:srgbClr val="FEDE5D"/>
                </a:solidFill>
                <a:effectLst/>
                <a:latin typeface="Cascadia Code" panose="020B0609020000020004" pitchFamily="49" charset="0"/>
              </a:rPr>
              <a:t>}</a:t>
            </a:r>
            <a:r>
              <a:rPr lang="en-US" b="1" dirty="0">
                <a:solidFill>
                  <a:srgbClr val="BBBBBB"/>
                </a:solidFill>
                <a:effectLst/>
                <a:latin typeface="Cascadia Code" panose="020B0609020000020004" pitchFamily="49" charset="0"/>
              </a:rPr>
              <a:t> </a:t>
            </a:r>
            <a:r>
              <a:rPr lang="en-US" b="1" dirty="0">
                <a:solidFill>
                  <a:srgbClr val="36F9F6"/>
                </a:solidFill>
                <a:effectLst/>
                <a:latin typeface="Cascadia Code" panose="020B0609020000020004" pitchFamily="49" charset="0"/>
              </a:rPr>
              <a:t>&lt;/</a:t>
            </a:r>
            <a:r>
              <a:rPr lang="en-US" b="1" dirty="0">
                <a:solidFill>
                  <a:srgbClr val="72F1B8"/>
                </a:solidFill>
                <a:effectLst/>
                <a:latin typeface="Cascadia Code" panose="020B0609020000020004" pitchFamily="49" charset="0"/>
              </a:rPr>
              <a:t>h2</a:t>
            </a:r>
            <a:r>
              <a:rPr lang="en-US" b="1" dirty="0">
                <a:solidFill>
                  <a:srgbClr val="36F9F6"/>
                </a:solidFill>
                <a:effectLst/>
                <a:latin typeface="Cascadia Code" panose="020B0609020000020004" pitchFamily="49" charset="0"/>
              </a:rPr>
              <a:t>&gt;</a:t>
            </a:r>
            <a:endParaRPr lang="en-US" b="1" dirty="0">
              <a:solidFill>
                <a:srgbClr val="BBBBBB"/>
              </a:solidFill>
              <a:effectLst/>
              <a:latin typeface="Cascadia Code" panose="020B0609020000020004" pitchFamily="49" charset="0"/>
            </a:endParaRPr>
          </a:p>
          <a:p>
            <a:r>
              <a:rPr lang="en-US" b="1" dirty="0">
                <a:solidFill>
                  <a:srgbClr val="BBBBBB"/>
                </a:solidFill>
                <a:effectLst/>
                <a:latin typeface="Cascadia Code" panose="020B0609020000020004" pitchFamily="49" charset="0"/>
              </a:rPr>
              <a:t>      </a:t>
            </a:r>
            <a:r>
              <a:rPr lang="en-US" b="1" dirty="0">
                <a:solidFill>
                  <a:srgbClr val="36F9F6"/>
                </a:solidFill>
                <a:effectLst/>
                <a:latin typeface="Cascadia Code" panose="020B0609020000020004" pitchFamily="49" charset="0"/>
              </a:rPr>
              <a:t>&lt;</a:t>
            </a:r>
            <a:r>
              <a:rPr lang="en-US" b="1" dirty="0">
                <a:solidFill>
                  <a:srgbClr val="72F1B8"/>
                </a:solidFill>
                <a:effectLst/>
                <a:latin typeface="Cascadia Code" panose="020B0609020000020004" pitchFamily="49" charset="0"/>
              </a:rPr>
              <a:t>h2</a:t>
            </a:r>
            <a:r>
              <a:rPr lang="en-US" b="1" dirty="0">
                <a:solidFill>
                  <a:srgbClr val="36F9F6"/>
                </a:solidFill>
                <a:effectLst/>
                <a:latin typeface="Cascadia Code" panose="020B0609020000020004" pitchFamily="49" charset="0"/>
              </a:rPr>
              <a:t>&gt;</a:t>
            </a:r>
            <a:r>
              <a:rPr lang="en-US" b="1" dirty="0">
                <a:solidFill>
                  <a:srgbClr val="BBBBBB"/>
                </a:solidFill>
                <a:effectLst/>
                <a:latin typeface="Cascadia Code" panose="020B0609020000020004" pitchFamily="49" charset="0"/>
              </a:rPr>
              <a:t> Email Id : </a:t>
            </a:r>
            <a:r>
              <a:rPr lang="en-US" b="1" dirty="0">
                <a:solidFill>
                  <a:srgbClr val="FEDE5D"/>
                </a:solidFill>
                <a:effectLst/>
                <a:latin typeface="Cascadia Code" panose="020B0609020000020004" pitchFamily="49" charset="0"/>
              </a:rPr>
              <a:t>{</a:t>
            </a:r>
            <a:r>
              <a:rPr lang="en-US" b="1" i="1" dirty="0" err="1">
                <a:solidFill>
                  <a:srgbClr val="FF7EDB"/>
                </a:solidFill>
                <a:effectLst/>
                <a:latin typeface="Cascadia Code" panose="020B0609020000020004" pitchFamily="49" charset="0"/>
              </a:rPr>
              <a:t>emailId</a:t>
            </a:r>
            <a:r>
              <a:rPr lang="en-US" b="1" dirty="0">
                <a:solidFill>
                  <a:srgbClr val="FEDE5D"/>
                </a:solidFill>
                <a:effectLst/>
                <a:latin typeface="Cascadia Code" panose="020B0609020000020004" pitchFamily="49" charset="0"/>
              </a:rPr>
              <a:t>}</a:t>
            </a:r>
            <a:r>
              <a:rPr lang="en-US" b="1" dirty="0">
                <a:solidFill>
                  <a:srgbClr val="BBBBBB"/>
                </a:solidFill>
                <a:effectLst/>
                <a:latin typeface="Cascadia Code" panose="020B0609020000020004" pitchFamily="49" charset="0"/>
              </a:rPr>
              <a:t> </a:t>
            </a:r>
            <a:r>
              <a:rPr lang="en-US" b="1" dirty="0">
                <a:solidFill>
                  <a:srgbClr val="36F9F6"/>
                </a:solidFill>
                <a:effectLst/>
                <a:latin typeface="Cascadia Code" panose="020B0609020000020004" pitchFamily="49" charset="0"/>
              </a:rPr>
              <a:t>&lt;/</a:t>
            </a:r>
            <a:r>
              <a:rPr lang="en-US" b="1" dirty="0">
                <a:solidFill>
                  <a:srgbClr val="72F1B8"/>
                </a:solidFill>
                <a:effectLst/>
                <a:latin typeface="Cascadia Code" panose="020B0609020000020004" pitchFamily="49" charset="0"/>
              </a:rPr>
              <a:t>h2</a:t>
            </a:r>
            <a:r>
              <a:rPr lang="en-US" b="1" dirty="0">
                <a:solidFill>
                  <a:srgbClr val="36F9F6"/>
                </a:solidFill>
                <a:effectLst/>
                <a:latin typeface="Cascadia Code" panose="020B0609020000020004" pitchFamily="49" charset="0"/>
              </a:rPr>
              <a:t>&gt;</a:t>
            </a:r>
            <a:endParaRPr lang="en-US" b="1" dirty="0">
              <a:solidFill>
                <a:srgbClr val="BBBBBB"/>
              </a:solidFill>
              <a:effectLst/>
              <a:latin typeface="Cascadia Code" panose="020B0609020000020004" pitchFamily="49" charset="0"/>
            </a:endParaRPr>
          </a:p>
          <a:p>
            <a:r>
              <a:rPr lang="en-US" b="1" dirty="0">
                <a:solidFill>
                  <a:srgbClr val="BBBBBB"/>
                </a:solidFill>
                <a:effectLst/>
                <a:latin typeface="Cascadia Code" panose="020B0609020000020004" pitchFamily="49" charset="0"/>
              </a:rPr>
              <a:t>    </a:t>
            </a:r>
            <a:r>
              <a:rPr lang="en-US" b="1" dirty="0">
                <a:solidFill>
                  <a:srgbClr val="36F9F6"/>
                </a:solidFill>
                <a:effectLst/>
                <a:latin typeface="Cascadia Code" panose="020B0609020000020004" pitchFamily="49" charset="0"/>
              </a:rPr>
              <a:t>&lt;/</a:t>
            </a:r>
            <a:r>
              <a:rPr lang="en-US" b="1" dirty="0">
                <a:solidFill>
                  <a:srgbClr val="72F1B8"/>
                </a:solidFill>
                <a:effectLst/>
                <a:latin typeface="Cascadia Code" panose="020B0609020000020004" pitchFamily="49" charset="0"/>
              </a:rPr>
              <a:t>div</a:t>
            </a:r>
            <a:r>
              <a:rPr lang="en-US" b="1" dirty="0">
                <a:solidFill>
                  <a:srgbClr val="36F9F6"/>
                </a:solidFill>
                <a:effectLst/>
                <a:latin typeface="Cascadia Code" panose="020B0609020000020004" pitchFamily="49" charset="0"/>
              </a:rPr>
              <a:t>&gt;</a:t>
            </a:r>
            <a:endParaRPr lang="en-US" b="1" dirty="0">
              <a:solidFill>
                <a:srgbClr val="BBBBBB"/>
              </a:solidFill>
              <a:effectLst/>
              <a:latin typeface="Cascadia Code" panose="020B0609020000020004" pitchFamily="49" charset="0"/>
            </a:endParaRPr>
          </a:p>
          <a:p>
            <a:r>
              <a:rPr lang="en-US" b="1" dirty="0">
                <a:solidFill>
                  <a:srgbClr val="BBBBBB"/>
                </a:solidFill>
                <a:effectLst/>
                <a:latin typeface="Cascadia Code" panose="020B0609020000020004" pitchFamily="49" charset="0"/>
              </a:rPr>
              <a:t>  );</a:t>
            </a:r>
          </a:p>
          <a:p>
            <a:r>
              <a:rPr lang="en-US" b="1" dirty="0">
                <a:solidFill>
                  <a:srgbClr val="BBBBBB"/>
                </a:solidFill>
                <a:effectLst/>
                <a:latin typeface="Cascadia Code" panose="020B0609020000020004" pitchFamily="49" charset="0"/>
              </a:rPr>
              <a:t>}</a:t>
            </a:r>
          </a:p>
        </p:txBody>
      </p:sp>
    </p:spTree>
    <p:extLst>
      <p:ext uri="{BB962C8B-B14F-4D97-AF65-F5344CB8AC3E}">
        <p14:creationId xmlns:p14="http://schemas.microsoft.com/office/powerpoint/2010/main" val="3283570850"/>
      </p:ext>
    </p:extLst>
  </p:cSld>
  <p:clrMapOvr>
    <a:overrideClrMapping bg1="dk1" tx1="lt1" bg2="dk2" tx2="lt2" accent1="accent1" accent2="accent2" accent3="accent3" accent4="accent4" accent5="accent5" accent6="accent6" hlink="hlink" folHlink="folHlink"/>
  </p:clrMapOvr>
  <mc:AlternateContent xmlns:mc="http://schemas.openxmlformats.org/markup-compatibility/2006" xmlns:p159="http://schemas.microsoft.com/office/powerpoint/2015/09/main">
    <mc:Choice Requires="p159">
      <p:transition>
        <p159:morph option="byObject"/>
      </p:transition>
    </mc:Choice>
    <mc:Fallback xmlns="">
      <p:transition>
        <p:fade/>
      </p:transition>
    </mc:Fallback>
  </mc:AlternateContent>
</p:sld>
</file>

<file path=ppt/slides/slide40.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sp useBgFill="1">
        <p:nvSpPr>
          <p:cNvPr id="21" name="Rectangle 20">
            <a:extLst>
              <a:ext uri="{FF2B5EF4-FFF2-40B4-BE49-F238E27FC236}">
                <a16:creationId xmlns:a16="http://schemas.microsoft.com/office/drawing/2014/main" id="{E5A92FE9-DB05-4D0D-AF5A-BE8664B9FFB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grpSp>
        <p:nvGrpSpPr>
          <p:cNvPr id="23" name="Group 22">
            <a:extLst>
              <a:ext uri="{FF2B5EF4-FFF2-40B4-BE49-F238E27FC236}">
                <a16:creationId xmlns:a16="http://schemas.microsoft.com/office/drawing/2014/main" id="{53D9B26A-5143-49A7-BA98-D871D5BD719A}"/>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flipH="1">
            <a:off x="6526211" y="1"/>
            <a:ext cx="5014912" cy="6857999"/>
            <a:chOff x="2928938" y="-4763"/>
            <a:chExt cx="5014912" cy="6862763"/>
          </a:xfrm>
        </p:grpSpPr>
        <p:sp>
          <p:nvSpPr>
            <p:cNvPr id="24" name="Freeform 6">
              <a:extLst>
                <a:ext uri="{FF2B5EF4-FFF2-40B4-BE49-F238E27FC236}">
                  <a16:creationId xmlns:a16="http://schemas.microsoft.com/office/drawing/2014/main" id="{68B85E55-A2A1-4682-B891-F201358A92D5}"/>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3367088" y="-4763"/>
              <a:ext cx="1063625" cy="2782888"/>
            </a:xfrm>
            <a:custGeom>
              <a:avLst/>
              <a:gdLst/>
              <a:ahLst/>
              <a:cxnLst/>
              <a:rect l="0" t="0" r="r" b="b"/>
              <a:pathLst>
                <a:path w="670" h="1753">
                  <a:moveTo>
                    <a:pt x="0" y="1696"/>
                  </a:moveTo>
                  <a:lnTo>
                    <a:pt x="225" y="1753"/>
                  </a:lnTo>
                  <a:lnTo>
                    <a:pt x="670" y="0"/>
                  </a:lnTo>
                  <a:lnTo>
                    <a:pt x="430" y="0"/>
                  </a:lnTo>
                  <a:lnTo>
                    <a:pt x="0" y="1696"/>
                  </a:lnTo>
                  <a:close/>
                </a:path>
              </a:pathLst>
            </a:custGeom>
            <a:solidFill>
              <a:schemeClr val="accent1"/>
            </a:solidFill>
            <a:ln>
              <a:noFill/>
            </a:ln>
          </p:spPr>
          <p:txBody>
            <a:bodyPr/>
            <a:lstStyle/>
            <a:p>
              <a:endParaRPr lang="en-US"/>
            </a:p>
          </p:txBody>
        </p:sp>
        <p:sp>
          <p:nvSpPr>
            <p:cNvPr id="25" name="Freeform 7">
              <a:extLst>
                <a:ext uri="{FF2B5EF4-FFF2-40B4-BE49-F238E27FC236}">
                  <a16:creationId xmlns:a16="http://schemas.microsoft.com/office/drawing/2014/main" id="{45EF6EDB-9B5D-49E9-96FA-1AE08BF95E57}"/>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2928938" y="-4763"/>
              <a:ext cx="1035050" cy="2673350"/>
            </a:xfrm>
            <a:custGeom>
              <a:avLst/>
              <a:gdLst/>
              <a:ahLst/>
              <a:cxnLst/>
              <a:rect l="0" t="0" r="r" b="b"/>
              <a:pathLst>
                <a:path w="652" h="1684">
                  <a:moveTo>
                    <a:pt x="225" y="1684"/>
                  </a:moveTo>
                  <a:lnTo>
                    <a:pt x="652" y="0"/>
                  </a:lnTo>
                  <a:lnTo>
                    <a:pt x="411" y="0"/>
                  </a:lnTo>
                  <a:lnTo>
                    <a:pt x="0" y="1627"/>
                  </a:lnTo>
                  <a:lnTo>
                    <a:pt x="219" y="1681"/>
                  </a:lnTo>
                  <a:lnTo>
                    <a:pt x="225" y="1684"/>
                  </a:lnTo>
                  <a:close/>
                </a:path>
              </a:pathLst>
            </a:custGeom>
            <a:solidFill>
              <a:srgbClr val="595959"/>
            </a:solidFill>
            <a:ln>
              <a:noFill/>
            </a:ln>
          </p:spPr>
          <p:txBody>
            <a:bodyPr/>
            <a:lstStyle/>
            <a:p>
              <a:endParaRPr lang="en-US"/>
            </a:p>
          </p:txBody>
        </p:sp>
        <p:sp>
          <p:nvSpPr>
            <p:cNvPr id="26" name="Freeform 12">
              <a:extLst>
                <a:ext uri="{FF2B5EF4-FFF2-40B4-BE49-F238E27FC236}">
                  <a16:creationId xmlns:a16="http://schemas.microsoft.com/office/drawing/2014/main" id="{38338226-D6E2-4EEE-B271-DB4BD096DBA1}"/>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2928938" y="2582862"/>
              <a:ext cx="2693987" cy="4275138"/>
            </a:xfrm>
            <a:custGeom>
              <a:avLst/>
              <a:gdLst/>
              <a:ahLst/>
              <a:cxnLst/>
              <a:rect l="0" t="0" r="r" b="b"/>
              <a:pathLst>
                <a:path w="1697" h="2693">
                  <a:moveTo>
                    <a:pt x="0" y="0"/>
                  </a:moveTo>
                  <a:lnTo>
                    <a:pt x="1622" y="2693"/>
                  </a:lnTo>
                  <a:lnTo>
                    <a:pt x="1697" y="2693"/>
                  </a:lnTo>
                  <a:lnTo>
                    <a:pt x="0" y="0"/>
                  </a:lnTo>
                  <a:close/>
                </a:path>
              </a:pathLst>
            </a:custGeom>
            <a:solidFill>
              <a:srgbClr val="262626"/>
            </a:solidFill>
            <a:ln>
              <a:noFill/>
            </a:ln>
          </p:spPr>
          <p:txBody>
            <a:bodyPr/>
            <a:lstStyle/>
            <a:p>
              <a:endParaRPr lang="en-US"/>
            </a:p>
          </p:txBody>
        </p:sp>
        <p:sp>
          <p:nvSpPr>
            <p:cNvPr id="27" name="Freeform 13">
              <a:extLst>
                <a:ext uri="{FF2B5EF4-FFF2-40B4-BE49-F238E27FC236}">
                  <a16:creationId xmlns:a16="http://schemas.microsoft.com/office/drawing/2014/main" id="{4878FB48-17B3-4A11-8025-DE0945CD4E71}"/>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3371850" y="2692400"/>
              <a:ext cx="3332162" cy="4165600"/>
            </a:xfrm>
            <a:custGeom>
              <a:avLst/>
              <a:gdLst/>
              <a:ahLst/>
              <a:cxnLst/>
              <a:rect l="0" t="0" r="r" b="b"/>
              <a:pathLst>
                <a:path w="2099" h="2624">
                  <a:moveTo>
                    <a:pt x="2099" y="2624"/>
                  </a:moveTo>
                  <a:lnTo>
                    <a:pt x="0" y="0"/>
                  </a:lnTo>
                  <a:lnTo>
                    <a:pt x="2021" y="2624"/>
                  </a:lnTo>
                  <a:lnTo>
                    <a:pt x="2099" y="2624"/>
                  </a:lnTo>
                  <a:close/>
                </a:path>
              </a:pathLst>
            </a:custGeom>
            <a:solidFill>
              <a:schemeClr val="accent1">
                <a:lumMod val="50000"/>
              </a:schemeClr>
            </a:solidFill>
            <a:ln>
              <a:noFill/>
            </a:ln>
          </p:spPr>
          <p:txBody>
            <a:bodyPr/>
            <a:lstStyle/>
            <a:p>
              <a:endParaRPr lang="en-US"/>
            </a:p>
          </p:txBody>
        </p:sp>
        <p:sp>
          <p:nvSpPr>
            <p:cNvPr id="28" name="Freeform 14">
              <a:extLst>
                <a:ext uri="{FF2B5EF4-FFF2-40B4-BE49-F238E27FC236}">
                  <a16:creationId xmlns:a16="http://schemas.microsoft.com/office/drawing/2014/main" id="{4150A21C-DD6D-4D3C-9E95-7A3CA263BEB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3367088" y="2687637"/>
              <a:ext cx="4576762" cy="4170363"/>
            </a:xfrm>
            <a:custGeom>
              <a:avLst/>
              <a:gdLst/>
              <a:ahLst/>
              <a:cxnLst/>
              <a:rect l="0" t="0" r="r" b="b"/>
              <a:pathLst>
                <a:path w="2883" h="2627">
                  <a:moveTo>
                    <a:pt x="0" y="0"/>
                  </a:moveTo>
                  <a:lnTo>
                    <a:pt x="3" y="3"/>
                  </a:lnTo>
                  <a:lnTo>
                    <a:pt x="2102" y="2627"/>
                  </a:lnTo>
                  <a:lnTo>
                    <a:pt x="2883" y="2627"/>
                  </a:lnTo>
                  <a:lnTo>
                    <a:pt x="225" y="57"/>
                  </a:lnTo>
                  <a:lnTo>
                    <a:pt x="0" y="0"/>
                  </a:lnTo>
                  <a:close/>
                </a:path>
              </a:pathLst>
            </a:custGeom>
            <a:solidFill>
              <a:schemeClr val="accent1">
                <a:lumMod val="75000"/>
              </a:schemeClr>
            </a:solidFill>
            <a:ln>
              <a:noFill/>
            </a:ln>
          </p:spPr>
          <p:txBody>
            <a:bodyPr/>
            <a:lstStyle/>
            <a:p>
              <a:endParaRPr lang="en-US"/>
            </a:p>
          </p:txBody>
        </p:sp>
        <p:sp>
          <p:nvSpPr>
            <p:cNvPr id="29" name="Freeform 15">
              <a:extLst>
                <a:ext uri="{FF2B5EF4-FFF2-40B4-BE49-F238E27FC236}">
                  <a16:creationId xmlns:a16="http://schemas.microsoft.com/office/drawing/2014/main" id="{7505BF04-104D-4180-A284-42FCD6B04DD6}"/>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2928938" y="2578100"/>
              <a:ext cx="3584575" cy="4279900"/>
            </a:xfrm>
            <a:custGeom>
              <a:avLst/>
              <a:gdLst/>
              <a:ahLst/>
              <a:cxnLst/>
              <a:rect l="0" t="0" r="r" b="b"/>
              <a:pathLst>
                <a:path w="2258" h="2696">
                  <a:moveTo>
                    <a:pt x="2258" y="2696"/>
                  </a:moveTo>
                  <a:lnTo>
                    <a:pt x="264" y="111"/>
                  </a:lnTo>
                  <a:lnTo>
                    <a:pt x="228" y="60"/>
                  </a:lnTo>
                  <a:lnTo>
                    <a:pt x="225" y="57"/>
                  </a:lnTo>
                  <a:lnTo>
                    <a:pt x="0" y="0"/>
                  </a:lnTo>
                  <a:lnTo>
                    <a:pt x="0" y="3"/>
                  </a:lnTo>
                  <a:lnTo>
                    <a:pt x="1697" y="2696"/>
                  </a:lnTo>
                  <a:lnTo>
                    <a:pt x="2258" y="2696"/>
                  </a:lnTo>
                  <a:close/>
                </a:path>
              </a:pathLst>
            </a:custGeom>
            <a:solidFill>
              <a:srgbClr val="404040"/>
            </a:solidFill>
            <a:ln>
              <a:noFill/>
            </a:ln>
          </p:spPr>
          <p:txBody>
            <a:bodyPr/>
            <a:lstStyle/>
            <a:p>
              <a:endParaRPr lang="en-US"/>
            </a:p>
          </p:txBody>
        </p:sp>
      </p:grpSp>
      <p:sp>
        <p:nvSpPr>
          <p:cNvPr id="2" name="Title 1">
            <a:extLst>
              <a:ext uri="{FF2B5EF4-FFF2-40B4-BE49-F238E27FC236}">
                <a16:creationId xmlns:a16="http://schemas.microsoft.com/office/drawing/2014/main" id="{652CD06E-EB43-4697-A9C1-290232C3BAD6}"/>
              </a:ext>
            </a:extLst>
          </p:cNvPr>
          <p:cNvSpPr>
            <a:spLocks noGrp="1"/>
          </p:cNvSpPr>
          <p:nvPr>
            <p:ph type="ctrTitle"/>
          </p:nvPr>
        </p:nvSpPr>
        <p:spPr>
          <a:xfrm>
            <a:off x="473345" y="0"/>
            <a:ext cx="11604355" cy="1223994"/>
          </a:xfrm>
        </p:spPr>
        <p:txBody>
          <a:bodyPr>
            <a:noAutofit/>
          </a:bodyPr>
          <a:lstStyle/>
          <a:p>
            <a:pPr algn="l"/>
            <a:r>
              <a:rPr lang="en-US" sz="4800" dirty="0">
                <a:effectLst/>
                <a:latin typeface="Mystical Woods Smooth Script" panose="02000500000000000000" pitchFamily="2" charset="0"/>
              </a:rPr>
              <a:t> </a:t>
            </a:r>
            <a:r>
              <a:rPr lang="en-US" sz="4800" dirty="0" err="1">
                <a:effectLst/>
                <a:latin typeface="Mystical Woods Smooth Script" panose="02000500000000000000" pitchFamily="2" charset="0"/>
              </a:rPr>
              <a:t>Destructuring</a:t>
            </a:r>
            <a:r>
              <a:rPr lang="en-US" sz="4800" dirty="0">
                <a:effectLst/>
                <a:latin typeface="Mystical Woods Smooth Script" panose="02000500000000000000" pitchFamily="2" charset="0"/>
              </a:rPr>
              <a:t> Props</a:t>
            </a:r>
          </a:p>
        </p:txBody>
      </p:sp>
      <p:grpSp>
        <p:nvGrpSpPr>
          <p:cNvPr id="6" name="Group 5">
            <a:extLst>
              <a:ext uri="{FF2B5EF4-FFF2-40B4-BE49-F238E27FC236}">
                <a16:creationId xmlns:a16="http://schemas.microsoft.com/office/drawing/2014/main" id="{752A73B4-49EC-E765-1462-2A106F07C3D4}"/>
              </a:ext>
            </a:extLst>
          </p:cNvPr>
          <p:cNvGrpSpPr/>
          <p:nvPr/>
        </p:nvGrpSpPr>
        <p:grpSpPr>
          <a:xfrm>
            <a:off x="481809" y="1152868"/>
            <a:ext cx="8950321" cy="182880"/>
            <a:chOff x="1089027" y="1251583"/>
            <a:chExt cx="8950321" cy="182880"/>
          </a:xfrm>
        </p:grpSpPr>
        <p:cxnSp>
          <p:nvCxnSpPr>
            <p:cNvPr id="4" name="Straight Connector 3">
              <a:extLst>
                <a:ext uri="{FF2B5EF4-FFF2-40B4-BE49-F238E27FC236}">
                  <a16:creationId xmlns:a16="http://schemas.microsoft.com/office/drawing/2014/main" id="{1111542F-3245-DDEC-4B5A-7412E7DBE5FD}"/>
                </a:ext>
              </a:extLst>
            </p:cNvPr>
            <p:cNvCxnSpPr/>
            <p:nvPr/>
          </p:nvCxnSpPr>
          <p:spPr>
            <a:xfrm>
              <a:off x="1089027" y="1347537"/>
              <a:ext cx="8786493" cy="0"/>
            </a:xfrm>
            <a:prstGeom prst="line">
              <a:avLst/>
            </a:prstGeom>
            <a:ln w="38100">
              <a:solidFill>
                <a:srgbClr val="595959"/>
              </a:solidFill>
            </a:ln>
            <a:effectLst>
              <a:reflection blurRad="6350" stA="50000" endA="275" endPos="40000" dist="101600" dir="5400000" sy="-100000" algn="bl" rotWithShape="0"/>
              <a:softEdge rad="12700"/>
            </a:effectLst>
          </p:spPr>
          <p:style>
            <a:lnRef idx="3">
              <a:schemeClr val="dk1"/>
            </a:lnRef>
            <a:fillRef idx="0">
              <a:schemeClr val="dk1"/>
            </a:fillRef>
            <a:effectRef idx="2">
              <a:schemeClr val="dk1"/>
            </a:effectRef>
            <a:fontRef idx="minor">
              <a:schemeClr val="tx1"/>
            </a:fontRef>
          </p:style>
        </p:cxnSp>
        <p:sp>
          <p:nvSpPr>
            <p:cNvPr id="5" name="Flowchart: Connector 4">
              <a:extLst>
                <a:ext uri="{FF2B5EF4-FFF2-40B4-BE49-F238E27FC236}">
                  <a16:creationId xmlns:a16="http://schemas.microsoft.com/office/drawing/2014/main" id="{B2858492-B751-8ED7-57BE-708D61DDCF50}"/>
                </a:ext>
              </a:extLst>
            </p:cNvPr>
            <p:cNvSpPr/>
            <p:nvPr/>
          </p:nvSpPr>
          <p:spPr>
            <a:xfrm>
              <a:off x="9856468" y="1251583"/>
              <a:ext cx="182880" cy="182880"/>
            </a:xfrm>
            <a:prstGeom prst="flowChartConnector">
              <a:avLst/>
            </a:prstGeom>
            <a:ln>
              <a:noFill/>
            </a:ln>
            <a:effectLst>
              <a:outerShdw blurRad="50800" dist="38100" dir="2700000" algn="tl"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7" name="TextBox 6">
            <a:extLst>
              <a:ext uri="{FF2B5EF4-FFF2-40B4-BE49-F238E27FC236}">
                <a16:creationId xmlns:a16="http://schemas.microsoft.com/office/drawing/2014/main" id="{A6747723-BAE5-C999-4896-8F92A872C1D9}"/>
              </a:ext>
            </a:extLst>
          </p:cNvPr>
          <p:cNvSpPr txBox="1"/>
          <p:nvPr/>
        </p:nvSpPr>
        <p:spPr>
          <a:xfrm flipH="1">
            <a:off x="414301" y="1477530"/>
            <a:ext cx="10806849" cy="415498"/>
          </a:xfrm>
          <a:prstGeom prst="rect">
            <a:avLst/>
          </a:prstGeom>
          <a:noFill/>
        </p:spPr>
        <p:txBody>
          <a:bodyPr wrap="square" rtlCol="0">
            <a:spAutoFit/>
          </a:bodyPr>
          <a:lstStyle/>
          <a:p>
            <a:pPr algn="l"/>
            <a:r>
              <a:rPr lang="en-US" sz="2100" b="1" i="0" dirty="0">
                <a:solidFill>
                  <a:srgbClr val="CECAC3"/>
                </a:solidFill>
                <a:effectLst/>
                <a:latin typeface="Cavolini" panose="03000502040302020204" pitchFamily="66" charset="0"/>
                <a:cs typeface="Cavolini" panose="03000502040302020204" pitchFamily="66" charset="0"/>
              </a:rPr>
              <a:t>The second way is </a:t>
            </a:r>
            <a:r>
              <a:rPr lang="en-US" sz="2100" b="1" i="0" dirty="0" err="1">
                <a:solidFill>
                  <a:srgbClr val="CECAC3"/>
                </a:solidFill>
                <a:effectLst/>
                <a:latin typeface="Cavolini" panose="03000502040302020204" pitchFamily="66" charset="0"/>
                <a:cs typeface="Cavolini" panose="03000502040302020204" pitchFamily="66" charset="0"/>
              </a:rPr>
              <a:t>destructuring</a:t>
            </a:r>
            <a:r>
              <a:rPr lang="en-US" sz="2100" b="1" i="0" dirty="0">
                <a:solidFill>
                  <a:srgbClr val="CECAC3"/>
                </a:solidFill>
                <a:effectLst/>
                <a:latin typeface="Cavolini" panose="03000502040302020204" pitchFamily="66" charset="0"/>
                <a:cs typeface="Cavolini" panose="03000502040302020204" pitchFamily="66" charset="0"/>
              </a:rPr>
              <a:t> </a:t>
            </a:r>
            <a:r>
              <a:rPr lang="en-US" sz="2100" b="1" i="1" dirty="0">
                <a:solidFill>
                  <a:srgbClr val="DA4B58"/>
                </a:solidFill>
                <a:effectLst/>
                <a:latin typeface="Cavolini" panose="03000502040302020204" pitchFamily="66" charset="0"/>
                <a:cs typeface="Cavolini" panose="03000502040302020204" pitchFamily="66" charset="0"/>
              </a:rPr>
              <a:t>props</a:t>
            </a:r>
            <a:r>
              <a:rPr lang="en-US" sz="2100" b="1" i="0" dirty="0">
                <a:solidFill>
                  <a:srgbClr val="CECAC3"/>
                </a:solidFill>
                <a:effectLst/>
                <a:latin typeface="Cavolini" panose="03000502040302020204" pitchFamily="66" charset="0"/>
                <a:cs typeface="Cavolini" panose="03000502040302020204" pitchFamily="66" charset="0"/>
              </a:rPr>
              <a:t> in the function body:</a:t>
            </a:r>
            <a:endParaRPr lang="en-US" sz="2100" b="1" i="0" dirty="0">
              <a:effectLst/>
              <a:latin typeface="Cavolini" panose="03000502040302020204" pitchFamily="66" charset="0"/>
              <a:cs typeface="Cavolini" panose="03000502040302020204" pitchFamily="66" charset="0"/>
            </a:endParaRPr>
          </a:p>
        </p:txBody>
      </p:sp>
      <p:sp>
        <p:nvSpPr>
          <p:cNvPr id="8" name="TextBox 7">
            <a:extLst>
              <a:ext uri="{FF2B5EF4-FFF2-40B4-BE49-F238E27FC236}">
                <a16:creationId xmlns:a16="http://schemas.microsoft.com/office/drawing/2014/main" id="{C83310C4-B743-FA26-A187-EBC1E41FB39D}"/>
              </a:ext>
            </a:extLst>
          </p:cNvPr>
          <p:cNvSpPr txBox="1"/>
          <p:nvPr/>
        </p:nvSpPr>
        <p:spPr>
          <a:xfrm>
            <a:off x="409078" y="2034810"/>
            <a:ext cx="11373844" cy="3693319"/>
          </a:xfrm>
          <a:prstGeom prst="rect">
            <a:avLst/>
          </a:prstGeom>
          <a:noFill/>
        </p:spPr>
        <p:txBody>
          <a:bodyPr wrap="square" numCol="1">
            <a:spAutoFit/>
          </a:bodyPr>
          <a:lstStyle/>
          <a:p>
            <a:r>
              <a:rPr lang="en-US" b="1" dirty="0">
                <a:solidFill>
                  <a:srgbClr val="72F1B8"/>
                </a:solidFill>
                <a:effectLst/>
                <a:latin typeface="Cascadia Code" panose="020B0609020000020004" pitchFamily="49" charset="0"/>
              </a:rPr>
              <a:t>import</a:t>
            </a:r>
            <a:r>
              <a:rPr lang="en-US" b="1" dirty="0">
                <a:solidFill>
                  <a:srgbClr val="BBBBBB"/>
                </a:solidFill>
                <a:effectLst/>
                <a:latin typeface="Cascadia Code" panose="020B0609020000020004" pitchFamily="49" charset="0"/>
              </a:rPr>
              <a:t> </a:t>
            </a:r>
            <a:r>
              <a:rPr lang="en-US" b="1" dirty="0">
                <a:solidFill>
                  <a:srgbClr val="FF7EDB"/>
                </a:solidFill>
                <a:effectLst/>
                <a:latin typeface="Cascadia Code" panose="020B0609020000020004" pitchFamily="49" charset="0"/>
              </a:rPr>
              <a:t>React</a:t>
            </a:r>
            <a:r>
              <a:rPr lang="en-US" b="1" dirty="0">
                <a:solidFill>
                  <a:srgbClr val="BBBBBB"/>
                </a:solidFill>
                <a:effectLst/>
                <a:latin typeface="Cascadia Code" panose="020B0609020000020004" pitchFamily="49" charset="0"/>
              </a:rPr>
              <a:t> </a:t>
            </a:r>
            <a:r>
              <a:rPr lang="en-US" b="1" dirty="0">
                <a:solidFill>
                  <a:srgbClr val="FEDE5D"/>
                </a:solidFill>
                <a:effectLst/>
                <a:latin typeface="Cascadia Code" panose="020B0609020000020004" pitchFamily="49" charset="0"/>
              </a:rPr>
              <a:t>from</a:t>
            </a:r>
            <a:r>
              <a:rPr lang="en-US" b="1" dirty="0">
                <a:solidFill>
                  <a:srgbClr val="BBBBBB"/>
                </a:solidFill>
                <a:effectLst/>
                <a:latin typeface="Cascadia Code" panose="020B0609020000020004" pitchFamily="49" charset="0"/>
              </a:rPr>
              <a:t> </a:t>
            </a:r>
            <a:r>
              <a:rPr lang="en-US" b="1" dirty="0">
                <a:solidFill>
                  <a:srgbClr val="FF8B39"/>
                </a:solidFill>
                <a:effectLst/>
                <a:latin typeface="Cascadia Code" panose="020B0609020000020004" pitchFamily="49" charset="0"/>
              </a:rPr>
              <a:t>"react"</a:t>
            </a:r>
            <a:r>
              <a:rPr lang="en-US" b="1" dirty="0">
                <a:solidFill>
                  <a:srgbClr val="BBBBBB"/>
                </a:solidFill>
                <a:effectLst/>
                <a:latin typeface="Cascadia Code" panose="020B0609020000020004" pitchFamily="49" charset="0"/>
              </a:rPr>
              <a:t>;</a:t>
            </a:r>
          </a:p>
          <a:p>
            <a:br>
              <a:rPr lang="en-US" b="1" dirty="0">
                <a:solidFill>
                  <a:srgbClr val="BBBBBB"/>
                </a:solidFill>
                <a:effectLst/>
                <a:latin typeface="Cascadia Code" panose="020B0609020000020004" pitchFamily="49" charset="0"/>
              </a:rPr>
            </a:br>
            <a:r>
              <a:rPr lang="en-US" b="1" dirty="0">
                <a:solidFill>
                  <a:srgbClr val="72F1B8"/>
                </a:solidFill>
                <a:effectLst/>
                <a:latin typeface="Cascadia Code" panose="020B0609020000020004" pitchFamily="49" charset="0"/>
              </a:rPr>
              <a:t>export</a:t>
            </a:r>
            <a:r>
              <a:rPr lang="en-US" b="1" dirty="0">
                <a:solidFill>
                  <a:srgbClr val="BBBBBB"/>
                </a:solidFill>
                <a:effectLst/>
                <a:latin typeface="Cascadia Code" panose="020B0609020000020004" pitchFamily="49" charset="0"/>
              </a:rPr>
              <a:t> </a:t>
            </a:r>
            <a:r>
              <a:rPr lang="en-US" b="1" dirty="0">
                <a:solidFill>
                  <a:srgbClr val="FEDE5D"/>
                </a:solidFill>
                <a:effectLst/>
                <a:latin typeface="Cascadia Code" panose="020B0609020000020004" pitchFamily="49" charset="0"/>
              </a:rPr>
              <a:t>const</a:t>
            </a:r>
            <a:r>
              <a:rPr lang="en-US" b="1" dirty="0">
                <a:solidFill>
                  <a:srgbClr val="BBBBBB"/>
                </a:solidFill>
                <a:effectLst/>
                <a:latin typeface="Cascadia Code" panose="020B0609020000020004" pitchFamily="49" charset="0"/>
              </a:rPr>
              <a:t> </a:t>
            </a:r>
            <a:r>
              <a:rPr lang="en-US" b="1" dirty="0">
                <a:solidFill>
                  <a:srgbClr val="36F9F6"/>
                </a:solidFill>
                <a:effectLst/>
                <a:latin typeface="Cascadia Code" panose="020B0609020000020004" pitchFamily="49" charset="0"/>
              </a:rPr>
              <a:t>Employee</a:t>
            </a:r>
            <a:r>
              <a:rPr lang="en-US" b="1" dirty="0">
                <a:solidFill>
                  <a:srgbClr val="BBBBBB"/>
                </a:solidFill>
                <a:effectLst/>
                <a:latin typeface="Cascadia Code" panose="020B0609020000020004" pitchFamily="49" charset="0"/>
              </a:rPr>
              <a:t> </a:t>
            </a:r>
            <a:r>
              <a:rPr lang="en-US" b="1" dirty="0">
                <a:solidFill>
                  <a:srgbClr val="FFFFFF"/>
                </a:solidFill>
                <a:effectLst/>
                <a:latin typeface="Cascadia Code" panose="020B0609020000020004" pitchFamily="49" charset="0"/>
              </a:rPr>
              <a:t>=</a:t>
            </a:r>
            <a:r>
              <a:rPr lang="en-US" b="1" dirty="0">
                <a:solidFill>
                  <a:srgbClr val="BBBBBB"/>
                </a:solidFill>
                <a:effectLst/>
                <a:latin typeface="Cascadia Code" panose="020B0609020000020004" pitchFamily="49" charset="0"/>
              </a:rPr>
              <a:t> (</a:t>
            </a:r>
            <a:r>
              <a:rPr lang="en-US" b="1" i="1" dirty="0">
                <a:solidFill>
                  <a:srgbClr val="FF7EDB"/>
                </a:solidFill>
                <a:effectLst/>
                <a:latin typeface="Cascadia Code" panose="020B0609020000020004" pitchFamily="49" charset="0"/>
              </a:rPr>
              <a:t>props</a:t>
            </a:r>
            <a:r>
              <a:rPr lang="en-US" b="1" dirty="0">
                <a:solidFill>
                  <a:srgbClr val="BBBBBB"/>
                </a:solidFill>
                <a:effectLst/>
                <a:latin typeface="Cascadia Code" panose="020B0609020000020004" pitchFamily="49" charset="0"/>
              </a:rPr>
              <a:t>) </a:t>
            </a:r>
            <a:r>
              <a:rPr lang="en-US" b="1" dirty="0">
                <a:solidFill>
                  <a:srgbClr val="FEDE5D"/>
                </a:solidFill>
                <a:effectLst/>
                <a:latin typeface="Cascadia Code" panose="020B0609020000020004" pitchFamily="49" charset="0"/>
              </a:rPr>
              <a:t>=&gt;</a:t>
            </a:r>
            <a:r>
              <a:rPr lang="en-US" b="1" dirty="0">
                <a:solidFill>
                  <a:srgbClr val="BBBBBB"/>
                </a:solidFill>
                <a:effectLst/>
                <a:latin typeface="Cascadia Code" panose="020B0609020000020004" pitchFamily="49" charset="0"/>
              </a:rPr>
              <a:t> {</a:t>
            </a:r>
          </a:p>
          <a:p>
            <a:r>
              <a:rPr lang="en-US" b="1" dirty="0">
                <a:solidFill>
                  <a:srgbClr val="BBBBBB"/>
                </a:solidFill>
                <a:effectLst/>
                <a:latin typeface="Cascadia Code" panose="020B0609020000020004" pitchFamily="49" charset="0"/>
              </a:rPr>
              <a:t>  </a:t>
            </a:r>
            <a:r>
              <a:rPr lang="en-US" b="1" dirty="0">
                <a:solidFill>
                  <a:srgbClr val="FEDE5D"/>
                </a:solidFill>
                <a:effectLst/>
                <a:latin typeface="Cascadia Code" panose="020B0609020000020004" pitchFamily="49" charset="0"/>
              </a:rPr>
              <a:t>const</a:t>
            </a:r>
            <a:r>
              <a:rPr lang="en-US" b="1" dirty="0">
                <a:solidFill>
                  <a:srgbClr val="BBBBBB"/>
                </a:solidFill>
                <a:effectLst/>
                <a:latin typeface="Cascadia Code" panose="020B0609020000020004" pitchFamily="49" charset="0"/>
              </a:rPr>
              <a:t> { </a:t>
            </a:r>
            <a:r>
              <a:rPr lang="en-US" b="1" dirty="0" err="1">
                <a:solidFill>
                  <a:srgbClr val="FF7EDB"/>
                </a:solidFill>
                <a:effectLst/>
                <a:latin typeface="Cascadia Code" panose="020B0609020000020004" pitchFamily="49" charset="0"/>
              </a:rPr>
              <a:t>firstName</a:t>
            </a:r>
            <a:r>
              <a:rPr lang="en-US" b="1" dirty="0">
                <a:solidFill>
                  <a:srgbClr val="BBBBBB"/>
                </a:solidFill>
                <a:effectLst/>
                <a:latin typeface="Cascadia Code" panose="020B0609020000020004" pitchFamily="49" charset="0"/>
              </a:rPr>
              <a:t>, </a:t>
            </a:r>
            <a:r>
              <a:rPr lang="en-US" b="1" dirty="0" err="1">
                <a:solidFill>
                  <a:srgbClr val="FF7EDB"/>
                </a:solidFill>
                <a:effectLst/>
                <a:latin typeface="Cascadia Code" panose="020B0609020000020004" pitchFamily="49" charset="0"/>
              </a:rPr>
              <a:t>lastName</a:t>
            </a:r>
            <a:r>
              <a:rPr lang="en-US" b="1" dirty="0">
                <a:solidFill>
                  <a:srgbClr val="BBBBBB"/>
                </a:solidFill>
                <a:effectLst/>
                <a:latin typeface="Cascadia Code" panose="020B0609020000020004" pitchFamily="49" charset="0"/>
              </a:rPr>
              <a:t>, </a:t>
            </a:r>
            <a:r>
              <a:rPr lang="en-US" b="1" dirty="0" err="1">
                <a:solidFill>
                  <a:srgbClr val="FF7EDB"/>
                </a:solidFill>
                <a:effectLst/>
                <a:latin typeface="Cascadia Code" panose="020B0609020000020004" pitchFamily="49" charset="0"/>
              </a:rPr>
              <a:t>emailId</a:t>
            </a:r>
            <a:r>
              <a:rPr lang="en-US" b="1" dirty="0">
                <a:solidFill>
                  <a:srgbClr val="BBBBBB"/>
                </a:solidFill>
                <a:effectLst/>
                <a:latin typeface="Cascadia Code" panose="020B0609020000020004" pitchFamily="49" charset="0"/>
              </a:rPr>
              <a:t> } </a:t>
            </a:r>
            <a:r>
              <a:rPr lang="en-US" b="1" dirty="0">
                <a:solidFill>
                  <a:srgbClr val="FFFFFF"/>
                </a:solidFill>
                <a:effectLst/>
                <a:latin typeface="Cascadia Code" panose="020B0609020000020004" pitchFamily="49" charset="0"/>
              </a:rPr>
              <a:t>=</a:t>
            </a:r>
            <a:r>
              <a:rPr lang="en-US" b="1" dirty="0">
                <a:solidFill>
                  <a:srgbClr val="BBBBBB"/>
                </a:solidFill>
                <a:effectLst/>
                <a:latin typeface="Cascadia Code" panose="020B0609020000020004" pitchFamily="49" charset="0"/>
              </a:rPr>
              <a:t> </a:t>
            </a:r>
            <a:r>
              <a:rPr lang="en-US" b="1" i="1" dirty="0">
                <a:solidFill>
                  <a:srgbClr val="FF7EDB"/>
                </a:solidFill>
                <a:effectLst/>
                <a:latin typeface="Cascadia Code" panose="020B0609020000020004" pitchFamily="49" charset="0"/>
              </a:rPr>
              <a:t>props</a:t>
            </a:r>
            <a:r>
              <a:rPr lang="en-US" b="1" dirty="0">
                <a:solidFill>
                  <a:srgbClr val="BBBBBB"/>
                </a:solidFill>
                <a:effectLst/>
                <a:latin typeface="Cascadia Code" panose="020B0609020000020004" pitchFamily="49" charset="0"/>
              </a:rPr>
              <a:t>;</a:t>
            </a:r>
          </a:p>
          <a:p>
            <a:r>
              <a:rPr lang="en-US" b="1" dirty="0">
                <a:solidFill>
                  <a:srgbClr val="BBBBBB"/>
                </a:solidFill>
                <a:effectLst/>
                <a:latin typeface="Cascadia Code" panose="020B0609020000020004" pitchFamily="49" charset="0"/>
              </a:rPr>
              <a:t>  </a:t>
            </a:r>
            <a:r>
              <a:rPr lang="en-US" b="1" dirty="0">
                <a:solidFill>
                  <a:srgbClr val="FEDE5D"/>
                </a:solidFill>
                <a:effectLst/>
                <a:latin typeface="Cascadia Code" panose="020B0609020000020004" pitchFamily="49" charset="0"/>
              </a:rPr>
              <a:t>return</a:t>
            </a:r>
            <a:r>
              <a:rPr lang="en-US" b="1" dirty="0">
                <a:solidFill>
                  <a:srgbClr val="BBBBBB"/>
                </a:solidFill>
                <a:effectLst/>
                <a:latin typeface="Cascadia Code" panose="020B0609020000020004" pitchFamily="49" charset="0"/>
              </a:rPr>
              <a:t> (</a:t>
            </a:r>
          </a:p>
          <a:p>
            <a:r>
              <a:rPr lang="en-US" b="1" dirty="0">
                <a:solidFill>
                  <a:srgbClr val="BBBBBB"/>
                </a:solidFill>
                <a:effectLst/>
                <a:latin typeface="Cascadia Code" panose="020B0609020000020004" pitchFamily="49" charset="0"/>
              </a:rPr>
              <a:t>    </a:t>
            </a:r>
            <a:r>
              <a:rPr lang="en-US" b="1" dirty="0">
                <a:solidFill>
                  <a:srgbClr val="36F9F6"/>
                </a:solidFill>
                <a:effectLst/>
                <a:latin typeface="Cascadia Code" panose="020B0609020000020004" pitchFamily="49" charset="0"/>
              </a:rPr>
              <a:t>&lt;</a:t>
            </a:r>
            <a:r>
              <a:rPr lang="en-US" b="1" dirty="0">
                <a:solidFill>
                  <a:srgbClr val="72F1B8"/>
                </a:solidFill>
                <a:effectLst/>
                <a:latin typeface="Cascadia Code" panose="020B0609020000020004" pitchFamily="49" charset="0"/>
              </a:rPr>
              <a:t>div</a:t>
            </a:r>
            <a:r>
              <a:rPr lang="en-US" b="1" dirty="0">
                <a:solidFill>
                  <a:srgbClr val="36F9F6"/>
                </a:solidFill>
                <a:effectLst/>
                <a:latin typeface="Cascadia Code" panose="020B0609020000020004" pitchFamily="49" charset="0"/>
              </a:rPr>
              <a:t>&gt;</a:t>
            </a:r>
            <a:endParaRPr lang="en-US" b="1" dirty="0">
              <a:solidFill>
                <a:srgbClr val="BBBBBB"/>
              </a:solidFill>
              <a:effectLst/>
              <a:latin typeface="Cascadia Code" panose="020B0609020000020004" pitchFamily="49" charset="0"/>
            </a:endParaRPr>
          </a:p>
          <a:p>
            <a:r>
              <a:rPr lang="en-US" b="1" dirty="0">
                <a:solidFill>
                  <a:srgbClr val="BBBBBB"/>
                </a:solidFill>
                <a:effectLst/>
                <a:latin typeface="Cascadia Code" panose="020B0609020000020004" pitchFamily="49" charset="0"/>
              </a:rPr>
              <a:t>      </a:t>
            </a:r>
            <a:r>
              <a:rPr lang="en-US" b="1" dirty="0">
                <a:solidFill>
                  <a:srgbClr val="36F9F6"/>
                </a:solidFill>
                <a:effectLst/>
                <a:latin typeface="Cascadia Code" panose="020B0609020000020004" pitchFamily="49" charset="0"/>
              </a:rPr>
              <a:t>&lt;</a:t>
            </a:r>
            <a:r>
              <a:rPr lang="en-US" b="1" dirty="0">
                <a:solidFill>
                  <a:srgbClr val="72F1B8"/>
                </a:solidFill>
                <a:effectLst/>
                <a:latin typeface="Cascadia Code" panose="020B0609020000020004" pitchFamily="49" charset="0"/>
              </a:rPr>
              <a:t>h1</a:t>
            </a:r>
            <a:r>
              <a:rPr lang="en-US" b="1" dirty="0">
                <a:solidFill>
                  <a:srgbClr val="36F9F6"/>
                </a:solidFill>
                <a:effectLst/>
                <a:latin typeface="Cascadia Code" panose="020B0609020000020004" pitchFamily="49" charset="0"/>
              </a:rPr>
              <a:t>&gt;</a:t>
            </a:r>
            <a:r>
              <a:rPr lang="en-US" b="1" dirty="0">
                <a:solidFill>
                  <a:srgbClr val="BBBBBB"/>
                </a:solidFill>
                <a:effectLst/>
                <a:latin typeface="Cascadia Code" panose="020B0609020000020004" pitchFamily="49" charset="0"/>
              </a:rPr>
              <a:t> Employee Details</a:t>
            </a:r>
            <a:r>
              <a:rPr lang="en-US" b="1" dirty="0">
                <a:solidFill>
                  <a:srgbClr val="36F9F6"/>
                </a:solidFill>
                <a:effectLst/>
                <a:latin typeface="Cascadia Code" panose="020B0609020000020004" pitchFamily="49" charset="0"/>
              </a:rPr>
              <a:t>&lt;/</a:t>
            </a:r>
            <a:r>
              <a:rPr lang="en-US" b="1" dirty="0">
                <a:solidFill>
                  <a:srgbClr val="72F1B8"/>
                </a:solidFill>
                <a:effectLst/>
                <a:latin typeface="Cascadia Code" panose="020B0609020000020004" pitchFamily="49" charset="0"/>
              </a:rPr>
              <a:t>h1</a:t>
            </a:r>
            <a:r>
              <a:rPr lang="en-US" b="1" dirty="0">
                <a:solidFill>
                  <a:srgbClr val="36F9F6"/>
                </a:solidFill>
                <a:effectLst/>
                <a:latin typeface="Cascadia Code" panose="020B0609020000020004" pitchFamily="49" charset="0"/>
              </a:rPr>
              <a:t>&gt;</a:t>
            </a:r>
            <a:endParaRPr lang="en-US" b="1" dirty="0">
              <a:solidFill>
                <a:srgbClr val="BBBBBB"/>
              </a:solidFill>
              <a:effectLst/>
              <a:latin typeface="Cascadia Code" panose="020B0609020000020004" pitchFamily="49" charset="0"/>
            </a:endParaRPr>
          </a:p>
          <a:p>
            <a:r>
              <a:rPr lang="en-US" b="1" dirty="0">
                <a:solidFill>
                  <a:srgbClr val="BBBBBB"/>
                </a:solidFill>
                <a:effectLst/>
                <a:latin typeface="Cascadia Code" panose="020B0609020000020004" pitchFamily="49" charset="0"/>
              </a:rPr>
              <a:t>      </a:t>
            </a:r>
            <a:r>
              <a:rPr lang="en-US" b="1" dirty="0">
                <a:solidFill>
                  <a:srgbClr val="36F9F6"/>
                </a:solidFill>
                <a:effectLst/>
                <a:latin typeface="Cascadia Code" panose="020B0609020000020004" pitchFamily="49" charset="0"/>
              </a:rPr>
              <a:t>&lt;</a:t>
            </a:r>
            <a:r>
              <a:rPr lang="en-US" b="1" dirty="0">
                <a:solidFill>
                  <a:srgbClr val="72F1B8"/>
                </a:solidFill>
                <a:effectLst/>
                <a:latin typeface="Cascadia Code" panose="020B0609020000020004" pitchFamily="49" charset="0"/>
              </a:rPr>
              <a:t>h2</a:t>
            </a:r>
            <a:r>
              <a:rPr lang="en-US" b="1" dirty="0">
                <a:solidFill>
                  <a:srgbClr val="36F9F6"/>
                </a:solidFill>
                <a:effectLst/>
                <a:latin typeface="Cascadia Code" panose="020B0609020000020004" pitchFamily="49" charset="0"/>
              </a:rPr>
              <a:t>&gt;</a:t>
            </a:r>
            <a:r>
              <a:rPr lang="en-US" b="1" dirty="0">
                <a:solidFill>
                  <a:srgbClr val="BBBBBB"/>
                </a:solidFill>
                <a:effectLst/>
                <a:latin typeface="Cascadia Code" panose="020B0609020000020004" pitchFamily="49" charset="0"/>
              </a:rPr>
              <a:t> First Name : </a:t>
            </a:r>
            <a:r>
              <a:rPr lang="en-US" b="1" dirty="0">
                <a:solidFill>
                  <a:srgbClr val="FEDE5D"/>
                </a:solidFill>
                <a:effectLst/>
                <a:latin typeface="Cascadia Code" panose="020B0609020000020004" pitchFamily="49" charset="0"/>
              </a:rPr>
              <a:t>{</a:t>
            </a:r>
            <a:r>
              <a:rPr lang="en-US" b="1" dirty="0" err="1">
                <a:solidFill>
                  <a:srgbClr val="FF7EDB"/>
                </a:solidFill>
                <a:effectLst/>
                <a:latin typeface="Cascadia Code" panose="020B0609020000020004" pitchFamily="49" charset="0"/>
              </a:rPr>
              <a:t>firstName</a:t>
            </a:r>
            <a:r>
              <a:rPr lang="en-US" b="1" dirty="0">
                <a:solidFill>
                  <a:srgbClr val="FEDE5D"/>
                </a:solidFill>
                <a:effectLst/>
                <a:latin typeface="Cascadia Code" panose="020B0609020000020004" pitchFamily="49" charset="0"/>
              </a:rPr>
              <a:t>}</a:t>
            </a:r>
            <a:r>
              <a:rPr lang="en-US" b="1" dirty="0">
                <a:solidFill>
                  <a:srgbClr val="BBBBBB"/>
                </a:solidFill>
                <a:effectLst/>
                <a:latin typeface="Cascadia Code" panose="020B0609020000020004" pitchFamily="49" charset="0"/>
              </a:rPr>
              <a:t> </a:t>
            </a:r>
            <a:r>
              <a:rPr lang="en-US" b="1" dirty="0">
                <a:solidFill>
                  <a:srgbClr val="36F9F6"/>
                </a:solidFill>
                <a:effectLst/>
                <a:latin typeface="Cascadia Code" panose="020B0609020000020004" pitchFamily="49" charset="0"/>
              </a:rPr>
              <a:t>&lt;/</a:t>
            </a:r>
            <a:r>
              <a:rPr lang="en-US" b="1" dirty="0">
                <a:solidFill>
                  <a:srgbClr val="72F1B8"/>
                </a:solidFill>
                <a:effectLst/>
                <a:latin typeface="Cascadia Code" panose="020B0609020000020004" pitchFamily="49" charset="0"/>
              </a:rPr>
              <a:t>h2</a:t>
            </a:r>
            <a:r>
              <a:rPr lang="en-US" b="1" dirty="0">
                <a:solidFill>
                  <a:srgbClr val="36F9F6"/>
                </a:solidFill>
                <a:effectLst/>
                <a:latin typeface="Cascadia Code" panose="020B0609020000020004" pitchFamily="49" charset="0"/>
              </a:rPr>
              <a:t>&gt;</a:t>
            </a:r>
            <a:endParaRPr lang="en-US" b="1" dirty="0">
              <a:solidFill>
                <a:srgbClr val="BBBBBB"/>
              </a:solidFill>
              <a:effectLst/>
              <a:latin typeface="Cascadia Code" panose="020B0609020000020004" pitchFamily="49" charset="0"/>
            </a:endParaRPr>
          </a:p>
          <a:p>
            <a:r>
              <a:rPr lang="en-US" b="1" dirty="0">
                <a:solidFill>
                  <a:srgbClr val="BBBBBB"/>
                </a:solidFill>
                <a:effectLst/>
                <a:latin typeface="Cascadia Code" panose="020B0609020000020004" pitchFamily="49" charset="0"/>
              </a:rPr>
              <a:t>      </a:t>
            </a:r>
            <a:r>
              <a:rPr lang="en-US" b="1" dirty="0">
                <a:solidFill>
                  <a:srgbClr val="36F9F6"/>
                </a:solidFill>
                <a:effectLst/>
                <a:latin typeface="Cascadia Code" panose="020B0609020000020004" pitchFamily="49" charset="0"/>
              </a:rPr>
              <a:t>&lt;</a:t>
            </a:r>
            <a:r>
              <a:rPr lang="en-US" b="1" dirty="0">
                <a:solidFill>
                  <a:srgbClr val="72F1B8"/>
                </a:solidFill>
                <a:effectLst/>
                <a:latin typeface="Cascadia Code" panose="020B0609020000020004" pitchFamily="49" charset="0"/>
              </a:rPr>
              <a:t>h2</a:t>
            </a:r>
            <a:r>
              <a:rPr lang="en-US" b="1" dirty="0">
                <a:solidFill>
                  <a:srgbClr val="36F9F6"/>
                </a:solidFill>
                <a:effectLst/>
                <a:latin typeface="Cascadia Code" panose="020B0609020000020004" pitchFamily="49" charset="0"/>
              </a:rPr>
              <a:t>&gt;</a:t>
            </a:r>
            <a:r>
              <a:rPr lang="en-US" b="1" dirty="0">
                <a:solidFill>
                  <a:srgbClr val="BBBBBB"/>
                </a:solidFill>
                <a:effectLst/>
                <a:latin typeface="Cascadia Code" panose="020B0609020000020004" pitchFamily="49" charset="0"/>
              </a:rPr>
              <a:t> Last Name : </a:t>
            </a:r>
            <a:r>
              <a:rPr lang="en-US" b="1" dirty="0">
                <a:solidFill>
                  <a:srgbClr val="FEDE5D"/>
                </a:solidFill>
                <a:effectLst/>
                <a:latin typeface="Cascadia Code" panose="020B0609020000020004" pitchFamily="49" charset="0"/>
              </a:rPr>
              <a:t>{</a:t>
            </a:r>
            <a:r>
              <a:rPr lang="en-US" b="1" dirty="0" err="1">
                <a:solidFill>
                  <a:srgbClr val="FF7EDB"/>
                </a:solidFill>
                <a:effectLst/>
                <a:latin typeface="Cascadia Code" panose="020B0609020000020004" pitchFamily="49" charset="0"/>
              </a:rPr>
              <a:t>lastName</a:t>
            </a:r>
            <a:r>
              <a:rPr lang="en-US" b="1" dirty="0">
                <a:solidFill>
                  <a:srgbClr val="FEDE5D"/>
                </a:solidFill>
                <a:effectLst/>
                <a:latin typeface="Cascadia Code" panose="020B0609020000020004" pitchFamily="49" charset="0"/>
              </a:rPr>
              <a:t>}</a:t>
            </a:r>
            <a:r>
              <a:rPr lang="en-US" b="1" dirty="0">
                <a:solidFill>
                  <a:srgbClr val="BBBBBB"/>
                </a:solidFill>
                <a:effectLst/>
                <a:latin typeface="Cascadia Code" panose="020B0609020000020004" pitchFamily="49" charset="0"/>
              </a:rPr>
              <a:t> </a:t>
            </a:r>
            <a:r>
              <a:rPr lang="en-US" b="1" dirty="0">
                <a:solidFill>
                  <a:srgbClr val="36F9F6"/>
                </a:solidFill>
                <a:effectLst/>
                <a:latin typeface="Cascadia Code" panose="020B0609020000020004" pitchFamily="49" charset="0"/>
              </a:rPr>
              <a:t>&lt;/</a:t>
            </a:r>
            <a:r>
              <a:rPr lang="en-US" b="1" dirty="0">
                <a:solidFill>
                  <a:srgbClr val="72F1B8"/>
                </a:solidFill>
                <a:effectLst/>
                <a:latin typeface="Cascadia Code" panose="020B0609020000020004" pitchFamily="49" charset="0"/>
              </a:rPr>
              <a:t>h2</a:t>
            </a:r>
            <a:r>
              <a:rPr lang="en-US" b="1" dirty="0">
                <a:solidFill>
                  <a:srgbClr val="36F9F6"/>
                </a:solidFill>
                <a:effectLst/>
                <a:latin typeface="Cascadia Code" panose="020B0609020000020004" pitchFamily="49" charset="0"/>
              </a:rPr>
              <a:t>&gt;</a:t>
            </a:r>
            <a:endParaRPr lang="en-US" b="1" dirty="0">
              <a:solidFill>
                <a:srgbClr val="BBBBBB"/>
              </a:solidFill>
              <a:effectLst/>
              <a:latin typeface="Cascadia Code" panose="020B0609020000020004" pitchFamily="49" charset="0"/>
            </a:endParaRPr>
          </a:p>
          <a:p>
            <a:r>
              <a:rPr lang="en-US" b="1" dirty="0">
                <a:solidFill>
                  <a:srgbClr val="BBBBBB"/>
                </a:solidFill>
                <a:effectLst/>
                <a:latin typeface="Cascadia Code" panose="020B0609020000020004" pitchFamily="49" charset="0"/>
              </a:rPr>
              <a:t>      </a:t>
            </a:r>
            <a:r>
              <a:rPr lang="en-US" b="1" dirty="0">
                <a:solidFill>
                  <a:srgbClr val="36F9F6"/>
                </a:solidFill>
                <a:effectLst/>
                <a:latin typeface="Cascadia Code" panose="020B0609020000020004" pitchFamily="49" charset="0"/>
              </a:rPr>
              <a:t>&lt;</a:t>
            </a:r>
            <a:r>
              <a:rPr lang="en-US" b="1" dirty="0">
                <a:solidFill>
                  <a:srgbClr val="72F1B8"/>
                </a:solidFill>
                <a:effectLst/>
                <a:latin typeface="Cascadia Code" panose="020B0609020000020004" pitchFamily="49" charset="0"/>
              </a:rPr>
              <a:t>h2</a:t>
            </a:r>
            <a:r>
              <a:rPr lang="en-US" b="1" dirty="0">
                <a:solidFill>
                  <a:srgbClr val="36F9F6"/>
                </a:solidFill>
                <a:effectLst/>
                <a:latin typeface="Cascadia Code" panose="020B0609020000020004" pitchFamily="49" charset="0"/>
              </a:rPr>
              <a:t>&gt;</a:t>
            </a:r>
            <a:r>
              <a:rPr lang="en-US" b="1" dirty="0">
                <a:solidFill>
                  <a:srgbClr val="BBBBBB"/>
                </a:solidFill>
                <a:effectLst/>
                <a:latin typeface="Cascadia Code" panose="020B0609020000020004" pitchFamily="49" charset="0"/>
              </a:rPr>
              <a:t> Email Id : </a:t>
            </a:r>
            <a:r>
              <a:rPr lang="en-US" b="1" dirty="0">
                <a:solidFill>
                  <a:srgbClr val="FEDE5D"/>
                </a:solidFill>
                <a:effectLst/>
                <a:latin typeface="Cascadia Code" panose="020B0609020000020004" pitchFamily="49" charset="0"/>
              </a:rPr>
              <a:t>{</a:t>
            </a:r>
            <a:r>
              <a:rPr lang="en-US" b="1" dirty="0" err="1">
                <a:solidFill>
                  <a:srgbClr val="FF7EDB"/>
                </a:solidFill>
                <a:effectLst/>
                <a:latin typeface="Cascadia Code" panose="020B0609020000020004" pitchFamily="49" charset="0"/>
              </a:rPr>
              <a:t>emailId</a:t>
            </a:r>
            <a:r>
              <a:rPr lang="en-US" b="1" dirty="0">
                <a:solidFill>
                  <a:srgbClr val="FEDE5D"/>
                </a:solidFill>
                <a:effectLst/>
                <a:latin typeface="Cascadia Code" panose="020B0609020000020004" pitchFamily="49" charset="0"/>
              </a:rPr>
              <a:t>}</a:t>
            </a:r>
            <a:r>
              <a:rPr lang="en-US" b="1" dirty="0">
                <a:solidFill>
                  <a:srgbClr val="BBBBBB"/>
                </a:solidFill>
                <a:effectLst/>
                <a:latin typeface="Cascadia Code" panose="020B0609020000020004" pitchFamily="49" charset="0"/>
              </a:rPr>
              <a:t> </a:t>
            </a:r>
            <a:r>
              <a:rPr lang="en-US" b="1" dirty="0">
                <a:solidFill>
                  <a:srgbClr val="36F9F6"/>
                </a:solidFill>
                <a:effectLst/>
                <a:latin typeface="Cascadia Code" panose="020B0609020000020004" pitchFamily="49" charset="0"/>
              </a:rPr>
              <a:t>&lt;/</a:t>
            </a:r>
            <a:r>
              <a:rPr lang="en-US" b="1" dirty="0">
                <a:solidFill>
                  <a:srgbClr val="72F1B8"/>
                </a:solidFill>
                <a:effectLst/>
                <a:latin typeface="Cascadia Code" panose="020B0609020000020004" pitchFamily="49" charset="0"/>
              </a:rPr>
              <a:t>h2</a:t>
            </a:r>
            <a:r>
              <a:rPr lang="en-US" b="1" dirty="0">
                <a:solidFill>
                  <a:srgbClr val="36F9F6"/>
                </a:solidFill>
                <a:effectLst/>
                <a:latin typeface="Cascadia Code" panose="020B0609020000020004" pitchFamily="49" charset="0"/>
              </a:rPr>
              <a:t>&gt;</a:t>
            </a:r>
            <a:endParaRPr lang="en-US" b="1" dirty="0">
              <a:solidFill>
                <a:srgbClr val="BBBBBB"/>
              </a:solidFill>
              <a:effectLst/>
              <a:latin typeface="Cascadia Code" panose="020B0609020000020004" pitchFamily="49" charset="0"/>
            </a:endParaRPr>
          </a:p>
          <a:p>
            <a:r>
              <a:rPr lang="en-US" b="1" dirty="0">
                <a:solidFill>
                  <a:srgbClr val="BBBBBB"/>
                </a:solidFill>
                <a:effectLst/>
                <a:latin typeface="Cascadia Code" panose="020B0609020000020004" pitchFamily="49" charset="0"/>
              </a:rPr>
              <a:t>    </a:t>
            </a:r>
            <a:r>
              <a:rPr lang="en-US" b="1" dirty="0">
                <a:solidFill>
                  <a:srgbClr val="36F9F6"/>
                </a:solidFill>
                <a:effectLst/>
                <a:latin typeface="Cascadia Code" panose="020B0609020000020004" pitchFamily="49" charset="0"/>
              </a:rPr>
              <a:t>&lt;/</a:t>
            </a:r>
            <a:r>
              <a:rPr lang="en-US" b="1" dirty="0">
                <a:solidFill>
                  <a:srgbClr val="72F1B8"/>
                </a:solidFill>
                <a:effectLst/>
                <a:latin typeface="Cascadia Code" panose="020B0609020000020004" pitchFamily="49" charset="0"/>
              </a:rPr>
              <a:t>div</a:t>
            </a:r>
            <a:r>
              <a:rPr lang="en-US" b="1" dirty="0">
                <a:solidFill>
                  <a:srgbClr val="36F9F6"/>
                </a:solidFill>
                <a:effectLst/>
                <a:latin typeface="Cascadia Code" panose="020B0609020000020004" pitchFamily="49" charset="0"/>
              </a:rPr>
              <a:t>&gt;</a:t>
            </a:r>
            <a:endParaRPr lang="en-US" b="1" dirty="0">
              <a:solidFill>
                <a:srgbClr val="BBBBBB"/>
              </a:solidFill>
              <a:effectLst/>
              <a:latin typeface="Cascadia Code" panose="020B0609020000020004" pitchFamily="49" charset="0"/>
            </a:endParaRPr>
          </a:p>
          <a:p>
            <a:r>
              <a:rPr lang="en-US" b="1" dirty="0">
                <a:solidFill>
                  <a:srgbClr val="BBBBBB"/>
                </a:solidFill>
                <a:effectLst/>
                <a:latin typeface="Cascadia Code" panose="020B0609020000020004" pitchFamily="49" charset="0"/>
              </a:rPr>
              <a:t>  );</a:t>
            </a:r>
          </a:p>
          <a:p>
            <a:r>
              <a:rPr lang="en-US" b="1" dirty="0">
                <a:solidFill>
                  <a:srgbClr val="BBBBBB"/>
                </a:solidFill>
                <a:effectLst/>
                <a:latin typeface="Cascadia Code" panose="020B0609020000020004" pitchFamily="49" charset="0"/>
              </a:rPr>
              <a:t>}</a:t>
            </a:r>
          </a:p>
        </p:txBody>
      </p:sp>
    </p:spTree>
    <p:extLst>
      <p:ext uri="{BB962C8B-B14F-4D97-AF65-F5344CB8AC3E}">
        <p14:creationId xmlns:p14="http://schemas.microsoft.com/office/powerpoint/2010/main" val="89900639"/>
      </p:ext>
    </p:extLst>
  </p:cSld>
  <p:clrMapOvr>
    <a:overrideClrMapping bg1="dk1" tx1="lt1" bg2="dk2" tx2="lt2" accent1="accent1" accent2="accent2" accent3="accent3" accent4="accent4" accent5="accent5" accent6="accent6" hlink="hlink" folHlink="folHlink"/>
  </p:clrMapOvr>
  <mc:AlternateContent xmlns:mc="http://schemas.openxmlformats.org/markup-compatibility/2006" xmlns:p159="http://schemas.microsoft.com/office/powerpoint/2015/09/main">
    <mc:Choice Requires="p159">
      <p:transition>
        <p159:morph option="byObject"/>
      </p:transition>
    </mc:Choice>
    <mc:Fallback xmlns="">
      <p:transition>
        <p:fade/>
      </p:transition>
    </mc:Fallback>
  </mc:AlternateContent>
</p:sld>
</file>

<file path=ppt/slides/slide41.xml><?xml version="1.0" encoding="utf-8"?>
<p:sld xmlns:a="http://schemas.openxmlformats.org/drawingml/2006/main" xmlns:r="http://schemas.openxmlformats.org/officeDocument/2006/relationships" xmlns:p="http://schemas.openxmlformats.org/presentationml/2006/main" show="0">
  <p:cSld>
    <p:bg>
      <p:bgPr>
        <a:solidFill>
          <a:schemeClr val="bg2"/>
        </a:solidFill>
        <a:effectLst/>
      </p:bgPr>
    </p:bg>
    <p:spTree>
      <p:nvGrpSpPr>
        <p:cNvPr id="1" name=""/>
        <p:cNvGrpSpPr/>
        <p:nvPr/>
      </p:nvGrpSpPr>
      <p:grpSpPr>
        <a:xfrm>
          <a:off x="0" y="0"/>
          <a:ext cx="0" cy="0"/>
          <a:chOff x="0" y="0"/>
          <a:chExt cx="0" cy="0"/>
        </a:xfrm>
      </p:grpSpPr>
      <p:sp useBgFill="1">
        <p:nvSpPr>
          <p:cNvPr id="21" name="Rectangle 20">
            <a:extLst>
              <a:ext uri="{FF2B5EF4-FFF2-40B4-BE49-F238E27FC236}">
                <a16:creationId xmlns:a16="http://schemas.microsoft.com/office/drawing/2014/main" id="{E5A92FE9-DB05-4D0D-AF5A-BE8664B9FFB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grpSp>
        <p:nvGrpSpPr>
          <p:cNvPr id="23" name="Group 22">
            <a:extLst>
              <a:ext uri="{FF2B5EF4-FFF2-40B4-BE49-F238E27FC236}">
                <a16:creationId xmlns:a16="http://schemas.microsoft.com/office/drawing/2014/main" id="{53D9B26A-5143-49A7-BA98-D871D5BD719A}"/>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flipH="1">
            <a:off x="6526211" y="1"/>
            <a:ext cx="5014912" cy="6857999"/>
            <a:chOff x="2928938" y="-4763"/>
            <a:chExt cx="5014912" cy="6862763"/>
          </a:xfrm>
        </p:grpSpPr>
        <p:sp>
          <p:nvSpPr>
            <p:cNvPr id="24" name="Freeform 6">
              <a:extLst>
                <a:ext uri="{FF2B5EF4-FFF2-40B4-BE49-F238E27FC236}">
                  <a16:creationId xmlns:a16="http://schemas.microsoft.com/office/drawing/2014/main" id="{68B85E55-A2A1-4682-B891-F201358A92D5}"/>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3367088" y="-4763"/>
              <a:ext cx="1063625" cy="2782888"/>
            </a:xfrm>
            <a:custGeom>
              <a:avLst/>
              <a:gdLst/>
              <a:ahLst/>
              <a:cxnLst/>
              <a:rect l="0" t="0" r="r" b="b"/>
              <a:pathLst>
                <a:path w="670" h="1753">
                  <a:moveTo>
                    <a:pt x="0" y="1696"/>
                  </a:moveTo>
                  <a:lnTo>
                    <a:pt x="225" y="1753"/>
                  </a:lnTo>
                  <a:lnTo>
                    <a:pt x="670" y="0"/>
                  </a:lnTo>
                  <a:lnTo>
                    <a:pt x="430" y="0"/>
                  </a:lnTo>
                  <a:lnTo>
                    <a:pt x="0" y="1696"/>
                  </a:lnTo>
                  <a:close/>
                </a:path>
              </a:pathLst>
            </a:custGeom>
            <a:solidFill>
              <a:schemeClr val="accent1"/>
            </a:solidFill>
            <a:ln>
              <a:noFill/>
            </a:ln>
          </p:spPr>
          <p:txBody>
            <a:bodyPr/>
            <a:lstStyle/>
            <a:p>
              <a:endParaRPr lang="en-US"/>
            </a:p>
          </p:txBody>
        </p:sp>
        <p:sp>
          <p:nvSpPr>
            <p:cNvPr id="25" name="Freeform 7">
              <a:extLst>
                <a:ext uri="{FF2B5EF4-FFF2-40B4-BE49-F238E27FC236}">
                  <a16:creationId xmlns:a16="http://schemas.microsoft.com/office/drawing/2014/main" id="{45EF6EDB-9B5D-49E9-96FA-1AE08BF95E57}"/>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2928938" y="-4763"/>
              <a:ext cx="1035050" cy="2673350"/>
            </a:xfrm>
            <a:custGeom>
              <a:avLst/>
              <a:gdLst/>
              <a:ahLst/>
              <a:cxnLst/>
              <a:rect l="0" t="0" r="r" b="b"/>
              <a:pathLst>
                <a:path w="652" h="1684">
                  <a:moveTo>
                    <a:pt x="225" y="1684"/>
                  </a:moveTo>
                  <a:lnTo>
                    <a:pt x="652" y="0"/>
                  </a:lnTo>
                  <a:lnTo>
                    <a:pt x="411" y="0"/>
                  </a:lnTo>
                  <a:lnTo>
                    <a:pt x="0" y="1627"/>
                  </a:lnTo>
                  <a:lnTo>
                    <a:pt x="219" y="1681"/>
                  </a:lnTo>
                  <a:lnTo>
                    <a:pt x="225" y="1684"/>
                  </a:lnTo>
                  <a:close/>
                </a:path>
              </a:pathLst>
            </a:custGeom>
            <a:solidFill>
              <a:srgbClr val="595959"/>
            </a:solidFill>
            <a:ln>
              <a:noFill/>
            </a:ln>
          </p:spPr>
          <p:txBody>
            <a:bodyPr/>
            <a:lstStyle/>
            <a:p>
              <a:endParaRPr lang="en-US"/>
            </a:p>
          </p:txBody>
        </p:sp>
        <p:sp>
          <p:nvSpPr>
            <p:cNvPr id="26" name="Freeform 12">
              <a:extLst>
                <a:ext uri="{FF2B5EF4-FFF2-40B4-BE49-F238E27FC236}">
                  <a16:creationId xmlns:a16="http://schemas.microsoft.com/office/drawing/2014/main" id="{38338226-D6E2-4EEE-B271-DB4BD096DBA1}"/>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2928938" y="2582862"/>
              <a:ext cx="2693987" cy="4275138"/>
            </a:xfrm>
            <a:custGeom>
              <a:avLst/>
              <a:gdLst/>
              <a:ahLst/>
              <a:cxnLst/>
              <a:rect l="0" t="0" r="r" b="b"/>
              <a:pathLst>
                <a:path w="1697" h="2693">
                  <a:moveTo>
                    <a:pt x="0" y="0"/>
                  </a:moveTo>
                  <a:lnTo>
                    <a:pt x="1622" y="2693"/>
                  </a:lnTo>
                  <a:lnTo>
                    <a:pt x="1697" y="2693"/>
                  </a:lnTo>
                  <a:lnTo>
                    <a:pt x="0" y="0"/>
                  </a:lnTo>
                  <a:close/>
                </a:path>
              </a:pathLst>
            </a:custGeom>
            <a:solidFill>
              <a:srgbClr val="262626"/>
            </a:solidFill>
            <a:ln>
              <a:noFill/>
            </a:ln>
          </p:spPr>
          <p:txBody>
            <a:bodyPr/>
            <a:lstStyle/>
            <a:p>
              <a:endParaRPr lang="en-US"/>
            </a:p>
          </p:txBody>
        </p:sp>
        <p:sp>
          <p:nvSpPr>
            <p:cNvPr id="27" name="Freeform 13">
              <a:extLst>
                <a:ext uri="{FF2B5EF4-FFF2-40B4-BE49-F238E27FC236}">
                  <a16:creationId xmlns:a16="http://schemas.microsoft.com/office/drawing/2014/main" id="{4878FB48-17B3-4A11-8025-DE0945CD4E71}"/>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3371850" y="2692400"/>
              <a:ext cx="3332162" cy="4165600"/>
            </a:xfrm>
            <a:custGeom>
              <a:avLst/>
              <a:gdLst/>
              <a:ahLst/>
              <a:cxnLst/>
              <a:rect l="0" t="0" r="r" b="b"/>
              <a:pathLst>
                <a:path w="2099" h="2624">
                  <a:moveTo>
                    <a:pt x="2099" y="2624"/>
                  </a:moveTo>
                  <a:lnTo>
                    <a:pt x="0" y="0"/>
                  </a:lnTo>
                  <a:lnTo>
                    <a:pt x="2021" y="2624"/>
                  </a:lnTo>
                  <a:lnTo>
                    <a:pt x="2099" y="2624"/>
                  </a:lnTo>
                  <a:close/>
                </a:path>
              </a:pathLst>
            </a:custGeom>
            <a:solidFill>
              <a:schemeClr val="accent1">
                <a:lumMod val="50000"/>
              </a:schemeClr>
            </a:solidFill>
            <a:ln>
              <a:noFill/>
            </a:ln>
          </p:spPr>
          <p:txBody>
            <a:bodyPr/>
            <a:lstStyle/>
            <a:p>
              <a:endParaRPr lang="en-US"/>
            </a:p>
          </p:txBody>
        </p:sp>
        <p:sp>
          <p:nvSpPr>
            <p:cNvPr id="28" name="Freeform 14">
              <a:extLst>
                <a:ext uri="{FF2B5EF4-FFF2-40B4-BE49-F238E27FC236}">
                  <a16:creationId xmlns:a16="http://schemas.microsoft.com/office/drawing/2014/main" id="{4150A21C-DD6D-4D3C-9E95-7A3CA263BEB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3367088" y="2687637"/>
              <a:ext cx="4576762" cy="4170363"/>
            </a:xfrm>
            <a:custGeom>
              <a:avLst/>
              <a:gdLst/>
              <a:ahLst/>
              <a:cxnLst/>
              <a:rect l="0" t="0" r="r" b="b"/>
              <a:pathLst>
                <a:path w="2883" h="2627">
                  <a:moveTo>
                    <a:pt x="0" y="0"/>
                  </a:moveTo>
                  <a:lnTo>
                    <a:pt x="3" y="3"/>
                  </a:lnTo>
                  <a:lnTo>
                    <a:pt x="2102" y="2627"/>
                  </a:lnTo>
                  <a:lnTo>
                    <a:pt x="2883" y="2627"/>
                  </a:lnTo>
                  <a:lnTo>
                    <a:pt x="225" y="57"/>
                  </a:lnTo>
                  <a:lnTo>
                    <a:pt x="0" y="0"/>
                  </a:lnTo>
                  <a:close/>
                </a:path>
              </a:pathLst>
            </a:custGeom>
            <a:solidFill>
              <a:schemeClr val="accent1">
                <a:lumMod val="75000"/>
              </a:schemeClr>
            </a:solidFill>
            <a:ln>
              <a:noFill/>
            </a:ln>
          </p:spPr>
          <p:txBody>
            <a:bodyPr/>
            <a:lstStyle/>
            <a:p>
              <a:endParaRPr lang="en-US"/>
            </a:p>
          </p:txBody>
        </p:sp>
        <p:sp>
          <p:nvSpPr>
            <p:cNvPr id="29" name="Freeform 15">
              <a:extLst>
                <a:ext uri="{FF2B5EF4-FFF2-40B4-BE49-F238E27FC236}">
                  <a16:creationId xmlns:a16="http://schemas.microsoft.com/office/drawing/2014/main" id="{7505BF04-104D-4180-A284-42FCD6B04DD6}"/>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2928938" y="2578100"/>
              <a:ext cx="3584575" cy="4279900"/>
            </a:xfrm>
            <a:custGeom>
              <a:avLst/>
              <a:gdLst/>
              <a:ahLst/>
              <a:cxnLst/>
              <a:rect l="0" t="0" r="r" b="b"/>
              <a:pathLst>
                <a:path w="2258" h="2696">
                  <a:moveTo>
                    <a:pt x="2258" y="2696"/>
                  </a:moveTo>
                  <a:lnTo>
                    <a:pt x="264" y="111"/>
                  </a:lnTo>
                  <a:lnTo>
                    <a:pt x="228" y="60"/>
                  </a:lnTo>
                  <a:lnTo>
                    <a:pt x="225" y="57"/>
                  </a:lnTo>
                  <a:lnTo>
                    <a:pt x="0" y="0"/>
                  </a:lnTo>
                  <a:lnTo>
                    <a:pt x="0" y="3"/>
                  </a:lnTo>
                  <a:lnTo>
                    <a:pt x="1697" y="2696"/>
                  </a:lnTo>
                  <a:lnTo>
                    <a:pt x="2258" y="2696"/>
                  </a:lnTo>
                  <a:close/>
                </a:path>
              </a:pathLst>
            </a:custGeom>
            <a:solidFill>
              <a:srgbClr val="404040"/>
            </a:solidFill>
            <a:ln>
              <a:noFill/>
            </a:ln>
          </p:spPr>
          <p:txBody>
            <a:bodyPr/>
            <a:lstStyle/>
            <a:p>
              <a:endParaRPr lang="en-US"/>
            </a:p>
          </p:txBody>
        </p:sp>
      </p:grpSp>
      <p:sp>
        <p:nvSpPr>
          <p:cNvPr id="2" name="Title 1">
            <a:extLst>
              <a:ext uri="{FF2B5EF4-FFF2-40B4-BE49-F238E27FC236}">
                <a16:creationId xmlns:a16="http://schemas.microsoft.com/office/drawing/2014/main" id="{652CD06E-EB43-4697-A9C1-290232C3BAD6}"/>
              </a:ext>
            </a:extLst>
          </p:cNvPr>
          <p:cNvSpPr>
            <a:spLocks noGrp="1"/>
          </p:cNvSpPr>
          <p:nvPr>
            <p:ph type="ctrTitle"/>
          </p:nvPr>
        </p:nvSpPr>
        <p:spPr>
          <a:xfrm>
            <a:off x="473345" y="0"/>
            <a:ext cx="11604355" cy="1223994"/>
          </a:xfrm>
        </p:spPr>
        <p:txBody>
          <a:bodyPr>
            <a:noAutofit/>
          </a:bodyPr>
          <a:lstStyle/>
          <a:p>
            <a:pPr algn="l"/>
            <a:r>
              <a:rPr lang="en-US" sz="4800" dirty="0">
                <a:effectLst/>
                <a:latin typeface="Mystical Woods Smooth Script" panose="02000500000000000000" pitchFamily="2" charset="0"/>
              </a:rPr>
              <a:t> </a:t>
            </a:r>
            <a:r>
              <a:rPr lang="en-US" sz="4800" dirty="0" err="1">
                <a:effectLst/>
                <a:latin typeface="Mystical Woods Smooth Script" panose="02000500000000000000" pitchFamily="2" charset="0"/>
              </a:rPr>
              <a:t>Destructuring</a:t>
            </a:r>
            <a:r>
              <a:rPr lang="en-US" sz="4800" dirty="0">
                <a:effectLst/>
                <a:latin typeface="Mystical Woods Smooth Script" panose="02000500000000000000" pitchFamily="2" charset="0"/>
              </a:rPr>
              <a:t> Props and States</a:t>
            </a:r>
            <a:r>
              <a:rPr lang="en-US" sz="2100" b="1" dirty="0">
                <a:effectLst/>
                <a:latin typeface="Cavolini" panose="03000502040302020204" pitchFamily="66" charset="0"/>
                <a:cs typeface="Cavolini" panose="03000502040302020204" pitchFamily="66" charset="0"/>
              </a:rPr>
              <a:t>…</a:t>
            </a:r>
            <a:endParaRPr lang="en-US" sz="4800" b="1" dirty="0">
              <a:latin typeface="Mystical Woods Smooth Script" panose="02000500000000000000" pitchFamily="2" charset="0"/>
              <a:cs typeface="Cavolini" panose="03000502040302020204" pitchFamily="66" charset="0"/>
            </a:endParaRPr>
          </a:p>
        </p:txBody>
      </p:sp>
      <p:grpSp>
        <p:nvGrpSpPr>
          <p:cNvPr id="6" name="Group 5">
            <a:extLst>
              <a:ext uri="{FF2B5EF4-FFF2-40B4-BE49-F238E27FC236}">
                <a16:creationId xmlns:a16="http://schemas.microsoft.com/office/drawing/2014/main" id="{752A73B4-49EC-E765-1462-2A106F07C3D4}"/>
              </a:ext>
            </a:extLst>
          </p:cNvPr>
          <p:cNvGrpSpPr/>
          <p:nvPr/>
        </p:nvGrpSpPr>
        <p:grpSpPr>
          <a:xfrm>
            <a:off x="481809" y="1152868"/>
            <a:ext cx="8950321" cy="182880"/>
            <a:chOff x="1089027" y="1251583"/>
            <a:chExt cx="8950321" cy="182880"/>
          </a:xfrm>
        </p:grpSpPr>
        <p:cxnSp>
          <p:nvCxnSpPr>
            <p:cNvPr id="4" name="Straight Connector 3">
              <a:extLst>
                <a:ext uri="{FF2B5EF4-FFF2-40B4-BE49-F238E27FC236}">
                  <a16:creationId xmlns:a16="http://schemas.microsoft.com/office/drawing/2014/main" id="{1111542F-3245-DDEC-4B5A-7412E7DBE5FD}"/>
                </a:ext>
              </a:extLst>
            </p:cNvPr>
            <p:cNvCxnSpPr/>
            <p:nvPr/>
          </p:nvCxnSpPr>
          <p:spPr>
            <a:xfrm>
              <a:off x="1089027" y="1347537"/>
              <a:ext cx="8786493" cy="0"/>
            </a:xfrm>
            <a:prstGeom prst="line">
              <a:avLst/>
            </a:prstGeom>
            <a:ln w="38100">
              <a:solidFill>
                <a:srgbClr val="595959"/>
              </a:solidFill>
            </a:ln>
            <a:effectLst>
              <a:reflection blurRad="6350" stA="50000" endA="275" endPos="40000" dist="101600" dir="5400000" sy="-100000" algn="bl" rotWithShape="0"/>
              <a:softEdge rad="12700"/>
            </a:effectLst>
          </p:spPr>
          <p:style>
            <a:lnRef idx="3">
              <a:schemeClr val="dk1"/>
            </a:lnRef>
            <a:fillRef idx="0">
              <a:schemeClr val="dk1"/>
            </a:fillRef>
            <a:effectRef idx="2">
              <a:schemeClr val="dk1"/>
            </a:effectRef>
            <a:fontRef idx="minor">
              <a:schemeClr val="tx1"/>
            </a:fontRef>
          </p:style>
        </p:cxnSp>
        <p:sp>
          <p:nvSpPr>
            <p:cNvPr id="5" name="Flowchart: Connector 4">
              <a:extLst>
                <a:ext uri="{FF2B5EF4-FFF2-40B4-BE49-F238E27FC236}">
                  <a16:creationId xmlns:a16="http://schemas.microsoft.com/office/drawing/2014/main" id="{B2858492-B751-8ED7-57BE-708D61DDCF50}"/>
                </a:ext>
              </a:extLst>
            </p:cNvPr>
            <p:cNvSpPr/>
            <p:nvPr/>
          </p:nvSpPr>
          <p:spPr>
            <a:xfrm>
              <a:off x="9856468" y="1251583"/>
              <a:ext cx="182880" cy="182880"/>
            </a:xfrm>
            <a:prstGeom prst="flowChartConnector">
              <a:avLst/>
            </a:prstGeom>
            <a:ln>
              <a:noFill/>
            </a:ln>
            <a:effectLst>
              <a:outerShdw blurRad="50800" dist="38100" dir="2700000" algn="tl"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11" name="TextBox 10">
            <a:extLst>
              <a:ext uri="{FF2B5EF4-FFF2-40B4-BE49-F238E27FC236}">
                <a16:creationId xmlns:a16="http://schemas.microsoft.com/office/drawing/2014/main" id="{EE9782A5-1465-38F7-C145-662AC5B677F6}"/>
              </a:ext>
            </a:extLst>
          </p:cNvPr>
          <p:cNvSpPr txBox="1"/>
          <p:nvPr/>
        </p:nvSpPr>
        <p:spPr>
          <a:xfrm>
            <a:off x="418989" y="2251759"/>
            <a:ext cx="11354022" cy="4524315"/>
          </a:xfrm>
          <a:prstGeom prst="rect">
            <a:avLst/>
          </a:prstGeom>
          <a:noFill/>
        </p:spPr>
        <p:txBody>
          <a:bodyPr wrap="square" numCol="1">
            <a:spAutoFit/>
          </a:bodyPr>
          <a:lstStyle/>
          <a:p>
            <a:r>
              <a:rPr lang="en-US" b="1" dirty="0">
                <a:solidFill>
                  <a:srgbClr val="72F1B8"/>
                </a:solidFill>
                <a:effectLst/>
                <a:latin typeface="Cascadia Code" panose="020B0609020000020004" pitchFamily="49" charset="0"/>
              </a:rPr>
              <a:t>import</a:t>
            </a:r>
            <a:r>
              <a:rPr lang="en-US" b="1" dirty="0">
                <a:solidFill>
                  <a:srgbClr val="BBBBBB"/>
                </a:solidFill>
                <a:effectLst/>
                <a:latin typeface="Cascadia Code" panose="020B0609020000020004" pitchFamily="49" charset="0"/>
              </a:rPr>
              <a:t> </a:t>
            </a:r>
            <a:r>
              <a:rPr lang="en-US" b="1" dirty="0">
                <a:solidFill>
                  <a:srgbClr val="FF7EDB"/>
                </a:solidFill>
                <a:effectLst/>
                <a:latin typeface="Cascadia Code" panose="020B0609020000020004" pitchFamily="49" charset="0"/>
              </a:rPr>
              <a:t>React</a:t>
            </a:r>
            <a:r>
              <a:rPr lang="en-US" b="1" dirty="0">
                <a:solidFill>
                  <a:srgbClr val="BBBBBB"/>
                </a:solidFill>
                <a:effectLst/>
                <a:latin typeface="Cascadia Code" panose="020B0609020000020004" pitchFamily="49" charset="0"/>
              </a:rPr>
              <a:t>, { </a:t>
            </a:r>
            <a:r>
              <a:rPr lang="en-US" b="1" dirty="0">
                <a:solidFill>
                  <a:srgbClr val="FF7EDB"/>
                </a:solidFill>
                <a:effectLst/>
                <a:latin typeface="Cascadia Code" panose="020B0609020000020004" pitchFamily="49" charset="0"/>
              </a:rPr>
              <a:t>Component</a:t>
            </a:r>
            <a:r>
              <a:rPr lang="en-US" b="1" dirty="0">
                <a:solidFill>
                  <a:srgbClr val="BBBBBB"/>
                </a:solidFill>
                <a:effectLst/>
                <a:latin typeface="Cascadia Code" panose="020B0609020000020004" pitchFamily="49" charset="0"/>
              </a:rPr>
              <a:t> } </a:t>
            </a:r>
            <a:r>
              <a:rPr lang="en-US" b="1" dirty="0">
                <a:solidFill>
                  <a:srgbClr val="FEDE5D"/>
                </a:solidFill>
                <a:effectLst/>
                <a:latin typeface="Cascadia Code" panose="020B0609020000020004" pitchFamily="49" charset="0"/>
              </a:rPr>
              <a:t>from</a:t>
            </a:r>
            <a:r>
              <a:rPr lang="en-US" b="1" dirty="0">
                <a:solidFill>
                  <a:srgbClr val="BBBBBB"/>
                </a:solidFill>
                <a:effectLst/>
                <a:latin typeface="Cascadia Code" panose="020B0609020000020004" pitchFamily="49" charset="0"/>
              </a:rPr>
              <a:t> </a:t>
            </a:r>
            <a:r>
              <a:rPr lang="en-US" b="1" dirty="0">
                <a:solidFill>
                  <a:srgbClr val="FF8B39"/>
                </a:solidFill>
                <a:effectLst/>
                <a:latin typeface="Cascadia Code" panose="020B0609020000020004" pitchFamily="49" charset="0"/>
              </a:rPr>
              <a:t>"react"</a:t>
            </a:r>
            <a:r>
              <a:rPr lang="en-US" b="1" dirty="0">
                <a:solidFill>
                  <a:srgbClr val="BBBBBB"/>
                </a:solidFill>
                <a:effectLst/>
                <a:latin typeface="Cascadia Code" panose="020B0609020000020004" pitchFamily="49" charset="0"/>
              </a:rPr>
              <a:t>;</a:t>
            </a:r>
          </a:p>
          <a:p>
            <a:br>
              <a:rPr lang="en-US" b="1" dirty="0">
                <a:solidFill>
                  <a:srgbClr val="BBBBBB"/>
                </a:solidFill>
                <a:effectLst/>
                <a:latin typeface="Cascadia Code" panose="020B0609020000020004" pitchFamily="49" charset="0"/>
              </a:rPr>
            </a:br>
            <a:r>
              <a:rPr lang="en-US" b="1" dirty="0">
                <a:solidFill>
                  <a:srgbClr val="FEDE5D"/>
                </a:solidFill>
                <a:effectLst/>
                <a:latin typeface="Cascadia Code" panose="020B0609020000020004" pitchFamily="49" charset="0"/>
              </a:rPr>
              <a:t>class</a:t>
            </a:r>
            <a:r>
              <a:rPr lang="en-US" b="1" dirty="0">
                <a:solidFill>
                  <a:srgbClr val="BBBBBB"/>
                </a:solidFill>
                <a:effectLst/>
                <a:latin typeface="Cascadia Code" panose="020B0609020000020004" pitchFamily="49" charset="0"/>
              </a:rPr>
              <a:t> </a:t>
            </a:r>
            <a:r>
              <a:rPr lang="en-US" b="1" dirty="0">
                <a:solidFill>
                  <a:srgbClr val="FE4450"/>
                </a:solidFill>
                <a:effectLst/>
                <a:latin typeface="Cascadia Code" panose="020B0609020000020004" pitchFamily="49" charset="0"/>
              </a:rPr>
              <a:t>Employee</a:t>
            </a:r>
            <a:r>
              <a:rPr lang="en-US" b="1" dirty="0">
                <a:solidFill>
                  <a:srgbClr val="BBBBBB"/>
                </a:solidFill>
                <a:effectLst/>
                <a:latin typeface="Cascadia Code" panose="020B0609020000020004" pitchFamily="49" charset="0"/>
              </a:rPr>
              <a:t> </a:t>
            </a:r>
            <a:r>
              <a:rPr lang="en-US" b="1" dirty="0">
                <a:solidFill>
                  <a:srgbClr val="FEDE5D"/>
                </a:solidFill>
                <a:effectLst/>
                <a:latin typeface="Cascadia Code" panose="020B0609020000020004" pitchFamily="49" charset="0"/>
              </a:rPr>
              <a:t>extends</a:t>
            </a:r>
            <a:r>
              <a:rPr lang="en-US" b="1" dirty="0">
                <a:solidFill>
                  <a:srgbClr val="BBBBBB"/>
                </a:solidFill>
                <a:effectLst/>
                <a:latin typeface="Cascadia Code" panose="020B0609020000020004" pitchFamily="49" charset="0"/>
              </a:rPr>
              <a:t> </a:t>
            </a:r>
            <a:r>
              <a:rPr lang="en-US" b="1" dirty="0">
                <a:solidFill>
                  <a:srgbClr val="FE4450"/>
                </a:solidFill>
                <a:effectLst/>
                <a:latin typeface="Cascadia Code" panose="020B0609020000020004" pitchFamily="49" charset="0"/>
              </a:rPr>
              <a:t>Component</a:t>
            </a:r>
            <a:r>
              <a:rPr lang="en-US" b="1" dirty="0">
                <a:solidFill>
                  <a:srgbClr val="BBBBBB"/>
                </a:solidFill>
                <a:effectLst/>
                <a:latin typeface="Cascadia Code" panose="020B0609020000020004" pitchFamily="49" charset="0"/>
              </a:rPr>
              <a:t> {</a:t>
            </a:r>
          </a:p>
          <a:p>
            <a:r>
              <a:rPr lang="en-US" b="1" dirty="0">
                <a:solidFill>
                  <a:srgbClr val="BBBBBB"/>
                </a:solidFill>
                <a:effectLst/>
                <a:latin typeface="Cascadia Code" panose="020B0609020000020004" pitchFamily="49" charset="0"/>
              </a:rPr>
              <a:t>  </a:t>
            </a:r>
            <a:r>
              <a:rPr lang="en-US" b="1" dirty="0">
                <a:solidFill>
                  <a:srgbClr val="36F9F6"/>
                </a:solidFill>
                <a:effectLst/>
                <a:latin typeface="Cascadia Code" panose="020B0609020000020004" pitchFamily="49" charset="0"/>
              </a:rPr>
              <a:t>render</a:t>
            </a:r>
            <a:r>
              <a:rPr lang="en-US" b="1" dirty="0">
                <a:solidFill>
                  <a:srgbClr val="BBBBBB"/>
                </a:solidFill>
                <a:effectLst/>
                <a:latin typeface="Cascadia Code" panose="020B0609020000020004" pitchFamily="49" charset="0"/>
              </a:rPr>
              <a:t>() {</a:t>
            </a:r>
          </a:p>
          <a:p>
            <a:r>
              <a:rPr lang="en-US" b="1" dirty="0">
                <a:solidFill>
                  <a:srgbClr val="BBBBBB"/>
                </a:solidFill>
                <a:effectLst/>
                <a:latin typeface="Cascadia Code" panose="020B0609020000020004" pitchFamily="49" charset="0"/>
              </a:rPr>
              <a:t>    </a:t>
            </a:r>
            <a:r>
              <a:rPr lang="en-US" b="1" dirty="0">
                <a:solidFill>
                  <a:srgbClr val="FEDE5D"/>
                </a:solidFill>
                <a:effectLst/>
                <a:latin typeface="Cascadia Code" panose="020B0609020000020004" pitchFamily="49" charset="0"/>
              </a:rPr>
              <a:t>return</a:t>
            </a:r>
            <a:r>
              <a:rPr lang="en-US" b="1" dirty="0">
                <a:solidFill>
                  <a:srgbClr val="BBBBBB"/>
                </a:solidFill>
                <a:effectLst/>
                <a:latin typeface="Cascadia Code" panose="020B0609020000020004" pitchFamily="49" charset="0"/>
              </a:rPr>
              <a:t> (</a:t>
            </a:r>
          </a:p>
          <a:p>
            <a:r>
              <a:rPr lang="en-US" b="1" dirty="0">
                <a:solidFill>
                  <a:srgbClr val="BBBBBB"/>
                </a:solidFill>
                <a:effectLst/>
                <a:latin typeface="Cascadia Code" panose="020B0609020000020004" pitchFamily="49" charset="0"/>
              </a:rPr>
              <a:t>      </a:t>
            </a:r>
            <a:r>
              <a:rPr lang="en-US" b="1" dirty="0">
                <a:solidFill>
                  <a:srgbClr val="36F9F6"/>
                </a:solidFill>
                <a:effectLst/>
                <a:latin typeface="Cascadia Code" panose="020B0609020000020004" pitchFamily="49" charset="0"/>
              </a:rPr>
              <a:t>&lt;</a:t>
            </a:r>
            <a:r>
              <a:rPr lang="en-US" b="1" dirty="0">
                <a:solidFill>
                  <a:srgbClr val="72F1B8"/>
                </a:solidFill>
                <a:effectLst/>
                <a:latin typeface="Cascadia Code" panose="020B0609020000020004" pitchFamily="49" charset="0"/>
              </a:rPr>
              <a:t>div</a:t>
            </a:r>
            <a:r>
              <a:rPr lang="en-US" b="1" dirty="0">
                <a:solidFill>
                  <a:srgbClr val="36F9F6"/>
                </a:solidFill>
                <a:effectLst/>
                <a:latin typeface="Cascadia Code" panose="020B0609020000020004" pitchFamily="49" charset="0"/>
              </a:rPr>
              <a:t>&gt;</a:t>
            </a:r>
            <a:endParaRPr lang="en-US" b="1" dirty="0">
              <a:solidFill>
                <a:srgbClr val="BBBBBB"/>
              </a:solidFill>
              <a:effectLst/>
              <a:latin typeface="Cascadia Code" panose="020B0609020000020004" pitchFamily="49" charset="0"/>
            </a:endParaRPr>
          </a:p>
          <a:p>
            <a:r>
              <a:rPr lang="en-US" b="1" dirty="0">
                <a:solidFill>
                  <a:srgbClr val="BBBBBB"/>
                </a:solidFill>
                <a:effectLst/>
                <a:latin typeface="Cascadia Code" panose="020B0609020000020004" pitchFamily="49" charset="0"/>
              </a:rPr>
              <a:t>        </a:t>
            </a:r>
            <a:r>
              <a:rPr lang="en-US" b="1" dirty="0">
                <a:solidFill>
                  <a:srgbClr val="36F9F6"/>
                </a:solidFill>
                <a:effectLst/>
                <a:latin typeface="Cascadia Code" panose="020B0609020000020004" pitchFamily="49" charset="0"/>
              </a:rPr>
              <a:t>&lt;</a:t>
            </a:r>
            <a:r>
              <a:rPr lang="en-US" b="1" dirty="0">
                <a:solidFill>
                  <a:srgbClr val="72F1B8"/>
                </a:solidFill>
                <a:effectLst/>
                <a:latin typeface="Cascadia Code" panose="020B0609020000020004" pitchFamily="49" charset="0"/>
              </a:rPr>
              <a:t>h1</a:t>
            </a:r>
            <a:r>
              <a:rPr lang="en-US" b="1" dirty="0">
                <a:solidFill>
                  <a:srgbClr val="36F9F6"/>
                </a:solidFill>
                <a:effectLst/>
                <a:latin typeface="Cascadia Code" panose="020B0609020000020004" pitchFamily="49" charset="0"/>
              </a:rPr>
              <a:t>&gt;</a:t>
            </a:r>
            <a:r>
              <a:rPr lang="en-US" b="1" dirty="0">
                <a:solidFill>
                  <a:srgbClr val="BBBBBB"/>
                </a:solidFill>
                <a:effectLst/>
                <a:latin typeface="Cascadia Code" panose="020B0609020000020004" pitchFamily="49" charset="0"/>
              </a:rPr>
              <a:t> Employee Details</a:t>
            </a:r>
            <a:r>
              <a:rPr lang="en-US" b="1" dirty="0">
                <a:solidFill>
                  <a:srgbClr val="36F9F6"/>
                </a:solidFill>
                <a:effectLst/>
                <a:latin typeface="Cascadia Code" panose="020B0609020000020004" pitchFamily="49" charset="0"/>
              </a:rPr>
              <a:t>&lt;/</a:t>
            </a:r>
            <a:r>
              <a:rPr lang="en-US" b="1" dirty="0">
                <a:solidFill>
                  <a:srgbClr val="72F1B8"/>
                </a:solidFill>
                <a:effectLst/>
                <a:latin typeface="Cascadia Code" panose="020B0609020000020004" pitchFamily="49" charset="0"/>
              </a:rPr>
              <a:t>h1</a:t>
            </a:r>
            <a:r>
              <a:rPr lang="en-US" b="1" dirty="0">
                <a:solidFill>
                  <a:srgbClr val="36F9F6"/>
                </a:solidFill>
                <a:effectLst/>
                <a:latin typeface="Cascadia Code" panose="020B0609020000020004" pitchFamily="49" charset="0"/>
              </a:rPr>
              <a:t>&gt;</a:t>
            </a:r>
            <a:endParaRPr lang="en-US" b="1" dirty="0">
              <a:solidFill>
                <a:srgbClr val="BBBBBB"/>
              </a:solidFill>
              <a:effectLst/>
              <a:latin typeface="Cascadia Code" panose="020B0609020000020004" pitchFamily="49" charset="0"/>
            </a:endParaRPr>
          </a:p>
          <a:p>
            <a:r>
              <a:rPr lang="en-US" b="1" dirty="0">
                <a:solidFill>
                  <a:srgbClr val="BBBBBB"/>
                </a:solidFill>
                <a:effectLst/>
                <a:latin typeface="Cascadia Code" panose="020B0609020000020004" pitchFamily="49" charset="0"/>
              </a:rPr>
              <a:t>        </a:t>
            </a:r>
            <a:r>
              <a:rPr lang="en-US" b="1" dirty="0">
                <a:solidFill>
                  <a:srgbClr val="36F9F6"/>
                </a:solidFill>
                <a:effectLst/>
                <a:latin typeface="Cascadia Code" panose="020B0609020000020004" pitchFamily="49" charset="0"/>
              </a:rPr>
              <a:t>&lt;</a:t>
            </a:r>
            <a:r>
              <a:rPr lang="en-US" b="1" dirty="0">
                <a:solidFill>
                  <a:srgbClr val="72F1B8"/>
                </a:solidFill>
                <a:effectLst/>
                <a:latin typeface="Cascadia Code" panose="020B0609020000020004" pitchFamily="49" charset="0"/>
              </a:rPr>
              <a:t>h2</a:t>
            </a:r>
            <a:r>
              <a:rPr lang="en-US" b="1" dirty="0">
                <a:solidFill>
                  <a:srgbClr val="36F9F6"/>
                </a:solidFill>
                <a:effectLst/>
                <a:latin typeface="Cascadia Code" panose="020B0609020000020004" pitchFamily="49" charset="0"/>
              </a:rPr>
              <a:t>&gt;</a:t>
            </a:r>
            <a:r>
              <a:rPr lang="en-US" b="1" dirty="0">
                <a:solidFill>
                  <a:srgbClr val="BBBBBB"/>
                </a:solidFill>
                <a:effectLst/>
                <a:latin typeface="Cascadia Code" panose="020B0609020000020004" pitchFamily="49" charset="0"/>
              </a:rPr>
              <a:t> First Name : </a:t>
            </a:r>
            <a:r>
              <a:rPr lang="en-US" b="1" dirty="0">
                <a:solidFill>
                  <a:srgbClr val="FEDE5D"/>
                </a:solidFill>
                <a:effectLst/>
                <a:latin typeface="Cascadia Code" panose="020B0609020000020004" pitchFamily="49" charset="0"/>
              </a:rPr>
              <a:t>{</a:t>
            </a:r>
            <a:r>
              <a:rPr lang="en-US" b="1" dirty="0" err="1">
                <a:solidFill>
                  <a:srgbClr val="FE4450"/>
                </a:solidFill>
                <a:effectLst/>
                <a:latin typeface="Cascadia Code" panose="020B0609020000020004" pitchFamily="49" charset="0"/>
              </a:rPr>
              <a:t>this</a:t>
            </a:r>
            <a:r>
              <a:rPr lang="en-US" b="1" dirty="0" err="1">
                <a:solidFill>
                  <a:srgbClr val="BBBBBB"/>
                </a:solidFill>
                <a:effectLst/>
                <a:latin typeface="Cascadia Code" panose="020B0609020000020004" pitchFamily="49" charset="0"/>
              </a:rPr>
              <a:t>.</a:t>
            </a:r>
            <a:r>
              <a:rPr lang="en-US" b="1" dirty="0" err="1">
                <a:solidFill>
                  <a:srgbClr val="FF7EDB"/>
                </a:solidFill>
                <a:effectLst/>
                <a:latin typeface="Cascadia Code" panose="020B0609020000020004" pitchFamily="49" charset="0"/>
              </a:rPr>
              <a:t>props</a:t>
            </a:r>
            <a:r>
              <a:rPr lang="en-US" b="1" dirty="0" err="1">
                <a:solidFill>
                  <a:srgbClr val="BBBBBB"/>
                </a:solidFill>
                <a:effectLst/>
                <a:latin typeface="Cascadia Code" panose="020B0609020000020004" pitchFamily="49" charset="0"/>
              </a:rPr>
              <a:t>.</a:t>
            </a:r>
            <a:r>
              <a:rPr lang="en-US" b="1" dirty="0" err="1">
                <a:solidFill>
                  <a:srgbClr val="2EE2FA"/>
                </a:solidFill>
                <a:effectLst/>
                <a:latin typeface="Cascadia Code" panose="020B0609020000020004" pitchFamily="49" charset="0"/>
              </a:rPr>
              <a:t>firstName</a:t>
            </a:r>
            <a:r>
              <a:rPr lang="en-US" b="1" dirty="0">
                <a:solidFill>
                  <a:srgbClr val="FEDE5D"/>
                </a:solidFill>
                <a:effectLst/>
                <a:latin typeface="Cascadia Code" panose="020B0609020000020004" pitchFamily="49" charset="0"/>
              </a:rPr>
              <a:t>}</a:t>
            </a:r>
            <a:r>
              <a:rPr lang="en-US" b="1" dirty="0">
                <a:solidFill>
                  <a:srgbClr val="BBBBBB"/>
                </a:solidFill>
                <a:effectLst/>
                <a:latin typeface="Cascadia Code" panose="020B0609020000020004" pitchFamily="49" charset="0"/>
              </a:rPr>
              <a:t> </a:t>
            </a:r>
            <a:r>
              <a:rPr lang="en-US" b="1" dirty="0">
                <a:solidFill>
                  <a:srgbClr val="36F9F6"/>
                </a:solidFill>
                <a:effectLst/>
                <a:latin typeface="Cascadia Code" panose="020B0609020000020004" pitchFamily="49" charset="0"/>
              </a:rPr>
              <a:t>&lt;/</a:t>
            </a:r>
            <a:r>
              <a:rPr lang="en-US" b="1" dirty="0">
                <a:solidFill>
                  <a:srgbClr val="72F1B8"/>
                </a:solidFill>
                <a:effectLst/>
                <a:latin typeface="Cascadia Code" panose="020B0609020000020004" pitchFamily="49" charset="0"/>
              </a:rPr>
              <a:t>h2</a:t>
            </a:r>
            <a:r>
              <a:rPr lang="en-US" b="1" dirty="0">
                <a:solidFill>
                  <a:srgbClr val="36F9F6"/>
                </a:solidFill>
                <a:effectLst/>
                <a:latin typeface="Cascadia Code" panose="020B0609020000020004" pitchFamily="49" charset="0"/>
              </a:rPr>
              <a:t>&gt;</a:t>
            </a:r>
            <a:endParaRPr lang="en-US" b="1" dirty="0">
              <a:solidFill>
                <a:srgbClr val="BBBBBB"/>
              </a:solidFill>
              <a:effectLst/>
              <a:latin typeface="Cascadia Code" panose="020B0609020000020004" pitchFamily="49" charset="0"/>
            </a:endParaRPr>
          </a:p>
          <a:p>
            <a:r>
              <a:rPr lang="en-US" b="1" dirty="0">
                <a:solidFill>
                  <a:srgbClr val="BBBBBB"/>
                </a:solidFill>
                <a:effectLst/>
                <a:latin typeface="Cascadia Code" panose="020B0609020000020004" pitchFamily="49" charset="0"/>
              </a:rPr>
              <a:t>        </a:t>
            </a:r>
            <a:r>
              <a:rPr lang="en-US" b="1" dirty="0">
                <a:solidFill>
                  <a:srgbClr val="36F9F6"/>
                </a:solidFill>
                <a:effectLst/>
                <a:latin typeface="Cascadia Code" panose="020B0609020000020004" pitchFamily="49" charset="0"/>
              </a:rPr>
              <a:t>&lt;</a:t>
            </a:r>
            <a:r>
              <a:rPr lang="en-US" b="1" dirty="0">
                <a:solidFill>
                  <a:srgbClr val="72F1B8"/>
                </a:solidFill>
                <a:effectLst/>
                <a:latin typeface="Cascadia Code" panose="020B0609020000020004" pitchFamily="49" charset="0"/>
              </a:rPr>
              <a:t>h2</a:t>
            </a:r>
            <a:r>
              <a:rPr lang="en-US" b="1" dirty="0">
                <a:solidFill>
                  <a:srgbClr val="36F9F6"/>
                </a:solidFill>
                <a:effectLst/>
                <a:latin typeface="Cascadia Code" panose="020B0609020000020004" pitchFamily="49" charset="0"/>
              </a:rPr>
              <a:t>&gt;</a:t>
            </a:r>
            <a:r>
              <a:rPr lang="en-US" b="1" dirty="0">
                <a:solidFill>
                  <a:srgbClr val="BBBBBB"/>
                </a:solidFill>
                <a:effectLst/>
                <a:latin typeface="Cascadia Code" panose="020B0609020000020004" pitchFamily="49" charset="0"/>
              </a:rPr>
              <a:t> Last Name : </a:t>
            </a:r>
            <a:r>
              <a:rPr lang="en-US" b="1" dirty="0">
                <a:solidFill>
                  <a:srgbClr val="FEDE5D"/>
                </a:solidFill>
                <a:effectLst/>
                <a:latin typeface="Cascadia Code" panose="020B0609020000020004" pitchFamily="49" charset="0"/>
              </a:rPr>
              <a:t>{</a:t>
            </a:r>
            <a:r>
              <a:rPr lang="en-US" b="1" dirty="0" err="1">
                <a:solidFill>
                  <a:srgbClr val="FE4450"/>
                </a:solidFill>
                <a:effectLst/>
                <a:latin typeface="Cascadia Code" panose="020B0609020000020004" pitchFamily="49" charset="0"/>
              </a:rPr>
              <a:t>this</a:t>
            </a:r>
            <a:r>
              <a:rPr lang="en-US" b="1" dirty="0" err="1">
                <a:solidFill>
                  <a:srgbClr val="BBBBBB"/>
                </a:solidFill>
                <a:effectLst/>
                <a:latin typeface="Cascadia Code" panose="020B0609020000020004" pitchFamily="49" charset="0"/>
              </a:rPr>
              <a:t>.</a:t>
            </a:r>
            <a:r>
              <a:rPr lang="en-US" b="1" dirty="0" err="1">
                <a:solidFill>
                  <a:srgbClr val="FF7EDB"/>
                </a:solidFill>
                <a:effectLst/>
                <a:latin typeface="Cascadia Code" panose="020B0609020000020004" pitchFamily="49" charset="0"/>
              </a:rPr>
              <a:t>props</a:t>
            </a:r>
            <a:r>
              <a:rPr lang="en-US" b="1" dirty="0" err="1">
                <a:solidFill>
                  <a:srgbClr val="BBBBBB"/>
                </a:solidFill>
                <a:effectLst/>
                <a:latin typeface="Cascadia Code" panose="020B0609020000020004" pitchFamily="49" charset="0"/>
              </a:rPr>
              <a:t>.</a:t>
            </a:r>
            <a:r>
              <a:rPr lang="en-US" b="1" dirty="0" err="1">
                <a:solidFill>
                  <a:srgbClr val="2EE2FA"/>
                </a:solidFill>
                <a:effectLst/>
                <a:latin typeface="Cascadia Code" panose="020B0609020000020004" pitchFamily="49" charset="0"/>
              </a:rPr>
              <a:t>lastName</a:t>
            </a:r>
            <a:r>
              <a:rPr lang="en-US" b="1" dirty="0">
                <a:solidFill>
                  <a:srgbClr val="FEDE5D"/>
                </a:solidFill>
                <a:effectLst/>
                <a:latin typeface="Cascadia Code" panose="020B0609020000020004" pitchFamily="49" charset="0"/>
              </a:rPr>
              <a:t>}</a:t>
            </a:r>
            <a:r>
              <a:rPr lang="en-US" b="1" dirty="0">
                <a:solidFill>
                  <a:srgbClr val="BBBBBB"/>
                </a:solidFill>
                <a:effectLst/>
                <a:latin typeface="Cascadia Code" panose="020B0609020000020004" pitchFamily="49" charset="0"/>
              </a:rPr>
              <a:t> </a:t>
            </a:r>
            <a:r>
              <a:rPr lang="en-US" b="1" dirty="0">
                <a:solidFill>
                  <a:srgbClr val="36F9F6"/>
                </a:solidFill>
                <a:effectLst/>
                <a:latin typeface="Cascadia Code" panose="020B0609020000020004" pitchFamily="49" charset="0"/>
              </a:rPr>
              <a:t>&lt;/</a:t>
            </a:r>
            <a:r>
              <a:rPr lang="en-US" b="1" dirty="0">
                <a:solidFill>
                  <a:srgbClr val="72F1B8"/>
                </a:solidFill>
                <a:effectLst/>
                <a:latin typeface="Cascadia Code" panose="020B0609020000020004" pitchFamily="49" charset="0"/>
              </a:rPr>
              <a:t>h2</a:t>
            </a:r>
            <a:r>
              <a:rPr lang="en-US" b="1" dirty="0">
                <a:solidFill>
                  <a:srgbClr val="36F9F6"/>
                </a:solidFill>
                <a:effectLst/>
                <a:latin typeface="Cascadia Code" panose="020B0609020000020004" pitchFamily="49" charset="0"/>
              </a:rPr>
              <a:t>&gt;</a:t>
            </a:r>
            <a:endParaRPr lang="en-US" b="1" dirty="0">
              <a:solidFill>
                <a:srgbClr val="BBBBBB"/>
              </a:solidFill>
              <a:effectLst/>
              <a:latin typeface="Cascadia Code" panose="020B0609020000020004" pitchFamily="49" charset="0"/>
            </a:endParaRPr>
          </a:p>
          <a:p>
            <a:r>
              <a:rPr lang="en-US" b="1" dirty="0">
                <a:solidFill>
                  <a:srgbClr val="BBBBBB"/>
                </a:solidFill>
                <a:effectLst/>
                <a:latin typeface="Cascadia Code" panose="020B0609020000020004" pitchFamily="49" charset="0"/>
              </a:rPr>
              <a:t>        </a:t>
            </a:r>
            <a:r>
              <a:rPr lang="en-US" b="1" dirty="0">
                <a:solidFill>
                  <a:srgbClr val="36F9F6"/>
                </a:solidFill>
                <a:effectLst/>
                <a:latin typeface="Cascadia Code" panose="020B0609020000020004" pitchFamily="49" charset="0"/>
              </a:rPr>
              <a:t>&lt;</a:t>
            </a:r>
            <a:r>
              <a:rPr lang="en-US" b="1" dirty="0">
                <a:solidFill>
                  <a:srgbClr val="72F1B8"/>
                </a:solidFill>
                <a:effectLst/>
                <a:latin typeface="Cascadia Code" panose="020B0609020000020004" pitchFamily="49" charset="0"/>
              </a:rPr>
              <a:t>h2</a:t>
            </a:r>
            <a:r>
              <a:rPr lang="en-US" b="1" dirty="0">
                <a:solidFill>
                  <a:srgbClr val="36F9F6"/>
                </a:solidFill>
                <a:effectLst/>
                <a:latin typeface="Cascadia Code" panose="020B0609020000020004" pitchFamily="49" charset="0"/>
              </a:rPr>
              <a:t>&gt;</a:t>
            </a:r>
            <a:r>
              <a:rPr lang="en-US" b="1" dirty="0">
                <a:solidFill>
                  <a:srgbClr val="BBBBBB"/>
                </a:solidFill>
                <a:effectLst/>
                <a:latin typeface="Cascadia Code" panose="020B0609020000020004" pitchFamily="49" charset="0"/>
              </a:rPr>
              <a:t> Email Id : </a:t>
            </a:r>
            <a:r>
              <a:rPr lang="en-US" b="1" dirty="0">
                <a:solidFill>
                  <a:srgbClr val="FEDE5D"/>
                </a:solidFill>
                <a:effectLst/>
                <a:latin typeface="Cascadia Code" panose="020B0609020000020004" pitchFamily="49" charset="0"/>
              </a:rPr>
              <a:t>{</a:t>
            </a:r>
            <a:r>
              <a:rPr lang="en-US" b="1" dirty="0" err="1">
                <a:solidFill>
                  <a:srgbClr val="FE4450"/>
                </a:solidFill>
                <a:effectLst/>
                <a:latin typeface="Cascadia Code" panose="020B0609020000020004" pitchFamily="49" charset="0"/>
              </a:rPr>
              <a:t>this</a:t>
            </a:r>
            <a:r>
              <a:rPr lang="en-US" b="1" dirty="0" err="1">
                <a:solidFill>
                  <a:srgbClr val="BBBBBB"/>
                </a:solidFill>
                <a:effectLst/>
                <a:latin typeface="Cascadia Code" panose="020B0609020000020004" pitchFamily="49" charset="0"/>
              </a:rPr>
              <a:t>.</a:t>
            </a:r>
            <a:r>
              <a:rPr lang="en-US" b="1" dirty="0" err="1">
                <a:solidFill>
                  <a:srgbClr val="FF7EDB"/>
                </a:solidFill>
                <a:effectLst/>
                <a:latin typeface="Cascadia Code" panose="020B0609020000020004" pitchFamily="49" charset="0"/>
              </a:rPr>
              <a:t>props</a:t>
            </a:r>
            <a:r>
              <a:rPr lang="en-US" b="1" dirty="0" err="1">
                <a:solidFill>
                  <a:srgbClr val="BBBBBB"/>
                </a:solidFill>
                <a:effectLst/>
                <a:latin typeface="Cascadia Code" panose="020B0609020000020004" pitchFamily="49" charset="0"/>
              </a:rPr>
              <a:t>.</a:t>
            </a:r>
            <a:r>
              <a:rPr lang="en-US" b="1" dirty="0" err="1">
                <a:solidFill>
                  <a:srgbClr val="2EE2FA"/>
                </a:solidFill>
                <a:effectLst/>
                <a:latin typeface="Cascadia Code" panose="020B0609020000020004" pitchFamily="49" charset="0"/>
              </a:rPr>
              <a:t>emailId</a:t>
            </a:r>
            <a:r>
              <a:rPr lang="en-US" b="1" dirty="0">
                <a:solidFill>
                  <a:srgbClr val="FEDE5D"/>
                </a:solidFill>
                <a:effectLst/>
                <a:latin typeface="Cascadia Code" panose="020B0609020000020004" pitchFamily="49" charset="0"/>
              </a:rPr>
              <a:t>}</a:t>
            </a:r>
            <a:r>
              <a:rPr lang="en-US" b="1" dirty="0">
                <a:solidFill>
                  <a:srgbClr val="BBBBBB"/>
                </a:solidFill>
                <a:effectLst/>
                <a:latin typeface="Cascadia Code" panose="020B0609020000020004" pitchFamily="49" charset="0"/>
              </a:rPr>
              <a:t> </a:t>
            </a:r>
            <a:r>
              <a:rPr lang="en-US" b="1" dirty="0">
                <a:solidFill>
                  <a:srgbClr val="36F9F6"/>
                </a:solidFill>
                <a:effectLst/>
                <a:latin typeface="Cascadia Code" panose="020B0609020000020004" pitchFamily="49" charset="0"/>
              </a:rPr>
              <a:t>&lt;/</a:t>
            </a:r>
            <a:r>
              <a:rPr lang="en-US" b="1" dirty="0">
                <a:solidFill>
                  <a:srgbClr val="72F1B8"/>
                </a:solidFill>
                <a:effectLst/>
                <a:latin typeface="Cascadia Code" panose="020B0609020000020004" pitchFamily="49" charset="0"/>
              </a:rPr>
              <a:t>h2</a:t>
            </a:r>
            <a:r>
              <a:rPr lang="en-US" b="1" dirty="0">
                <a:solidFill>
                  <a:srgbClr val="36F9F6"/>
                </a:solidFill>
                <a:effectLst/>
                <a:latin typeface="Cascadia Code" panose="020B0609020000020004" pitchFamily="49" charset="0"/>
              </a:rPr>
              <a:t>&gt;</a:t>
            </a:r>
            <a:endParaRPr lang="en-US" b="1" dirty="0">
              <a:solidFill>
                <a:srgbClr val="BBBBBB"/>
              </a:solidFill>
              <a:effectLst/>
              <a:latin typeface="Cascadia Code" panose="020B0609020000020004" pitchFamily="49" charset="0"/>
            </a:endParaRPr>
          </a:p>
          <a:p>
            <a:r>
              <a:rPr lang="en-US" b="1" dirty="0">
                <a:solidFill>
                  <a:srgbClr val="BBBBBB"/>
                </a:solidFill>
                <a:effectLst/>
                <a:latin typeface="Cascadia Code" panose="020B0609020000020004" pitchFamily="49" charset="0"/>
              </a:rPr>
              <a:t>      </a:t>
            </a:r>
            <a:r>
              <a:rPr lang="en-US" b="1" dirty="0">
                <a:solidFill>
                  <a:srgbClr val="36F9F6"/>
                </a:solidFill>
                <a:effectLst/>
                <a:latin typeface="Cascadia Code" panose="020B0609020000020004" pitchFamily="49" charset="0"/>
              </a:rPr>
              <a:t>&lt;/</a:t>
            </a:r>
            <a:r>
              <a:rPr lang="en-US" b="1" dirty="0">
                <a:solidFill>
                  <a:srgbClr val="72F1B8"/>
                </a:solidFill>
                <a:effectLst/>
                <a:latin typeface="Cascadia Code" panose="020B0609020000020004" pitchFamily="49" charset="0"/>
              </a:rPr>
              <a:t>div</a:t>
            </a:r>
            <a:r>
              <a:rPr lang="en-US" b="1" dirty="0">
                <a:solidFill>
                  <a:srgbClr val="36F9F6"/>
                </a:solidFill>
                <a:effectLst/>
                <a:latin typeface="Cascadia Code" panose="020B0609020000020004" pitchFamily="49" charset="0"/>
              </a:rPr>
              <a:t>&gt;</a:t>
            </a:r>
            <a:endParaRPr lang="en-US" b="1" dirty="0">
              <a:solidFill>
                <a:srgbClr val="BBBBBB"/>
              </a:solidFill>
              <a:effectLst/>
              <a:latin typeface="Cascadia Code" panose="020B0609020000020004" pitchFamily="49" charset="0"/>
            </a:endParaRPr>
          </a:p>
          <a:p>
            <a:r>
              <a:rPr lang="en-US" b="1" dirty="0">
                <a:solidFill>
                  <a:srgbClr val="BBBBBB"/>
                </a:solidFill>
                <a:effectLst/>
                <a:latin typeface="Cascadia Code" panose="020B0609020000020004" pitchFamily="49" charset="0"/>
              </a:rPr>
              <a:t>    );</a:t>
            </a:r>
          </a:p>
          <a:p>
            <a:r>
              <a:rPr lang="en-US" b="1" dirty="0">
                <a:solidFill>
                  <a:srgbClr val="BBBBBB"/>
                </a:solidFill>
                <a:effectLst/>
                <a:latin typeface="Cascadia Code" panose="020B0609020000020004" pitchFamily="49" charset="0"/>
              </a:rPr>
              <a:t>  }</a:t>
            </a:r>
          </a:p>
          <a:p>
            <a:r>
              <a:rPr lang="en-US" b="1" dirty="0">
                <a:solidFill>
                  <a:srgbClr val="BBBBBB"/>
                </a:solidFill>
                <a:effectLst/>
                <a:latin typeface="Cascadia Code" panose="020B0609020000020004" pitchFamily="49" charset="0"/>
              </a:rPr>
              <a:t>}</a:t>
            </a:r>
          </a:p>
          <a:p>
            <a:br>
              <a:rPr lang="en-US" b="1" dirty="0">
                <a:solidFill>
                  <a:srgbClr val="BBBBBB"/>
                </a:solidFill>
                <a:effectLst/>
                <a:latin typeface="Cascadia Code" panose="020B0609020000020004" pitchFamily="49" charset="0"/>
              </a:rPr>
            </a:br>
            <a:r>
              <a:rPr lang="en-US" b="1" dirty="0">
                <a:solidFill>
                  <a:srgbClr val="72F1B8"/>
                </a:solidFill>
                <a:effectLst/>
                <a:latin typeface="Cascadia Code" panose="020B0609020000020004" pitchFamily="49" charset="0"/>
              </a:rPr>
              <a:t>export</a:t>
            </a:r>
            <a:r>
              <a:rPr lang="en-US" b="1" dirty="0">
                <a:solidFill>
                  <a:srgbClr val="BBBBBB"/>
                </a:solidFill>
                <a:effectLst/>
                <a:latin typeface="Cascadia Code" panose="020B0609020000020004" pitchFamily="49" charset="0"/>
              </a:rPr>
              <a:t> </a:t>
            </a:r>
            <a:r>
              <a:rPr lang="en-US" b="1" dirty="0">
                <a:solidFill>
                  <a:srgbClr val="FEDE5D"/>
                </a:solidFill>
                <a:effectLst/>
                <a:latin typeface="Cascadia Code" panose="020B0609020000020004" pitchFamily="49" charset="0"/>
              </a:rPr>
              <a:t>default</a:t>
            </a:r>
            <a:r>
              <a:rPr lang="en-US" b="1" dirty="0">
                <a:solidFill>
                  <a:srgbClr val="BBBBBB"/>
                </a:solidFill>
                <a:effectLst/>
                <a:latin typeface="Cascadia Code" panose="020B0609020000020004" pitchFamily="49" charset="0"/>
              </a:rPr>
              <a:t> </a:t>
            </a:r>
            <a:r>
              <a:rPr lang="en-US" b="1" dirty="0">
                <a:solidFill>
                  <a:srgbClr val="FE4450"/>
                </a:solidFill>
                <a:effectLst/>
                <a:latin typeface="Cascadia Code" panose="020B0609020000020004" pitchFamily="49" charset="0"/>
              </a:rPr>
              <a:t>Employee</a:t>
            </a:r>
            <a:r>
              <a:rPr lang="en-US" b="1" dirty="0">
                <a:solidFill>
                  <a:srgbClr val="BBBBBB"/>
                </a:solidFill>
                <a:effectLst/>
                <a:latin typeface="Cascadia Code" panose="020B0609020000020004" pitchFamily="49" charset="0"/>
              </a:rPr>
              <a:t>;</a:t>
            </a:r>
          </a:p>
        </p:txBody>
      </p:sp>
      <p:pic>
        <p:nvPicPr>
          <p:cNvPr id="14" name="Graphic 13" descr="Atom with solid fill">
            <a:extLst>
              <a:ext uri="{FF2B5EF4-FFF2-40B4-BE49-F238E27FC236}">
                <a16:creationId xmlns:a16="http://schemas.microsoft.com/office/drawing/2014/main" id="{3BCE63B3-D40B-1502-6FFD-0D8FCB8CAC21}"/>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473345" y="1484034"/>
            <a:ext cx="685800" cy="685800"/>
          </a:xfrm>
          <a:prstGeom prst="rect">
            <a:avLst/>
          </a:prstGeom>
        </p:spPr>
      </p:pic>
      <p:sp>
        <p:nvSpPr>
          <p:cNvPr id="15" name="TextBox 14">
            <a:extLst>
              <a:ext uri="{FF2B5EF4-FFF2-40B4-BE49-F238E27FC236}">
                <a16:creationId xmlns:a16="http://schemas.microsoft.com/office/drawing/2014/main" id="{E4A5A0F0-968F-7C81-4B80-F5DCFC416FF5}"/>
              </a:ext>
            </a:extLst>
          </p:cNvPr>
          <p:cNvSpPr txBox="1"/>
          <p:nvPr/>
        </p:nvSpPr>
        <p:spPr>
          <a:xfrm flipH="1">
            <a:off x="1250396" y="1619185"/>
            <a:ext cx="7596740" cy="415498"/>
          </a:xfrm>
          <a:prstGeom prst="rect">
            <a:avLst/>
          </a:prstGeom>
          <a:noFill/>
        </p:spPr>
        <p:txBody>
          <a:bodyPr wrap="square" rtlCol="0">
            <a:spAutoFit/>
          </a:bodyPr>
          <a:lstStyle/>
          <a:p>
            <a:pPr algn="l"/>
            <a:r>
              <a:rPr lang="en-US" sz="2100" b="1" i="0" dirty="0" err="1">
                <a:effectLst/>
                <a:latin typeface="Cavolini" panose="03000502040302020204" pitchFamily="66" charset="0"/>
                <a:cs typeface="Cavolini" panose="03000502040302020204" pitchFamily="66" charset="0"/>
              </a:rPr>
              <a:t>Destructuring</a:t>
            </a:r>
            <a:r>
              <a:rPr lang="en-US" sz="2100" b="1" i="0" dirty="0">
                <a:effectLst/>
                <a:latin typeface="Cavolini" panose="03000502040302020204" pitchFamily="66" charset="0"/>
                <a:cs typeface="Cavolini" panose="03000502040302020204" pitchFamily="66" charset="0"/>
              </a:rPr>
              <a:t> props In Class Components</a:t>
            </a:r>
          </a:p>
        </p:txBody>
      </p:sp>
    </p:spTree>
    <p:extLst>
      <p:ext uri="{BB962C8B-B14F-4D97-AF65-F5344CB8AC3E}">
        <p14:creationId xmlns:p14="http://schemas.microsoft.com/office/powerpoint/2010/main" val="364888085"/>
      </p:ext>
    </p:extLst>
  </p:cSld>
  <p:clrMapOvr>
    <a:overrideClrMapping bg1="dk1" tx1="lt1" bg2="dk2" tx2="lt2" accent1="accent1" accent2="accent2" accent3="accent3" accent4="accent4" accent5="accent5" accent6="accent6" hlink="hlink" folHlink="folHlink"/>
  </p:clrMapOvr>
  <mc:AlternateContent xmlns:mc="http://schemas.openxmlformats.org/markup-compatibility/2006" xmlns:p159="http://schemas.microsoft.com/office/powerpoint/2015/09/main">
    <mc:Choice Requires="p159">
      <p:transition>
        <p159:morph option="byObject"/>
      </p:transition>
    </mc:Choice>
    <mc:Fallback xmlns="">
      <p:transition>
        <p:fade/>
      </p:transition>
    </mc:Fallback>
  </mc:AlternateContent>
</p:sld>
</file>

<file path=ppt/slides/slide42.xml><?xml version="1.0" encoding="utf-8"?>
<p:sld xmlns:a="http://schemas.openxmlformats.org/drawingml/2006/main" xmlns:r="http://schemas.openxmlformats.org/officeDocument/2006/relationships" xmlns:p="http://schemas.openxmlformats.org/presentationml/2006/main" show="0">
  <p:cSld>
    <p:bg>
      <p:bgPr>
        <a:solidFill>
          <a:schemeClr val="bg2"/>
        </a:solidFill>
        <a:effectLst/>
      </p:bgPr>
    </p:bg>
    <p:spTree>
      <p:nvGrpSpPr>
        <p:cNvPr id="1" name=""/>
        <p:cNvGrpSpPr/>
        <p:nvPr/>
      </p:nvGrpSpPr>
      <p:grpSpPr>
        <a:xfrm>
          <a:off x="0" y="0"/>
          <a:ext cx="0" cy="0"/>
          <a:chOff x="0" y="0"/>
          <a:chExt cx="0" cy="0"/>
        </a:xfrm>
      </p:grpSpPr>
      <p:sp useBgFill="1">
        <p:nvSpPr>
          <p:cNvPr id="21" name="Rectangle 20">
            <a:extLst>
              <a:ext uri="{FF2B5EF4-FFF2-40B4-BE49-F238E27FC236}">
                <a16:creationId xmlns:a16="http://schemas.microsoft.com/office/drawing/2014/main" id="{E5A92FE9-DB05-4D0D-AF5A-BE8664B9FFB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grpSp>
        <p:nvGrpSpPr>
          <p:cNvPr id="23" name="Group 22">
            <a:extLst>
              <a:ext uri="{FF2B5EF4-FFF2-40B4-BE49-F238E27FC236}">
                <a16:creationId xmlns:a16="http://schemas.microsoft.com/office/drawing/2014/main" id="{53D9B26A-5143-49A7-BA98-D871D5BD719A}"/>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flipH="1">
            <a:off x="6526211" y="1"/>
            <a:ext cx="5014912" cy="6857999"/>
            <a:chOff x="2928938" y="-4763"/>
            <a:chExt cx="5014912" cy="6862763"/>
          </a:xfrm>
        </p:grpSpPr>
        <p:sp>
          <p:nvSpPr>
            <p:cNvPr id="24" name="Freeform 6">
              <a:extLst>
                <a:ext uri="{FF2B5EF4-FFF2-40B4-BE49-F238E27FC236}">
                  <a16:creationId xmlns:a16="http://schemas.microsoft.com/office/drawing/2014/main" id="{68B85E55-A2A1-4682-B891-F201358A92D5}"/>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3367088" y="-4763"/>
              <a:ext cx="1063625" cy="2782888"/>
            </a:xfrm>
            <a:custGeom>
              <a:avLst/>
              <a:gdLst/>
              <a:ahLst/>
              <a:cxnLst/>
              <a:rect l="0" t="0" r="r" b="b"/>
              <a:pathLst>
                <a:path w="670" h="1753">
                  <a:moveTo>
                    <a:pt x="0" y="1696"/>
                  </a:moveTo>
                  <a:lnTo>
                    <a:pt x="225" y="1753"/>
                  </a:lnTo>
                  <a:lnTo>
                    <a:pt x="670" y="0"/>
                  </a:lnTo>
                  <a:lnTo>
                    <a:pt x="430" y="0"/>
                  </a:lnTo>
                  <a:lnTo>
                    <a:pt x="0" y="1696"/>
                  </a:lnTo>
                  <a:close/>
                </a:path>
              </a:pathLst>
            </a:custGeom>
            <a:solidFill>
              <a:schemeClr val="accent1"/>
            </a:solidFill>
            <a:ln>
              <a:noFill/>
            </a:ln>
          </p:spPr>
          <p:txBody>
            <a:bodyPr/>
            <a:lstStyle/>
            <a:p>
              <a:endParaRPr lang="en-US"/>
            </a:p>
          </p:txBody>
        </p:sp>
        <p:sp>
          <p:nvSpPr>
            <p:cNvPr id="25" name="Freeform 7">
              <a:extLst>
                <a:ext uri="{FF2B5EF4-FFF2-40B4-BE49-F238E27FC236}">
                  <a16:creationId xmlns:a16="http://schemas.microsoft.com/office/drawing/2014/main" id="{45EF6EDB-9B5D-49E9-96FA-1AE08BF95E57}"/>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2928938" y="-4763"/>
              <a:ext cx="1035050" cy="2673350"/>
            </a:xfrm>
            <a:custGeom>
              <a:avLst/>
              <a:gdLst/>
              <a:ahLst/>
              <a:cxnLst/>
              <a:rect l="0" t="0" r="r" b="b"/>
              <a:pathLst>
                <a:path w="652" h="1684">
                  <a:moveTo>
                    <a:pt x="225" y="1684"/>
                  </a:moveTo>
                  <a:lnTo>
                    <a:pt x="652" y="0"/>
                  </a:lnTo>
                  <a:lnTo>
                    <a:pt x="411" y="0"/>
                  </a:lnTo>
                  <a:lnTo>
                    <a:pt x="0" y="1627"/>
                  </a:lnTo>
                  <a:lnTo>
                    <a:pt x="219" y="1681"/>
                  </a:lnTo>
                  <a:lnTo>
                    <a:pt x="225" y="1684"/>
                  </a:lnTo>
                  <a:close/>
                </a:path>
              </a:pathLst>
            </a:custGeom>
            <a:solidFill>
              <a:srgbClr val="595959"/>
            </a:solidFill>
            <a:ln>
              <a:noFill/>
            </a:ln>
          </p:spPr>
          <p:txBody>
            <a:bodyPr/>
            <a:lstStyle/>
            <a:p>
              <a:endParaRPr lang="en-US"/>
            </a:p>
          </p:txBody>
        </p:sp>
        <p:sp>
          <p:nvSpPr>
            <p:cNvPr id="26" name="Freeform 12">
              <a:extLst>
                <a:ext uri="{FF2B5EF4-FFF2-40B4-BE49-F238E27FC236}">
                  <a16:creationId xmlns:a16="http://schemas.microsoft.com/office/drawing/2014/main" id="{38338226-D6E2-4EEE-B271-DB4BD096DBA1}"/>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2928938" y="2582862"/>
              <a:ext cx="2693987" cy="4275138"/>
            </a:xfrm>
            <a:custGeom>
              <a:avLst/>
              <a:gdLst/>
              <a:ahLst/>
              <a:cxnLst/>
              <a:rect l="0" t="0" r="r" b="b"/>
              <a:pathLst>
                <a:path w="1697" h="2693">
                  <a:moveTo>
                    <a:pt x="0" y="0"/>
                  </a:moveTo>
                  <a:lnTo>
                    <a:pt x="1622" y="2693"/>
                  </a:lnTo>
                  <a:lnTo>
                    <a:pt x="1697" y="2693"/>
                  </a:lnTo>
                  <a:lnTo>
                    <a:pt x="0" y="0"/>
                  </a:lnTo>
                  <a:close/>
                </a:path>
              </a:pathLst>
            </a:custGeom>
            <a:solidFill>
              <a:srgbClr val="262626"/>
            </a:solidFill>
            <a:ln>
              <a:noFill/>
            </a:ln>
          </p:spPr>
          <p:txBody>
            <a:bodyPr/>
            <a:lstStyle/>
            <a:p>
              <a:endParaRPr lang="en-US"/>
            </a:p>
          </p:txBody>
        </p:sp>
        <p:sp>
          <p:nvSpPr>
            <p:cNvPr id="27" name="Freeform 13">
              <a:extLst>
                <a:ext uri="{FF2B5EF4-FFF2-40B4-BE49-F238E27FC236}">
                  <a16:creationId xmlns:a16="http://schemas.microsoft.com/office/drawing/2014/main" id="{4878FB48-17B3-4A11-8025-DE0945CD4E71}"/>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3371850" y="2692400"/>
              <a:ext cx="3332162" cy="4165600"/>
            </a:xfrm>
            <a:custGeom>
              <a:avLst/>
              <a:gdLst/>
              <a:ahLst/>
              <a:cxnLst/>
              <a:rect l="0" t="0" r="r" b="b"/>
              <a:pathLst>
                <a:path w="2099" h="2624">
                  <a:moveTo>
                    <a:pt x="2099" y="2624"/>
                  </a:moveTo>
                  <a:lnTo>
                    <a:pt x="0" y="0"/>
                  </a:lnTo>
                  <a:lnTo>
                    <a:pt x="2021" y="2624"/>
                  </a:lnTo>
                  <a:lnTo>
                    <a:pt x="2099" y="2624"/>
                  </a:lnTo>
                  <a:close/>
                </a:path>
              </a:pathLst>
            </a:custGeom>
            <a:solidFill>
              <a:schemeClr val="accent1">
                <a:lumMod val="50000"/>
              </a:schemeClr>
            </a:solidFill>
            <a:ln>
              <a:noFill/>
            </a:ln>
          </p:spPr>
          <p:txBody>
            <a:bodyPr/>
            <a:lstStyle/>
            <a:p>
              <a:endParaRPr lang="en-US"/>
            </a:p>
          </p:txBody>
        </p:sp>
        <p:sp>
          <p:nvSpPr>
            <p:cNvPr id="28" name="Freeform 14">
              <a:extLst>
                <a:ext uri="{FF2B5EF4-FFF2-40B4-BE49-F238E27FC236}">
                  <a16:creationId xmlns:a16="http://schemas.microsoft.com/office/drawing/2014/main" id="{4150A21C-DD6D-4D3C-9E95-7A3CA263BEB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3367088" y="2687637"/>
              <a:ext cx="4576762" cy="4170363"/>
            </a:xfrm>
            <a:custGeom>
              <a:avLst/>
              <a:gdLst/>
              <a:ahLst/>
              <a:cxnLst/>
              <a:rect l="0" t="0" r="r" b="b"/>
              <a:pathLst>
                <a:path w="2883" h="2627">
                  <a:moveTo>
                    <a:pt x="0" y="0"/>
                  </a:moveTo>
                  <a:lnTo>
                    <a:pt x="3" y="3"/>
                  </a:lnTo>
                  <a:lnTo>
                    <a:pt x="2102" y="2627"/>
                  </a:lnTo>
                  <a:lnTo>
                    <a:pt x="2883" y="2627"/>
                  </a:lnTo>
                  <a:lnTo>
                    <a:pt x="225" y="57"/>
                  </a:lnTo>
                  <a:lnTo>
                    <a:pt x="0" y="0"/>
                  </a:lnTo>
                  <a:close/>
                </a:path>
              </a:pathLst>
            </a:custGeom>
            <a:solidFill>
              <a:schemeClr val="accent1">
                <a:lumMod val="75000"/>
              </a:schemeClr>
            </a:solidFill>
            <a:ln>
              <a:noFill/>
            </a:ln>
          </p:spPr>
          <p:txBody>
            <a:bodyPr/>
            <a:lstStyle/>
            <a:p>
              <a:endParaRPr lang="en-US"/>
            </a:p>
          </p:txBody>
        </p:sp>
        <p:sp>
          <p:nvSpPr>
            <p:cNvPr id="29" name="Freeform 15">
              <a:extLst>
                <a:ext uri="{FF2B5EF4-FFF2-40B4-BE49-F238E27FC236}">
                  <a16:creationId xmlns:a16="http://schemas.microsoft.com/office/drawing/2014/main" id="{7505BF04-104D-4180-A284-42FCD6B04DD6}"/>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2928938" y="2578100"/>
              <a:ext cx="3584575" cy="4279900"/>
            </a:xfrm>
            <a:custGeom>
              <a:avLst/>
              <a:gdLst/>
              <a:ahLst/>
              <a:cxnLst/>
              <a:rect l="0" t="0" r="r" b="b"/>
              <a:pathLst>
                <a:path w="2258" h="2696">
                  <a:moveTo>
                    <a:pt x="2258" y="2696"/>
                  </a:moveTo>
                  <a:lnTo>
                    <a:pt x="264" y="111"/>
                  </a:lnTo>
                  <a:lnTo>
                    <a:pt x="228" y="60"/>
                  </a:lnTo>
                  <a:lnTo>
                    <a:pt x="225" y="57"/>
                  </a:lnTo>
                  <a:lnTo>
                    <a:pt x="0" y="0"/>
                  </a:lnTo>
                  <a:lnTo>
                    <a:pt x="0" y="3"/>
                  </a:lnTo>
                  <a:lnTo>
                    <a:pt x="1697" y="2696"/>
                  </a:lnTo>
                  <a:lnTo>
                    <a:pt x="2258" y="2696"/>
                  </a:lnTo>
                  <a:close/>
                </a:path>
              </a:pathLst>
            </a:custGeom>
            <a:solidFill>
              <a:srgbClr val="404040"/>
            </a:solidFill>
            <a:ln>
              <a:noFill/>
            </a:ln>
          </p:spPr>
          <p:txBody>
            <a:bodyPr/>
            <a:lstStyle/>
            <a:p>
              <a:endParaRPr lang="en-US"/>
            </a:p>
          </p:txBody>
        </p:sp>
      </p:grpSp>
      <p:sp>
        <p:nvSpPr>
          <p:cNvPr id="2" name="Title 1">
            <a:extLst>
              <a:ext uri="{FF2B5EF4-FFF2-40B4-BE49-F238E27FC236}">
                <a16:creationId xmlns:a16="http://schemas.microsoft.com/office/drawing/2014/main" id="{652CD06E-EB43-4697-A9C1-290232C3BAD6}"/>
              </a:ext>
            </a:extLst>
          </p:cNvPr>
          <p:cNvSpPr>
            <a:spLocks noGrp="1"/>
          </p:cNvSpPr>
          <p:nvPr>
            <p:ph type="ctrTitle"/>
          </p:nvPr>
        </p:nvSpPr>
        <p:spPr>
          <a:xfrm>
            <a:off x="473345" y="0"/>
            <a:ext cx="11604355" cy="1223994"/>
          </a:xfrm>
        </p:spPr>
        <p:txBody>
          <a:bodyPr>
            <a:noAutofit/>
          </a:bodyPr>
          <a:lstStyle/>
          <a:p>
            <a:pPr algn="l"/>
            <a:r>
              <a:rPr lang="en-US" sz="4800" dirty="0">
                <a:effectLst/>
                <a:latin typeface="Mystical Woods Smooth Script" panose="02000500000000000000" pitchFamily="2" charset="0"/>
              </a:rPr>
              <a:t> </a:t>
            </a:r>
            <a:r>
              <a:rPr lang="en-US" sz="4800" dirty="0" err="1">
                <a:effectLst/>
                <a:latin typeface="Mystical Woods Smooth Script" panose="02000500000000000000" pitchFamily="2" charset="0"/>
              </a:rPr>
              <a:t>Destructuring</a:t>
            </a:r>
            <a:r>
              <a:rPr lang="en-US" sz="4800" dirty="0">
                <a:effectLst/>
                <a:latin typeface="Mystical Woods Smooth Script" panose="02000500000000000000" pitchFamily="2" charset="0"/>
              </a:rPr>
              <a:t> Props and States</a:t>
            </a:r>
            <a:r>
              <a:rPr lang="en-US" sz="2100" b="1" dirty="0">
                <a:effectLst/>
                <a:latin typeface="Cavolini" panose="03000502040302020204" pitchFamily="66" charset="0"/>
                <a:cs typeface="Cavolini" panose="03000502040302020204" pitchFamily="66" charset="0"/>
              </a:rPr>
              <a:t>…</a:t>
            </a:r>
            <a:endParaRPr lang="en-US" sz="4800" dirty="0">
              <a:effectLst/>
              <a:latin typeface="Mystical Woods Smooth Script" panose="02000500000000000000" pitchFamily="2" charset="0"/>
            </a:endParaRPr>
          </a:p>
        </p:txBody>
      </p:sp>
      <p:grpSp>
        <p:nvGrpSpPr>
          <p:cNvPr id="6" name="Group 5">
            <a:extLst>
              <a:ext uri="{FF2B5EF4-FFF2-40B4-BE49-F238E27FC236}">
                <a16:creationId xmlns:a16="http://schemas.microsoft.com/office/drawing/2014/main" id="{752A73B4-49EC-E765-1462-2A106F07C3D4}"/>
              </a:ext>
            </a:extLst>
          </p:cNvPr>
          <p:cNvGrpSpPr/>
          <p:nvPr/>
        </p:nvGrpSpPr>
        <p:grpSpPr>
          <a:xfrm>
            <a:off x="481809" y="1152868"/>
            <a:ext cx="8950321" cy="182880"/>
            <a:chOff x="1089027" y="1251583"/>
            <a:chExt cx="8950321" cy="182880"/>
          </a:xfrm>
        </p:grpSpPr>
        <p:cxnSp>
          <p:nvCxnSpPr>
            <p:cNvPr id="4" name="Straight Connector 3">
              <a:extLst>
                <a:ext uri="{FF2B5EF4-FFF2-40B4-BE49-F238E27FC236}">
                  <a16:creationId xmlns:a16="http://schemas.microsoft.com/office/drawing/2014/main" id="{1111542F-3245-DDEC-4B5A-7412E7DBE5FD}"/>
                </a:ext>
              </a:extLst>
            </p:cNvPr>
            <p:cNvCxnSpPr/>
            <p:nvPr/>
          </p:nvCxnSpPr>
          <p:spPr>
            <a:xfrm>
              <a:off x="1089027" y="1347537"/>
              <a:ext cx="8786493" cy="0"/>
            </a:xfrm>
            <a:prstGeom prst="line">
              <a:avLst/>
            </a:prstGeom>
            <a:ln w="38100">
              <a:solidFill>
                <a:srgbClr val="595959"/>
              </a:solidFill>
            </a:ln>
            <a:effectLst>
              <a:reflection blurRad="6350" stA="50000" endA="275" endPos="40000" dist="101600" dir="5400000" sy="-100000" algn="bl" rotWithShape="0"/>
              <a:softEdge rad="12700"/>
            </a:effectLst>
          </p:spPr>
          <p:style>
            <a:lnRef idx="3">
              <a:schemeClr val="dk1"/>
            </a:lnRef>
            <a:fillRef idx="0">
              <a:schemeClr val="dk1"/>
            </a:fillRef>
            <a:effectRef idx="2">
              <a:schemeClr val="dk1"/>
            </a:effectRef>
            <a:fontRef idx="minor">
              <a:schemeClr val="tx1"/>
            </a:fontRef>
          </p:style>
        </p:cxnSp>
        <p:sp>
          <p:nvSpPr>
            <p:cNvPr id="5" name="Flowchart: Connector 4">
              <a:extLst>
                <a:ext uri="{FF2B5EF4-FFF2-40B4-BE49-F238E27FC236}">
                  <a16:creationId xmlns:a16="http://schemas.microsoft.com/office/drawing/2014/main" id="{B2858492-B751-8ED7-57BE-708D61DDCF50}"/>
                </a:ext>
              </a:extLst>
            </p:cNvPr>
            <p:cNvSpPr/>
            <p:nvPr/>
          </p:nvSpPr>
          <p:spPr>
            <a:xfrm>
              <a:off x="9856468" y="1251583"/>
              <a:ext cx="182880" cy="182880"/>
            </a:xfrm>
            <a:prstGeom prst="flowChartConnector">
              <a:avLst/>
            </a:prstGeom>
            <a:ln>
              <a:noFill/>
            </a:ln>
            <a:effectLst>
              <a:outerShdw blurRad="50800" dist="38100" dir="2700000" algn="tl"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7" name="TextBox 6">
            <a:extLst>
              <a:ext uri="{FF2B5EF4-FFF2-40B4-BE49-F238E27FC236}">
                <a16:creationId xmlns:a16="http://schemas.microsoft.com/office/drawing/2014/main" id="{A6747723-BAE5-C999-4896-8F92A872C1D9}"/>
              </a:ext>
            </a:extLst>
          </p:cNvPr>
          <p:cNvSpPr txBox="1"/>
          <p:nvPr/>
        </p:nvSpPr>
        <p:spPr>
          <a:xfrm flipH="1">
            <a:off x="414301" y="1477530"/>
            <a:ext cx="10806849" cy="1384995"/>
          </a:xfrm>
          <a:prstGeom prst="rect">
            <a:avLst/>
          </a:prstGeom>
          <a:noFill/>
        </p:spPr>
        <p:txBody>
          <a:bodyPr wrap="square" rtlCol="0">
            <a:spAutoFit/>
          </a:bodyPr>
          <a:lstStyle/>
          <a:p>
            <a:pPr algn="l"/>
            <a:r>
              <a:rPr lang="en-US" sz="2100" b="1" i="0" dirty="0">
                <a:solidFill>
                  <a:srgbClr val="CECAC3"/>
                </a:solidFill>
                <a:effectLst/>
                <a:latin typeface="Cavolini" panose="03000502040302020204" pitchFamily="66" charset="0"/>
                <a:cs typeface="Cavolini" panose="03000502040302020204" pitchFamily="66" charset="0"/>
              </a:rPr>
              <a:t>Now, let's </a:t>
            </a:r>
            <a:r>
              <a:rPr lang="en-US" sz="2100" b="1" i="0" dirty="0" err="1">
                <a:solidFill>
                  <a:srgbClr val="CECAC3"/>
                </a:solidFill>
                <a:effectLst/>
                <a:latin typeface="Cavolini" panose="03000502040302020204" pitchFamily="66" charset="0"/>
                <a:cs typeface="Cavolini" panose="03000502040302020204" pitchFamily="66" charset="0"/>
              </a:rPr>
              <a:t>destructure</a:t>
            </a:r>
            <a:r>
              <a:rPr lang="en-US" sz="2100" b="1" i="0" dirty="0">
                <a:solidFill>
                  <a:srgbClr val="CECAC3"/>
                </a:solidFill>
                <a:effectLst/>
                <a:latin typeface="Cavolini" panose="03000502040302020204" pitchFamily="66" charset="0"/>
                <a:cs typeface="Cavolini" panose="03000502040302020204" pitchFamily="66" charset="0"/>
              </a:rPr>
              <a:t> our </a:t>
            </a:r>
            <a:r>
              <a:rPr lang="en-US" sz="2100" b="1" i="1" dirty="0">
                <a:solidFill>
                  <a:srgbClr val="DA4B58"/>
                </a:solidFill>
                <a:effectLst/>
                <a:latin typeface="Cavolini" panose="03000502040302020204" pitchFamily="66" charset="0"/>
                <a:cs typeface="Cavolini" panose="03000502040302020204" pitchFamily="66" charset="0"/>
              </a:rPr>
              <a:t>props</a:t>
            </a:r>
            <a:r>
              <a:rPr lang="en-US" sz="2100" b="1" i="0" dirty="0">
                <a:solidFill>
                  <a:srgbClr val="CECAC3"/>
                </a:solidFill>
                <a:effectLst/>
                <a:latin typeface="Cavolini" panose="03000502040302020204" pitchFamily="66" charset="0"/>
                <a:cs typeface="Cavolini" panose="03000502040302020204" pitchFamily="66" charset="0"/>
              </a:rPr>
              <a:t> so that we can get rid of </a:t>
            </a:r>
            <a:r>
              <a:rPr lang="en-US" sz="2100" b="1" i="1" dirty="0" err="1">
                <a:solidFill>
                  <a:srgbClr val="DA4B58"/>
                </a:solidFill>
                <a:effectLst/>
                <a:latin typeface="Cavolini" panose="03000502040302020204" pitchFamily="66" charset="0"/>
                <a:cs typeface="Cavolini" panose="03000502040302020204" pitchFamily="66" charset="0"/>
              </a:rPr>
              <a:t>this.props</a:t>
            </a:r>
            <a:r>
              <a:rPr lang="en-US" sz="2100" b="1" i="0" dirty="0">
                <a:solidFill>
                  <a:srgbClr val="CECAC3"/>
                </a:solidFill>
                <a:effectLst/>
                <a:latin typeface="Cavolini" panose="03000502040302020204" pitchFamily="66" charset="0"/>
                <a:cs typeface="Cavolini" panose="03000502040302020204" pitchFamily="66" charset="0"/>
              </a:rPr>
              <a:t> in front of each </a:t>
            </a:r>
            <a:r>
              <a:rPr lang="en-US" sz="2100" b="1" i="1" dirty="0">
                <a:solidFill>
                  <a:srgbClr val="DA4B58"/>
                </a:solidFill>
                <a:effectLst/>
                <a:latin typeface="Cavolini" panose="03000502040302020204" pitchFamily="66" charset="0"/>
                <a:cs typeface="Cavolini" panose="03000502040302020204" pitchFamily="66" charset="0"/>
              </a:rPr>
              <a:t>props</a:t>
            </a:r>
            <a:r>
              <a:rPr lang="en-US" sz="2100" b="1" i="0" dirty="0">
                <a:solidFill>
                  <a:srgbClr val="CECAC3"/>
                </a:solidFill>
                <a:effectLst/>
                <a:latin typeface="Cavolini" panose="03000502040302020204" pitchFamily="66" charset="0"/>
                <a:cs typeface="Cavolini" panose="03000502040302020204" pitchFamily="66" charset="0"/>
              </a:rPr>
              <a:t>. </a:t>
            </a:r>
          </a:p>
          <a:p>
            <a:pPr algn="l"/>
            <a:endParaRPr lang="en-US" sz="2100" b="1" dirty="0">
              <a:solidFill>
                <a:srgbClr val="CECAC3"/>
              </a:solidFill>
              <a:latin typeface="Cavolini" panose="03000502040302020204" pitchFamily="66" charset="0"/>
              <a:cs typeface="Cavolini" panose="03000502040302020204" pitchFamily="66" charset="0"/>
            </a:endParaRPr>
          </a:p>
          <a:p>
            <a:pPr algn="l"/>
            <a:r>
              <a:rPr lang="en-US" sz="2100" b="1" i="0" dirty="0">
                <a:solidFill>
                  <a:srgbClr val="CECAC3"/>
                </a:solidFill>
                <a:effectLst/>
                <a:latin typeface="Cavolini" panose="03000502040302020204" pitchFamily="66" charset="0"/>
                <a:cs typeface="Cavolini" panose="03000502040302020204" pitchFamily="66" charset="0"/>
              </a:rPr>
              <a:t>In class components, we </a:t>
            </a:r>
            <a:r>
              <a:rPr lang="en-US" sz="2100" b="1" i="0" dirty="0" err="1">
                <a:solidFill>
                  <a:srgbClr val="CECAC3"/>
                </a:solidFill>
                <a:effectLst/>
                <a:latin typeface="Cavolini" panose="03000502040302020204" pitchFamily="66" charset="0"/>
                <a:cs typeface="Cavolini" panose="03000502040302020204" pitchFamily="66" charset="0"/>
              </a:rPr>
              <a:t>destructure</a:t>
            </a:r>
            <a:r>
              <a:rPr lang="en-US" sz="2100" b="1" i="0" dirty="0">
                <a:solidFill>
                  <a:srgbClr val="CECAC3"/>
                </a:solidFill>
                <a:effectLst/>
                <a:latin typeface="Cavolini" panose="03000502040302020204" pitchFamily="66" charset="0"/>
                <a:cs typeface="Cavolini" panose="03000502040302020204" pitchFamily="66" charset="0"/>
              </a:rPr>
              <a:t> </a:t>
            </a:r>
            <a:r>
              <a:rPr lang="en-US" sz="2100" b="1" i="1" dirty="0">
                <a:solidFill>
                  <a:srgbClr val="DA4B58"/>
                </a:solidFill>
                <a:effectLst/>
                <a:latin typeface="Cavolini" panose="03000502040302020204" pitchFamily="66" charset="0"/>
                <a:cs typeface="Cavolini" panose="03000502040302020204" pitchFamily="66" charset="0"/>
              </a:rPr>
              <a:t>props</a:t>
            </a:r>
            <a:r>
              <a:rPr lang="en-US" sz="2100" b="1" i="0" dirty="0">
                <a:solidFill>
                  <a:srgbClr val="CECAC3"/>
                </a:solidFill>
                <a:effectLst/>
                <a:latin typeface="Cavolini" panose="03000502040302020204" pitchFamily="66" charset="0"/>
                <a:cs typeface="Cavolini" panose="03000502040302020204" pitchFamily="66" charset="0"/>
              </a:rPr>
              <a:t> in the </a:t>
            </a:r>
            <a:r>
              <a:rPr lang="en-US" sz="2100" b="1" i="1" dirty="0">
                <a:solidFill>
                  <a:srgbClr val="DA4B58"/>
                </a:solidFill>
                <a:effectLst/>
                <a:latin typeface="Cavolini" panose="03000502040302020204" pitchFamily="66" charset="0"/>
                <a:cs typeface="Cavolini" panose="03000502040302020204" pitchFamily="66" charset="0"/>
              </a:rPr>
              <a:t>render()</a:t>
            </a:r>
            <a:r>
              <a:rPr lang="en-US" sz="2100" b="1" i="0" dirty="0">
                <a:solidFill>
                  <a:srgbClr val="CECAC3"/>
                </a:solidFill>
                <a:effectLst/>
                <a:latin typeface="Cavolini" panose="03000502040302020204" pitchFamily="66" charset="0"/>
                <a:cs typeface="Cavolini" panose="03000502040302020204" pitchFamily="66" charset="0"/>
              </a:rPr>
              <a:t> function:</a:t>
            </a:r>
            <a:endParaRPr lang="en-US" sz="2100" b="1" i="0" dirty="0">
              <a:effectLst/>
              <a:latin typeface="Cavolini" panose="03000502040302020204" pitchFamily="66" charset="0"/>
              <a:cs typeface="Cavolini" panose="03000502040302020204" pitchFamily="66" charset="0"/>
            </a:endParaRPr>
          </a:p>
        </p:txBody>
      </p:sp>
      <p:sp>
        <p:nvSpPr>
          <p:cNvPr id="8" name="TextBox 7">
            <a:extLst>
              <a:ext uri="{FF2B5EF4-FFF2-40B4-BE49-F238E27FC236}">
                <a16:creationId xmlns:a16="http://schemas.microsoft.com/office/drawing/2014/main" id="{C83310C4-B743-FA26-A187-EBC1E41FB39D}"/>
              </a:ext>
            </a:extLst>
          </p:cNvPr>
          <p:cNvSpPr txBox="1"/>
          <p:nvPr/>
        </p:nvSpPr>
        <p:spPr>
          <a:xfrm>
            <a:off x="403855" y="2935947"/>
            <a:ext cx="11373844" cy="3657600"/>
          </a:xfrm>
          <a:prstGeom prst="rect">
            <a:avLst/>
          </a:prstGeom>
          <a:noFill/>
        </p:spPr>
        <p:txBody>
          <a:bodyPr wrap="square" numCol="2">
            <a:spAutoFit/>
          </a:bodyPr>
          <a:lstStyle/>
          <a:p>
            <a:r>
              <a:rPr lang="en-US" b="1" dirty="0">
                <a:solidFill>
                  <a:srgbClr val="72F1B8"/>
                </a:solidFill>
                <a:effectLst/>
                <a:latin typeface="Cascadia Code" panose="020B0609020000020004" pitchFamily="49" charset="0"/>
              </a:rPr>
              <a:t>import</a:t>
            </a:r>
            <a:r>
              <a:rPr lang="en-US" b="1" dirty="0">
                <a:solidFill>
                  <a:srgbClr val="BBBBBB"/>
                </a:solidFill>
                <a:effectLst/>
                <a:latin typeface="Cascadia Code" panose="020B0609020000020004" pitchFamily="49" charset="0"/>
              </a:rPr>
              <a:t> </a:t>
            </a:r>
            <a:r>
              <a:rPr lang="en-US" b="1" dirty="0">
                <a:solidFill>
                  <a:srgbClr val="FF7EDB"/>
                </a:solidFill>
                <a:effectLst/>
                <a:latin typeface="Cascadia Code" panose="020B0609020000020004" pitchFamily="49" charset="0"/>
              </a:rPr>
              <a:t>React</a:t>
            </a:r>
            <a:r>
              <a:rPr lang="en-US" b="1" dirty="0">
                <a:solidFill>
                  <a:srgbClr val="BBBBBB"/>
                </a:solidFill>
                <a:effectLst/>
                <a:latin typeface="Cascadia Code" panose="020B0609020000020004" pitchFamily="49" charset="0"/>
              </a:rPr>
              <a:t>, { </a:t>
            </a:r>
            <a:r>
              <a:rPr lang="en-US" b="1" dirty="0">
                <a:solidFill>
                  <a:srgbClr val="FF7EDB"/>
                </a:solidFill>
                <a:effectLst/>
                <a:latin typeface="Cascadia Code" panose="020B0609020000020004" pitchFamily="49" charset="0"/>
              </a:rPr>
              <a:t>Component</a:t>
            </a:r>
            <a:r>
              <a:rPr lang="en-US" b="1" dirty="0">
                <a:solidFill>
                  <a:srgbClr val="BBBBBB"/>
                </a:solidFill>
                <a:effectLst/>
                <a:latin typeface="Cascadia Code" panose="020B0609020000020004" pitchFamily="49" charset="0"/>
              </a:rPr>
              <a:t> } </a:t>
            </a:r>
            <a:r>
              <a:rPr lang="en-US" b="1" dirty="0">
                <a:solidFill>
                  <a:srgbClr val="FEDE5D"/>
                </a:solidFill>
                <a:effectLst/>
                <a:latin typeface="Cascadia Code" panose="020B0609020000020004" pitchFamily="49" charset="0"/>
              </a:rPr>
              <a:t>from</a:t>
            </a:r>
            <a:r>
              <a:rPr lang="en-US" b="1" dirty="0">
                <a:solidFill>
                  <a:srgbClr val="BBBBBB"/>
                </a:solidFill>
                <a:effectLst/>
                <a:latin typeface="Cascadia Code" panose="020B0609020000020004" pitchFamily="49" charset="0"/>
              </a:rPr>
              <a:t> </a:t>
            </a:r>
            <a:r>
              <a:rPr lang="en-US" b="1" dirty="0">
                <a:solidFill>
                  <a:srgbClr val="FF8B39"/>
                </a:solidFill>
                <a:effectLst/>
                <a:latin typeface="Cascadia Code" panose="020B0609020000020004" pitchFamily="49" charset="0"/>
              </a:rPr>
              <a:t>"react"</a:t>
            </a:r>
            <a:r>
              <a:rPr lang="en-US" b="1" dirty="0">
                <a:solidFill>
                  <a:srgbClr val="BBBBBB"/>
                </a:solidFill>
                <a:effectLst/>
                <a:latin typeface="Cascadia Code" panose="020B0609020000020004" pitchFamily="49" charset="0"/>
              </a:rPr>
              <a:t>;</a:t>
            </a:r>
          </a:p>
          <a:p>
            <a:br>
              <a:rPr lang="en-US" b="1" dirty="0">
                <a:solidFill>
                  <a:srgbClr val="BBBBBB"/>
                </a:solidFill>
                <a:effectLst/>
                <a:latin typeface="Cascadia Code" panose="020B0609020000020004" pitchFamily="49" charset="0"/>
              </a:rPr>
            </a:br>
            <a:r>
              <a:rPr lang="en-US" b="1" dirty="0">
                <a:solidFill>
                  <a:srgbClr val="FEDE5D"/>
                </a:solidFill>
                <a:effectLst/>
                <a:latin typeface="Cascadia Code" panose="020B0609020000020004" pitchFamily="49" charset="0"/>
              </a:rPr>
              <a:t>class</a:t>
            </a:r>
            <a:r>
              <a:rPr lang="en-US" b="1" dirty="0">
                <a:solidFill>
                  <a:srgbClr val="BBBBBB"/>
                </a:solidFill>
                <a:effectLst/>
                <a:latin typeface="Cascadia Code" panose="020B0609020000020004" pitchFamily="49" charset="0"/>
              </a:rPr>
              <a:t> </a:t>
            </a:r>
            <a:r>
              <a:rPr lang="en-US" b="1" dirty="0">
                <a:solidFill>
                  <a:srgbClr val="FE4450"/>
                </a:solidFill>
                <a:effectLst/>
                <a:latin typeface="Cascadia Code" panose="020B0609020000020004" pitchFamily="49" charset="0"/>
              </a:rPr>
              <a:t>Employee</a:t>
            </a:r>
            <a:r>
              <a:rPr lang="en-US" b="1" dirty="0">
                <a:solidFill>
                  <a:srgbClr val="BBBBBB"/>
                </a:solidFill>
                <a:effectLst/>
                <a:latin typeface="Cascadia Code" panose="020B0609020000020004" pitchFamily="49" charset="0"/>
              </a:rPr>
              <a:t> </a:t>
            </a:r>
            <a:r>
              <a:rPr lang="en-US" b="1" dirty="0">
                <a:solidFill>
                  <a:srgbClr val="FEDE5D"/>
                </a:solidFill>
                <a:effectLst/>
                <a:latin typeface="Cascadia Code" panose="020B0609020000020004" pitchFamily="49" charset="0"/>
              </a:rPr>
              <a:t>extends</a:t>
            </a:r>
            <a:r>
              <a:rPr lang="en-US" b="1" dirty="0">
                <a:solidFill>
                  <a:srgbClr val="BBBBBB"/>
                </a:solidFill>
                <a:effectLst/>
                <a:latin typeface="Cascadia Code" panose="020B0609020000020004" pitchFamily="49" charset="0"/>
              </a:rPr>
              <a:t> </a:t>
            </a:r>
            <a:r>
              <a:rPr lang="en-US" b="1" dirty="0">
                <a:solidFill>
                  <a:srgbClr val="FE4450"/>
                </a:solidFill>
                <a:effectLst/>
                <a:latin typeface="Cascadia Code" panose="020B0609020000020004" pitchFamily="49" charset="0"/>
              </a:rPr>
              <a:t>Component</a:t>
            </a:r>
            <a:r>
              <a:rPr lang="en-US" b="1" dirty="0">
                <a:solidFill>
                  <a:srgbClr val="BBBBBB"/>
                </a:solidFill>
                <a:effectLst/>
                <a:latin typeface="Cascadia Code" panose="020B0609020000020004" pitchFamily="49" charset="0"/>
              </a:rPr>
              <a:t> {</a:t>
            </a:r>
          </a:p>
          <a:p>
            <a:r>
              <a:rPr lang="en-US" b="1" dirty="0">
                <a:solidFill>
                  <a:srgbClr val="BBBBBB"/>
                </a:solidFill>
                <a:effectLst/>
                <a:latin typeface="Cascadia Code" panose="020B0609020000020004" pitchFamily="49" charset="0"/>
              </a:rPr>
              <a:t>  </a:t>
            </a:r>
            <a:r>
              <a:rPr lang="en-US" b="1" dirty="0">
                <a:solidFill>
                  <a:srgbClr val="36F9F6"/>
                </a:solidFill>
                <a:effectLst/>
                <a:latin typeface="Cascadia Code" panose="020B0609020000020004" pitchFamily="49" charset="0"/>
              </a:rPr>
              <a:t>render</a:t>
            </a:r>
            <a:r>
              <a:rPr lang="en-US" b="1" dirty="0">
                <a:solidFill>
                  <a:srgbClr val="BBBBBB"/>
                </a:solidFill>
                <a:effectLst/>
                <a:latin typeface="Cascadia Code" panose="020B0609020000020004" pitchFamily="49" charset="0"/>
              </a:rPr>
              <a:t>() {</a:t>
            </a:r>
          </a:p>
          <a:p>
            <a:r>
              <a:rPr lang="en-US" b="1" dirty="0">
                <a:solidFill>
                  <a:srgbClr val="BBBBBB"/>
                </a:solidFill>
                <a:effectLst/>
                <a:latin typeface="Cascadia Code" panose="020B0609020000020004" pitchFamily="49" charset="0"/>
              </a:rPr>
              <a:t>    </a:t>
            </a:r>
            <a:r>
              <a:rPr lang="en-US" b="1" dirty="0">
                <a:solidFill>
                  <a:srgbClr val="FEDE5D"/>
                </a:solidFill>
                <a:effectLst/>
                <a:latin typeface="Cascadia Code" panose="020B0609020000020004" pitchFamily="49" charset="0"/>
              </a:rPr>
              <a:t>const</a:t>
            </a:r>
            <a:r>
              <a:rPr lang="en-US" b="1" dirty="0">
                <a:solidFill>
                  <a:srgbClr val="BBBBBB"/>
                </a:solidFill>
                <a:effectLst/>
                <a:latin typeface="Cascadia Code" panose="020B0609020000020004" pitchFamily="49" charset="0"/>
              </a:rPr>
              <a:t> { </a:t>
            </a:r>
            <a:r>
              <a:rPr lang="en-US" b="1" dirty="0" err="1">
                <a:solidFill>
                  <a:srgbClr val="FF7EDB"/>
                </a:solidFill>
                <a:effectLst/>
                <a:latin typeface="Cascadia Code" panose="020B0609020000020004" pitchFamily="49" charset="0"/>
              </a:rPr>
              <a:t>firstName</a:t>
            </a:r>
            <a:r>
              <a:rPr lang="en-US" b="1" dirty="0">
                <a:solidFill>
                  <a:srgbClr val="BBBBBB"/>
                </a:solidFill>
                <a:effectLst/>
                <a:latin typeface="Cascadia Code" panose="020B0609020000020004" pitchFamily="49" charset="0"/>
              </a:rPr>
              <a:t>, </a:t>
            </a:r>
            <a:r>
              <a:rPr lang="en-US" b="1" dirty="0" err="1">
                <a:solidFill>
                  <a:srgbClr val="FF7EDB"/>
                </a:solidFill>
                <a:effectLst/>
                <a:latin typeface="Cascadia Code" panose="020B0609020000020004" pitchFamily="49" charset="0"/>
              </a:rPr>
              <a:t>lastName</a:t>
            </a:r>
            <a:r>
              <a:rPr lang="en-US" b="1" dirty="0">
                <a:solidFill>
                  <a:srgbClr val="BBBBBB"/>
                </a:solidFill>
                <a:effectLst/>
                <a:latin typeface="Cascadia Code" panose="020B0609020000020004" pitchFamily="49" charset="0"/>
              </a:rPr>
              <a:t>, </a:t>
            </a:r>
            <a:r>
              <a:rPr lang="en-US" b="1" dirty="0" err="1">
                <a:solidFill>
                  <a:srgbClr val="FF7EDB"/>
                </a:solidFill>
                <a:effectLst/>
                <a:latin typeface="Cascadia Code" panose="020B0609020000020004" pitchFamily="49" charset="0"/>
              </a:rPr>
              <a:t>emailId</a:t>
            </a:r>
            <a:r>
              <a:rPr lang="en-US" b="1" dirty="0">
                <a:solidFill>
                  <a:srgbClr val="BBBBBB"/>
                </a:solidFill>
                <a:effectLst/>
                <a:latin typeface="Cascadia Code" panose="020B0609020000020004" pitchFamily="49" charset="0"/>
              </a:rPr>
              <a:t> } </a:t>
            </a:r>
            <a:r>
              <a:rPr lang="en-US" b="1" dirty="0">
                <a:solidFill>
                  <a:srgbClr val="FFFFFF"/>
                </a:solidFill>
                <a:effectLst/>
                <a:latin typeface="Cascadia Code" panose="020B0609020000020004" pitchFamily="49" charset="0"/>
              </a:rPr>
              <a:t>=</a:t>
            </a:r>
            <a:r>
              <a:rPr lang="en-US" b="1" dirty="0">
                <a:solidFill>
                  <a:srgbClr val="BBBBBB"/>
                </a:solidFill>
                <a:effectLst/>
                <a:latin typeface="Cascadia Code" panose="020B0609020000020004" pitchFamily="49" charset="0"/>
              </a:rPr>
              <a:t> </a:t>
            </a:r>
            <a:r>
              <a:rPr lang="en-US" b="1" dirty="0" err="1">
                <a:solidFill>
                  <a:srgbClr val="FE4450"/>
                </a:solidFill>
                <a:effectLst/>
                <a:latin typeface="Cascadia Code" panose="020B0609020000020004" pitchFamily="49" charset="0"/>
              </a:rPr>
              <a:t>this</a:t>
            </a:r>
            <a:r>
              <a:rPr lang="en-US" b="1" dirty="0" err="1">
                <a:solidFill>
                  <a:srgbClr val="BBBBBB"/>
                </a:solidFill>
                <a:effectLst/>
                <a:latin typeface="Cascadia Code" panose="020B0609020000020004" pitchFamily="49" charset="0"/>
              </a:rPr>
              <a:t>.</a:t>
            </a:r>
            <a:r>
              <a:rPr lang="en-US" b="1" dirty="0" err="1">
                <a:solidFill>
                  <a:srgbClr val="FF7EDB"/>
                </a:solidFill>
                <a:effectLst/>
                <a:latin typeface="Cascadia Code" panose="020B0609020000020004" pitchFamily="49" charset="0"/>
              </a:rPr>
              <a:t>props</a:t>
            </a:r>
            <a:r>
              <a:rPr lang="en-US" b="1" dirty="0">
                <a:solidFill>
                  <a:srgbClr val="BBBBBB"/>
                </a:solidFill>
                <a:effectLst/>
                <a:latin typeface="Cascadia Code" panose="020B0609020000020004" pitchFamily="49" charset="0"/>
              </a:rPr>
              <a:t>;</a:t>
            </a:r>
          </a:p>
          <a:p>
            <a:br>
              <a:rPr lang="en-US" b="1" dirty="0">
                <a:solidFill>
                  <a:srgbClr val="BBBBBB"/>
                </a:solidFill>
                <a:effectLst/>
                <a:latin typeface="Cascadia Code" panose="020B0609020000020004" pitchFamily="49" charset="0"/>
              </a:rPr>
            </a:br>
            <a:r>
              <a:rPr lang="en-US" b="1" dirty="0">
                <a:solidFill>
                  <a:srgbClr val="BBBBBB"/>
                </a:solidFill>
                <a:effectLst/>
                <a:latin typeface="Cascadia Code" panose="020B0609020000020004" pitchFamily="49" charset="0"/>
              </a:rPr>
              <a:t>    </a:t>
            </a:r>
            <a:r>
              <a:rPr lang="en-US" b="1" dirty="0">
                <a:solidFill>
                  <a:srgbClr val="FEDE5D"/>
                </a:solidFill>
                <a:effectLst/>
                <a:latin typeface="Cascadia Code" panose="020B0609020000020004" pitchFamily="49" charset="0"/>
              </a:rPr>
              <a:t>return</a:t>
            </a:r>
            <a:r>
              <a:rPr lang="en-US" b="1" dirty="0">
                <a:solidFill>
                  <a:srgbClr val="BBBBBB"/>
                </a:solidFill>
                <a:effectLst/>
                <a:latin typeface="Cascadia Code" panose="020B0609020000020004" pitchFamily="49" charset="0"/>
              </a:rPr>
              <a:t> (</a:t>
            </a:r>
          </a:p>
          <a:p>
            <a:r>
              <a:rPr lang="en-US" b="1" dirty="0">
                <a:solidFill>
                  <a:srgbClr val="BBBBBB"/>
                </a:solidFill>
                <a:effectLst/>
                <a:latin typeface="Cascadia Code" panose="020B0609020000020004" pitchFamily="49" charset="0"/>
              </a:rPr>
              <a:t>      </a:t>
            </a:r>
            <a:r>
              <a:rPr lang="en-US" b="1" dirty="0">
                <a:solidFill>
                  <a:srgbClr val="36F9F6"/>
                </a:solidFill>
                <a:effectLst/>
                <a:latin typeface="Cascadia Code" panose="020B0609020000020004" pitchFamily="49" charset="0"/>
              </a:rPr>
              <a:t>&lt;</a:t>
            </a:r>
            <a:r>
              <a:rPr lang="en-US" b="1" dirty="0">
                <a:solidFill>
                  <a:srgbClr val="72F1B8"/>
                </a:solidFill>
                <a:effectLst/>
                <a:latin typeface="Cascadia Code" panose="020B0609020000020004" pitchFamily="49" charset="0"/>
              </a:rPr>
              <a:t>div</a:t>
            </a:r>
            <a:r>
              <a:rPr lang="en-US" b="1" dirty="0">
                <a:solidFill>
                  <a:srgbClr val="36F9F6"/>
                </a:solidFill>
                <a:effectLst/>
                <a:latin typeface="Cascadia Code" panose="020B0609020000020004" pitchFamily="49" charset="0"/>
              </a:rPr>
              <a:t>&gt;</a:t>
            </a:r>
            <a:endParaRPr lang="en-US" b="1" dirty="0">
              <a:solidFill>
                <a:srgbClr val="BBBBBB"/>
              </a:solidFill>
              <a:effectLst/>
              <a:latin typeface="Cascadia Code" panose="020B0609020000020004" pitchFamily="49" charset="0"/>
            </a:endParaRPr>
          </a:p>
          <a:p>
            <a:r>
              <a:rPr lang="en-US" b="1" dirty="0">
                <a:solidFill>
                  <a:srgbClr val="BBBBBB"/>
                </a:solidFill>
                <a:effectLst/>
                <a:latin typeface="Cascadia Code" panose="020B0609020000020004" pitchFamily="49" charset="0"/>
              </a:rPr>
              <a:t>        </a:t>
            </a:r>
            <a:r>
              <a:rPr lang="en-US" b="1" dirty="0">
                <a:solidFill>
                  <a:srgbClr val="36F9F6"/>
                </a:solidFill>
                <a:effectLst/>
                <a:latin typeface="Cascadia Code" panose="020B0609020000020004" pitchFamily="49" charset="0"/>
              </a:rPr>
              <a:t>&lt;</a:t>
            </a:r>
            <a:r>
              <a:rPr lang="en-US" b="1" dirty="0">
                <a:solidFill>
                  <a:srgbClr val="72F1B8"/>
                </a:solidFill>
                <a:effectLst/>
                <a:latin typeface="Cascadia Code" panose="020B0609020000020004" pitchFamily="49" charset="0"/>
              </a:rPr>
              <a:t>h1</a:t>
            </a:r>
            <a:r>
              <a:rPr lang="en-US" b="1" dirty="0">
                <a:solidFill>
                  <a:srgbClr val="36F9F6"/>
                </a:solidFill>
                <a:effectLst/>
                <a:latin typeface="Cascadia Code" panose="020B0609020000020004" pitchFamily="49" charset="0"/>
              </a:rPr>
              <a:t>&gt;</a:t>
            </a:r>
            <a:r>
              <a:rPr lang="en-US" b="1" dirty="0">
                <a:solidFill>
                  <a:srgbClr val="BBBBBB"/>
                </a:solidFill>
                <a:effectLst/>
                <a:latin typeface="Cascadia Code" panose="020B0609020000020004" pitchFamily="49" charset="0"/>
              </a:rPr>
              <a:t> Employee Details</a:t>
            </a:r>
            <a:r>
              <a:rPr lang="en-US" b="1" dirty="0">
                <a:solidFill>
                  <a:srgbClr val="36F9F6"/>
                </a:solidFill>
                <a:effectLst/>
                <a:latin typeface="Cascadia Code" panose="020B0609020000020004" pitchFamily="49" charset="0"/>
              </a:rPr>
              <a:t>&lt;/</a:t>
            </a:r>
            <a:r>
              <a:rPr lang="en-US" b="1" dirty="0">
                <a:solidFill>
                  <a:srgbClr val="72F1B8"/>
                </a:solidFill>
                <a:effectLst/>
                <a:latin typeface="Cascadia Code" panose="020B0609020000020004" pitchFamily="49" charset="0"/>
              </a:rPr>
              <a:t>h1</a:t>
            </a:r>
            <a:r>
              <a:rPr lang="en-US" b="1" dirty="0">
                <a:solidFill>
                  <a:srgbClr val="36F9F6"/>
                </a:solidFill>
                <a:effectLst/>
                <a:latin typeface="Cascadia Code" panose="020B0609020000020004" pitchFamily="49" charset="0"/>
              </a:rPr>
              <a:t>&gt;</a:t>
            </a:r>
            <a:endParaRPr lang="en-US" b="1" dirty="0">
              <a:solidFill>
                <a:srgbClr val="BBBBBB"/>
              </a:solidFill>
              <a:effectLst/>
              <a:latin typeface="Cascadia Code" panose="020B0609020000020004" pitchFamily="49" charset="0"/>
            </a:endParaRPr>
          </a:p>
          <a:p>
            <a:r>
              <a:rPr lang="en-US" b="1" dirty="0">
                <a:solidFill>
                  <a:srgbClr val="BBBBBB"/>
                </a:solidFill>
                <a:effectLst/>
                <a:latin typeface="Cascadia Code" panose="020B0609020000020004" pitchFamily="49" charset="0"/>
              </a:rPr>
              <a:t>        </a:t>
            </a:r>
            <a:r>
              <a:rPr lang="en-US" b="1" dirty="0">
                <a:solidFill>
                  <a:srgbClr val="36F9F6"/>
                </a:solidFill>
                <a:effectLst/>
                <a:latin typeface="Cascadia Code" panose="020B0609020000020004" pitchFamily="49" charset="0"/>
              </a:rPr>
              <a:t>&lt;</a:t>
            </a:r>
            <a:r>
              <a:rPr lang="en-US" b="1" dirty="0">
                <a:solidFill>
                  <a:srgbClr val="72F1B8"/>
                </a:solidFill>
                <a:effectLst/>
                <a:latin typeface="Cascadia Code" panose="020B0609020000020004" pitchFamily="49" charset="0"/>
              </a:rPr>
              <a:t>h2</a:t>
            </a:r>
            <a:r>
              <a:rPr lang="en-US" b="1" dirty="0">
                <a:solidFill>
                  <a:srgbClr val="36F9F6"/>
                </a:solidFill>
                <a:effectLst/>
                <a:latin typeface="Cascadia Code" panose="020B0609020000020004" pitchFamily="49" charset="0"/>
              </a:rPr>
              <a:t>&gt;</a:t>
            </a:r>
            <a:r>
              <a:rPr lang="en-US" b="1" dirty="0">
                <a:solidFill>
                  <a:srgbClr val="BBBBBB"/>
                </a:solidFill>
                <a:effectLst/>
                <a:latin typeface="Cascadia Code" panose="020B0609020000020004" pitchFamily="49" charset="0"/>
              </a:rPr>
              <a:t> First Name : </a:t>
            </a:r>
            <a:r>
              <a:rPr lang="en-US" b="1" dirty="0">
                <a:solidFill>
                  <a:srgbClr val="FEDE5D"/>
                </a:solidFill>
                <a:effectLst/>
                <a:latin typeface="Cascadia Code" panose="020B0609020000020004" pitchFamily="49" charset="0"/>
              </a:rPr>
              <a:t>{</a:t>
            </a:r>
            <a:r>
              <a:rPr lang="en-US" b="1" dirty="0" err="1">
                <a:solidFill>
                  <a:srgbClr val="FF7EDB"/>
                </a:solidFill>
                <a:effectLst/>
                <a:latin typeface="Cascadia Code" panose="020B0609020000020004" pitchFamily="49" charset="0"/>
              </a:rPr>
              <a:t>firstName</a:t>
            </a:r>
            <a:r>
              <a:rPr lang="en-US" b="1" dirty="0">
                <a:solidFill>
                  <a:srgbClr val="FEDE5D"/>
                </a:solidFill>
                <a:effectLst/>
                <a:latin typeface="Cascadia Code" panose="020B0609020000020004" pitchFamily="49" charset="0"/>
              </a:rPr>
              <a:t>}</a:t>
            </a:r>
            <a:r>
              <a:rPr lang="en-US" b="1" dirty="0">
                <a:solidFill>
                  <a:srgbClr val="BBBBBB"/>
                </a:solidFill>
                <a:effectLst/>
                <a:latin typeface="Cascadia Code" panose="020B0609020000020004" pitchFamily="49" charset="0"/>
              </a:rPr>
              <a:t> </a:t>
            </a:r>
            <a:r>
              <a:rPr lang="en-US" b="1" dirty="0">
                <a:solidFill>
                  <a:srgbClr val="36F9F6"/>
                </a:solidFill>
                <a:effectLst/>
                <a:latin typeface="Cascadia Code" panose="020B0609020000020004" pitchFamily="49" charset="0"/>
              </a:rPr>
              <a:t>&lt;/</a:t>
            </a:r>
            <a:r>
              <a:rPr lang="en-US" b="1" dirty="0">
                <a:solidFill>
                  <a:srgbClr val="72F1B8"/>
                </a:solidFill>
                <a:effectLst/>
                <a:latin typeface="Cascadia Code" panose="020B0609020000020004" pitchFamily="49" charset="0"/>
              </a:rPr>
              <a:t>h2</a:t>
            </a:r>
            <a:r>
              <a:rPr lang="en-US" b="1" dirty="0">
                <a:solidFill>
                  <a:srgbClr val="36F9F6"/>
                </a:solidFill>
                <a:effectLst/>
                <a:latin typeface="Cascadia Code" panose="020B0609020000020004" pitchFamily="49" charset="0"/>
              </a:rPr>
              <a:t>&gt;</a:t>
            </a:r>
            <a:endParaRPr lang="en-US" b="1" dirty="0">
              <a:solidFill>
                <a:srgbClr val="BBBBBB"/>
              </a:solidFill>
              <a:effectLst/>
              <a:latin typeface="Cascadia Code" panose="020B0609020000020004" pitchFamily="49" charset="0"/>
            </a:endParaRPr>
          </a:p>
          <a:p>
            <a:r>
              <a:rPr lang="en-US" b="1" dirty="0">
                <a:solidFill>
                  <a:srgbClr val="BBBBBB"/>
                </a:solidFill>
                <a:effectLst/>
                <a:latin typeface="Cascadia Code" panose="020B0609020000020004" pitchFamily="49" charset="0"/>
              </a:rPr>
              <a:t>        </a:t>
            </a:r>
            <a:r>
              <a:rPr lang="en-US" b="1" dirty="0">
                <a:solidFill>
                  <a:srgbClr val="36F9F6"/>
                </a:solidFill>
                <a:effectLst/>
                <a:latin typeface="Cascadia Code" panose="020B0609020000020004" pitchFamily="49" charset="0"/>
              </a:rPr>
              <a:t>&lt;</a:t>
            </a:r>
            <a:r>
              <a:rPr lang="en-US" b="1" dirty="0">
                <a:solidFill>
                  <a:srgbClr val="72F1B8"/>
                </a:solidFill>
                <a:effectLst/>
                <a:latin typeface="Cascadia Code" panose="020B0609020000020004" pitchFamily="49" charset="0"/>
              </a:rPr>
              <a:t>h2</a:t>
            </a:r>
            <a:r>
              <a:rPr lang="en-US" b="1" dirty="0">
                <a:solidFill>
                  <a:srgbClr val="36F9F6"/>
                </a:solidFill>
                <a:effectLst/>
                <a:latin typeface="Cascadia Code" panose="020B0609020000020004" pitchFamily="49" charset="0"/>
              </a:rPr>
              <a:t>&gt;</a:t>
            </a:r>
            <a:r>
              <a:rPr lang="en-US" b="1" dirty="0">
                <a:solidFill>
                  <a:srgbClr val="BBBBBB"/>
                </a:solidFill>
                <a:effectLst/>
                <a:latin typeface="Cascadia Code" panose="020B0609020000020004" pitchFamily="49" charset="0"/>
              </a:rPr>
              <a:t> Last Name : </a:t>
            </a:r>
            <a:r>
              <a:rPr lang="en-US" b="1" dirty="0">
                <a:solidFill>
                  <a:srgbClr val="FEDE5D"/>
                </a:solidFill>
                <a:effectLst/>
                <a:latin typeface="Cascadia Code" panose="020B0609020000020004" pitchFamily="49" charset="0"/>
              </a:rPr>
              <a:t>{</a:t>
            </a:r>
            <a:r>
              <a:rPr lang="en-US" b="1" dirty="0" err="1">
                <a:solidFill>
                  <a:srgbClr val="FF7EDB"/>
                </a:solidFill>
                <a:effectLst/>
                <a:latin typeface="Cascadia Code" panose="020B0609020000020004" pitchFamily="49" charset="0"/>
              </a:rPr>
              <a:t>lastName</a:t>
            </a:r>
            <a:r>
              <a:rPr lang="en-US" b="1" dirty="0">
                <a:solidFill>
                  <a:srgbClr val="FEDE5D"/>
                </a:solidFill>
                <a:effectLst/>
                <a:latin typeface="Cascadia Code" panose="020B0609020000020004" pitchFamily="49" charset="0"/>
              </a:rPr>
              <a:t>}</a:t>
            </a:r>
            <a:r>
              <a:rPr lang="en-US" b="1" dirty="0">
                <a:solidFill>
                  <a:srgbClr val="BBBBBB"/>
                </a:solidFill>
                <a:effectLst/>
                <a:latin typeface="Cascadia Code" panose="020B0609020000020004" pitchFamily="49" charset="0"/>
              </a:rPr>
              <a:t> </a:t>
            </a:r>
            <a:r>
              <a:rPr lang="en-US" b="1" dirty="0">
                <a:solidFill>
                  <a:srgbClr val="36F9F6"/>
                </a:solidFill>
                <a:effectLst/>
                <a:latin typeface="Cascadia Code" panose="020B0609020000020004" pitchFamily="49" charset="0"/>
              </a:rPr>
              <a:t>&lt;/</a:t>
            </a:r>
            <a:r>
              <a:rPr lang="en-US" b="1" dirty="0">
                <a:solidFill>
                  <a:srgbClr val="72F1B8"/>
                </a:solidFill>
                <a:effectLst/>
                <a:latin typeface="Cascadia Code" panose="020B0609020000020004" pitchFamily="49" charset="0"/>
              </a:rPr>
              <a:t>h2</a:t>
            </a:r>
            <a:r>
              <a:rPr lang="en-US" b="1" dirty="0">
                <a:solidFill>
                  <a:srgbClr val="36F9F6"/>
                </a:solidFill>
                <a:effectLst/>
                <a:latin typeface="Cascadia Code" panose="020B0609020000020004" pitchFamily="49" charset="0"/>
              </a:rPr>
              <a:t>&gt;</a:t>
            </a:r>
            <a:endParaRPr lang="en-US" b="1" dirty="0">
              <a:solidFill>
                <a:srgbClr val="BBBBBB"/>
              </a:solidFill>
              <a:effectLst/>
              <a:latin typeface="Cascadia Code" panose="020B0609020000020004" pitchFamily="49" charset="0"/>
            </a:endParaRPr>
          </a:p>
          <a:p>
            <a:r>
              <a:rPr lang="en-US" b="1" dirty="0">
                <a:solidFill>
                  <a:srgbClr val="BBBBBB"/>
                </a:solidFill>
                <a:effectLst/>
                <a:latin typeface="Cascadia Code" panose="020B0609020000020004" pitchFamily="49" charset="0"/>
              </a:rPr>
              <a:t>        </a:t>
            </a:r>
            <a:r>
              <a:rPr lang="en-US" b="1" dirty="0">
                <a:solidFill>
                  <a:srgbClr val="36F9F6"/>
                </a:solidFill>
                <a:effectLst/>
                <a:latin typeface="Cascadia Code" panose="020B0609020000020004" pitchFamily="49" charset="0"/>
              </a:rPr>
              <a:t>&lt;</a:t>
            </a:r>
            <a:r>
              <a:rPr lang="en-US" b="1" dirty="0">
                <a:solidFill>
                  <a:srgbClr val="72F1B8"/>
                </a:solidFill>
                <a:effectLst/>
                <a:latin typeface="Cascadia Code" panose="020B0609020000020004" pitchFamily="49" charset="0"/>
              </a:rPr>
              <a:t>h2</a:t>
            </a:r>
            <a:r>
              <a:rPr lang="en-US" b="1" dirty="0">
                <a:solidFill>
                  <a:srgbClr val="36F9F6"/>
                </a:solidFill>
                <a:effectLst/>
                <a:latin typeface="Cascadia Code" panose="020B0609020000020004" pitchFamily="49" charset="0"/>
              </a:rPr>
              <a:t>&gt;</a:t>
            </a:r>
            <a:r>
              <a:rPr lang="en-US" b="1" dirty="0">
                <a:solidFill>
                  <a:srgbClr val="BBBBBB"/>
                </a:solidFill>
                <a:effectLst/>
                <a:latin typeface="Cascadia Code" panose="020B0609020000020004" pitchFamily="49" charset="0"/>
              </a:rPr>
              <a:t> Email Id : </a:t>
            </a:r>
            <a:r>
              <a:rPr lang="en-US" b="1" dirty="0">
                <a:solidFill>
                  <a:srgbClr val="FEDE5D"/>
                </a:solidFill>
                <a:effectLst/>
                <a:latin typeface="Cascadia Code" panose="020B0609020000020004" pitchFamily="49" charset="0"/>
              </a:rPr>
              <a:t>{</a:t>
            </a:r>
            <a:r>
              <a:rPr lang="en-US" b="1" dirty="0" err="1">
                <a:solidFill>
                  <a:srgbClr val="FF7EDB"/>
                </a:solidFill>
                <a:effectLst/>
                <a:latin typeface="Cascadia Code" panose="020B0609020000020004" pitchFamily="49" charset="0"/>
              </a:rPr>
              <a:t>emailId</a:t>
            </a:r>
            <a:r>
              <a:rPr lang="en-US" b="1" dirty="0">
                <a:solidFill>
                  <a:srgbClr val="FEDE5D"/>
                </a:solidFill>
                <a:effectLst/>
                <a:latin typeface="Cascadia Code" panose="020B0609020000020004" pitchFamily="49" charset="0"/>
              </a:rPr>
              <a:t>}</a:t>
            </a:r>
            <a:r>
              <a:rPr lang="en-US" b="1" dirty="0">
                <a:solidFill>
                  <a:srgbClr val="BBBBBB"/>
                </a:solidFill>
                <a:effectLst/>
                <a:latin typeface="Cascadia Code" panose="020B0609020000020004" pitchFamily="49" charset="0"/>
              </a:rPr>
              <a:t> </a:t>
            </a:r>
            <a:r>
              <a:rPr lang="en-US" b="1" dirty="0">
                <a:solidFill>
                  <a:srgbClr val="36F9F6"/>
                </a:solidFill>
                <a:effectLst/>
                <a:latin typeface="Cascadia Code" panose="020B0609020000020004" pitchFamily="49" charset="0"/>
              </a:rPr>
              <a:t>&lt;/</a:t>
            </a:r>
            <a:r>
              <a:rPr lang="en-US" b="1" dirty="0">
                <a:solidFill>
                  <a:srgbClr val="72F1B8"/>
                </a:solidFill>
                <a:effectLst/>
                <a:latin typeface="Cascadia Code" panose="020B0609020000020004" pitchFamily="49" charset="0"/>
              </a:rPr>
              <a:t>h2</a:t>
            </a:r>
            <a:r>
              <a:rPr lang="en-US" b="1" dirty="0">
                <a:solidFill>
                  <a:srgbClr val="36F9F6"/>
                </a:solidFill>
                <a:effectLst/>
                <a:latin typeface="Cascadia Code" panose="020B0609020000020004" pitchFamily="49" charset="0"/>
              </a:rPr>
              <a:t>&gt;</a:t>
            </a:r>
            <a:endParaRPr lang="en-US" b="1" dirty="0">
              <a:solidFill>
                <a:srgbClr val="BBBBBB"/>
              </a:solidFill>
              <a:effectLst/>
              <a:latin typeface="Cascadia Code" panose="020B0609020000020004" pitchFamily="49" charset="0"/>
            </a:endParaRPr>
          </a:p>
          <a:p>
            <a:r>
              <a:rPr lang="en-US" b="1" dirty="0">
                <a:solidFill>
                  <a:srgbClr val="BBBBBB"/>
                </a:solidFill>
                <a:effectLst/>
                <a:latin typeface="Cascadia Code" panose="020B0609020000020004" pitchFamily="49" charset="0"/>
              </a:rPr>
              <a:t>      </a:t>
            </a:r>
            <a:r>
              <a:rPr lang="en-US" b="1" dirty="0">
                <a:solidFill>
                  <a:srgbClr val="36F9F6"/>
                </a:solidFill>
                <a:effectLst/>
                <a:latin typeface="Cascadia Code" panose="020B0609020000020004" pitchFamily="49" charset="0"/>
              </a:rPr>
              <a:t>&lt;/</a:t>
            </a:r>
            <a:r>
              <a:rPr lang="en-US" b="1" dirty="0">
                <a:solidFill>
                  <a:srgbClr val="72F1B8"/>
                </a:solidFill>
                <a:effectLst/>
                <a:latin typeface="Cascadia Code" panose="020B0609020000020004" pitchFamily="49" charset="0"/>
              </a:rPr>
              <a:t>div</a:t>
            </a:r>
            <a:r>
              <a:rPr lang="en-US" b="1" dirty="0">
                <a:solidFill>
                  <a:srgbClr val="36F9F6"/>
                </a:solidFill>
                <a:effectLst/>
                <a:latin typeface="Cascadia Code" panose="020B0609020000020004" pitchFamily="49" charset="0"/>
              </a:rPr>
              <a:t>&gt;</a:t>
            </a:r>
            <a:endParaRPr lang="en-US" b="1" dirty="0">
              <a:solidFill>
                <a:srgbClr val="BBBBBB"/>
              </a:solidFill>
              <a:effectLst/>
              <a:latin typeface="Cascadia Code" panose="020B0609020000020004" pitchFamily="49" charset="0"/>
            </a:endParaRPr>
          </a:p>
          <a:p>
            <a:r>
              <a:rPr lang="en-US" b="1" dirty="0">
                <a:solidFill>
                  <a:srgbClr val="BBBBBB"/>
                </a:solidFill>
                <a:effectLst/>
                <a:latin typeface="Cascadia Code" panose="020B0609020000020004" pitchFamily="49" charset="0"/>
              </a:rPr>
              <a:t>    );</a:t>
            </a:r>
          </a:p>
          <a:p>
            <a:r>
              <a:rPr lang="en-US" b="1" dirty="0">
                <a:solidFill>
                  <a:srgbClr val="BBBBBB"/>
                </a:solidFill>
                <a:effectLst/>
                <a:latin typeface="Cascadia Code" panose="020B0609020000020004" pitchFamily="49" charset="0"/>
              </a:rPr>
              <a:t>  }</a:t>
            </a:r>
          </a:p>
          <a:p>
            <a:r>
              <a:rPr lang="en-US" b="1" dirty="0">
                <a:solidFill>
                  <a:srgbClr val="BBBBBB"/>
                </a:solidFill>
                <a:effectLst/>
                <a:latin typeface="Cascadia Code" panose="020B0609020000020004" pitchFamily="49" charset="0"/>
              </a:rPr>
              <a:t>}</a:t>
            </a:r>
          </a:p>
          <a:p>
            <a:br>
              <a:rPr lang="en-US" b="1" dirty="0">
                <a:solidFill>
                  <a:srgbClr val="BBBBBB"/>
                </a:solidFill>
                <a:effectLst/>
                <a:latin typeface="Cascadia Code" panose="020B0609020000020004" pitchFamily="49" charset="0"/>
              </a:rPr>
            </a:br>
            <a:r>
              <a:rPr lang="en-US" b="1" dirty="0">
                <a:solidFill>
                  <a:srgbClr val="72F1B8"/>
                </a:solidFill>
                <a:effectLst/>
                <a:latin typeface="Cascadia Code" panose="020B0609020000020004" pitchFamily="49" charset="0"/>
              </a:rPr>
              <a:t>export</a:t>
            </a:r>
            <a:r>
              <a:rPr lang="en-US" b="1" dirty="0">
                <a:solidFill>
                  <a:srgbClr val="BBBBBB"/>
                </a:solidFill>
                <a:effectLst/>
                <a:latin typeface="Cascadia Code" panose="020B0609020000020004" pitchFamily="49" charset="0"/>
              </a:rPr>
              <a:t> </a:t>
            </a:r>
            <a:r>
              <a:rPr lang="en-US" b="1" dirty="0">
                <a:solidFill>
                  <a:srgbClr val="FEDE5D"/>
                </a:solidFill>
                <a:effectLst/>
                <a:latin typeface="Cascadia Code" panose="020B0609020000020004" pitchFamily="49" charset="0"/>
              </a:rPr>
              <a:t>default</a:t>
            </a:r>
            <a:r>
              <a:rPr lang="en-US" b="1" dirty="0">
                <a:solidFill>
                  <a:srgbClr val="BBBBBB"/>
                </a:solidFill>
                <a:effectLst/>
                <a:latin typeface="Cascadia Code" panose="020B0609020000020004" pitchFamily="49" charset="0"/>
              </a:rPr>
              <a:t> </a:t>
            </a:r>
            <a:r>
              <a:rPr lang="en-US" b="1" dirty="0">
                <a:solidFill>
                  <a:srgbClr val="FE4450"/>
                </a:solidFill>
                <a:effectLst/>
                <a:latin typeface="Cascadia Code" panose="020B0609020000020004" pitchFamily="49" charset="0"/>
              </a:rPr>
              <a:t>Employee</a:t>
            </a:r>
            <a:r>
              <a:rPr lang="en-US" b="1" dirty="0">
                <a:solidFill>
                  <a:srgbClr val="BBBBBB"/>
                </a:solidFill>
                <a:effectLst/>
                <a:latin typeface="Cascadia Code" panose="020B0609020000020004" pitchFamily="49" charset="0"/>
              </a:rPr>
              <a:t>;</a:t>
            </a:r>
          </a:p>
        </p:txBody>
      </p:sp>
    </p:spTree>
    <p:extLst>
      <p:ext uri="{BB962C8B-B14F-4D97-AF65-F5344CB8AC3E}">
        <p14:creationId xmlns:p14="http://schemas.microsoft.com/office/powerpoint/2010/main" val="3390838574"/>
      </p:ext>
    </p:extLst>
  </p:cSld>
  <p:clrMapOvr>
    <a:overrideClrMapping bg1="dk1" tx1="lt1" bg2="dk2" tx2="lt2" accent1="accent1" accent2="accent2" accent3="accent3" accent4="accent4" accent5="accent5" accent6="accent6" hlink="hlink" folHlink="folHlink"/>
  </p:clrMapOvr>
  <mc:AlternateContent xmlns:mc="http://schemas.openxmlformats.org/markup-compatibility/2006" xmlns:p159="http://schemas.microsoft.com/office/powerpoint/2015/09/main">
    <mc:Choice Requires="p159">
      <p:transition>
        <p159:morph option="byObject"/>
      </p:transition>
    </mc:Choice>
    <mc:Fallback xmlns="">
      <p:transition>
        <p:fade/>
      </p:transition>
    </mc:Fallback>
  </mc:AlternateContent>
</p:sld>
</file>

<file path=ppt/slides/slide43.xml><?xml version="1.0" encoding="utf-8"?>
<p:sld xmlns:a="http://schemas.openxmlformats.org/drawingml/2006/main" xmlns:r="http://schemas.openxmlformats.org/officeDocument/2006/relationships" xmlns:p="http://schemas.openxmlformats.org/presentationml/2006/main" show="0">
  <p:cSld>
    <p:bg>
      <p:bgPr>
        <a:solidFill>
          <a:schemeClr val="bg2"/>
        </a:solidFill>
        <a:effectLst/>
      </p:bgPr>
    </p:bg>
    <p:spTree>
      <p:nvGrpSpPr>
        <p:cNvPr id="1" name=""/>
        <p:cNvGrpSpPr/>
        <p:nvPr/>
      </p:nvGrpSpPr>
      <p:grpSpPr>
        <a:xfrm>
          <a:off x="0" y="0"/>
          <a:ext cx="0" cy="0"/>
          <a:chOff x="0" y="0"/>
          <a:chExt cx="0" cy="0"/>
        </a:xfrm>
      </p:grpSpPr>
      <p:sp useBgFill="1">
        <p:nvSpPr>
          <p:cNvPr id="21" name="Rectangle 20">
            <a:extLst>
              <a:ext uri="{FF2B5EF4-FFF2-40B4-BE49-F238E27FC236}">
                <a16:creationId xmlns:a16="http://schemas.microsoft.com/office/drawing/2014/main" id="{E5A92FE9-DB05-4D0D-AF5A-BE8664B9FFB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grpSp>
        <p:nvGrpSpPr>
          <p:cNvPr id="23" name="Group 22">
            <a:extLst>
              <a:ext uri="{FF2B5EF4-FFF2-40B4-BE49-F238E27FC236}">
                <a16:creationId xmlns:a16="http://schemas.microsoft.com/office/drawing/2014/main" id="{53D9B26A-5143-49A7-BA98-D871D5BD719A}"/>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flipH="1">
            <a:off x="6526211" y="1"/>
            <a:ext cx="5014912" cy="6857999"/>
            <a:chOff x="2928938" y="-4763"/>
            <a:chExt cx="5014912" cy="6862763"/>
          </a:xfrm>
        </p:grpSpPr>
        <p:sp>
          <p:nvSpPr>
            <p:cNvPr id="24" name="Freeform 6">
              <a:extLst>
                <a:ext uri="{FF2B5EF4-FFF2-40B4-BE49-F238E27FC236}">
                  <a16:creationId xmlns:a16="http://schemas.microsoft.com/office/drawing/2014/main" id="{68B85E55-A2A1-4682-B891-F201358A92D5}"/>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3367088" y="-4763"/>
              <a:ext cx="1063625" cy="2782888"/>
            </a:xfrm>
            <a:custGeom>
              <a:avLst/>
              <a:gdLst/>
              <a:ahLst/>
              <a:cxnLst/>
              <a:rect l="0" t="0" r="r" b="b"/>
              <a:pathLst>
                <a:path w="670" h="1753">
                  <a:moveTo>
                    <a:pt x="0" y="1696"/>
                  </a:moveTo>
                  <a:lnTo>
                    <a:pt x="225" y="1753"/>
                  </a:lnTo>
                  <a:lnTo>
                    <a:pt x="670" y="0"/>
                  </a:lnTo>
                  <a:lnTo>
                    <a:pt x="430" y="0"/>
                  </a:lnTo>
                  <a:lnTo>
                    <a:pt x="0" y="1696"/>
                  </a:lnTo>
                  <a:close/>
                </a:path>
              </a:pathLst>
            </a:custGeom>
            <a:solidFill>
              <a:schemeClr val="accent1"/>
            </a:solidFill>
            <a:ln>
              <a:noFill/>
            </a:ln>
          </p:spPr>
          <p:txBody>
            <a:bodyPr/>
            <a:lstStyle/>
            <a:p>
              <a:endParaRPr lang="en-US"/>
            </a:p>
          </p:txBody>
        </p:sp>
        <p:sp>
          <p:nvSpPr>
            <p:cNvPr id="25" name="Freeform 7">
              <a:extLst>
                <a:ext uri="{FF2B5EF4-FFF2-40B4-BE49-F238E27FC236}">
                  <a16:creationId xmlns:a16="http://schemas.microsoft.com/office/drawing/2014/main" id="{45EF6EDB-9B5D-49E9-96FA-1AE08BF95E57}"/>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2928938" y="-4763"/>
              <a:ext cx="1035050" cy="2673350"/>
            </a:xfrm>
            <a:custGeom>
              <a:avLst/>
              <a:gdLst/>
              <a:ahLst/>
              <a:cxnLst/>
              <a:rect l="0" t="0" r="r" b="b"/>
              <a:pathLst>
                <a:path w="652" h="1684">
                  <a:moveTo>
                    <a:pt x="225" y="1684"/>
                  </a:moveTo>
                  <a:lnTo>
                    <a:pt x="652" y="0"/>
                  </a:lnTo>
                  <a:lnTo>
                    <a:pt x="411" y="0"/>
                  </a:lnTo>
                  <a:lnTo>
                    <a:pt x="0" y="1627"/>
                  </a:lnTo>
                  <a:lnTo>
                    <a:pt x="219" y="1681"/>
                  </a:lnTo>
                  <a:lnTo>
                    <a:pt x="225" y="1684"/>
                  </a:lnTo>
                  <a:close/>
                </a:path>
              </a:pathLst>
            </a:custGeom>
            <a:solidFill>
              <a:srgbClr val="595959"/>
            </a:solidFill>
            <a:ln>
              <a:noFill/>
            </a:ln>
          </p:spPr>
          <p:txBody>
            <a:bodyPr/>
            <a:lstStyle/>
            <a:p>
              <a:endParaRPr lang="en-US"/>
            </a:p>
          </p:txBody>
        </p:sp>
        <p:sp>
          <p:nvSpPr>
            <p:cNvPr id="26" name="Freeform 12">
              <a:extLst>
                <a:ext uri="{FF2B5EF4-FFF2-40B4-BE49-F238E27FC236}">
                  <a16:creationId xmlns:a16="http://schemas.microsoft.com/office/drawing/2014/main" id="{38338226-D6E2-4EEE-B271-DB4BD096DBA1}"/>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2928938" y="2582862"/>
              <a:ext cx="2693987" cy="4275138"/>
            </a:xfrm>
            <a:custGeom>
              <a:avLst/>
              <a:gdLst/>
              <a:ahLst/>
              <a:cxnLst/>
              <a:rect l="0" t="0" r="r" b="b"/>
              <a:pathLst>
                <a:path w="1697" h="2693">
                  <a:moveTo>
                    <a:pt x="0" y="0"/>
                  </a:moveTo>
                  <a:lnTo>
                    <a:pt x="1622" y="2693"/>
                  </a:lnTo>
                  <a:lnTo>
                    <a:pt x="1697" y="2693"/>
                  </a:lnTo>
                  <a:lnTo>
                    <a:pt x="0" y="0"/>
                  </a:lnTo>
                  <a:close/>
                </a:path>
              </a:pathLst>
            </a:custGeom>
            <a:solidFill>
              <a:srgbClr val="262626"/>
            </a:solidFill>
            <a:ln>
              <a:noFill/>
            </a:ln>
          </p:spPr>
          <p:txBody>
            <a:bodyPr/>
            <a:lstStyle/>
            <a:p>
              <a:endParaRPr lang="en-US"/>
            </a:p>
          </p:txBody>
        </p:sp>
        <p:sp>
          <p:nvSpPr>
            <p:cNvPr id="27" name="Freeform 13">
              <a:extLst>
                <a:ext uri="{FF2B5EF4-FFF2-40B4-BE49-F238E27FC236}">
                  <a16:creationId xmlns:a16="http://schemas.microsoft.com/office/drawing/2014/main" id="{4878FB48-17B3-4A11-8025-DE0945CD4E71}"/>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3371850" y="2692400"/>
              <a:ext cx="3332162" cy="4165600"/>
            </a:xfrm>
            <a:custGeom>
              <a:avLst/>
              <a:gdLst/>
              <a:ahLst/>
              <a:cxnLst/>
              <a:rect l="0" t="0" r="r" b="b"/>
              <a:pathLst>
                <a:path w="2099" h="2624">
                  <a:moveTo>
                    <a:pt x="2099" y="2624"/>
                  </a:moveTo>
                  <a:lnTo>
                    <a:pt x="0" y="0"/>
                  </a:lnTo>
                  <a:lnTo>
                    <a:pt x="2021" y="2624"/>
                  </a:lnTo>
                  <a:lnTo>
                    <a:pt x="2099" y="2624"/>
                  </a:lnTo>
                  <a:close/>
                </a:path>
              </a:pathLst>
            </a:custGeom>
            <a:solidFill>
              <a:schemeClr val="accent1">
                <a:lumMod val="50000"/>
              </a:schemeClr>
            </a:solidFill>
            <a:ln>
              <a:noFill/>
            </a:ln>
          </p:spPr>
          <p:txBody>
            <a:bodyPr/>
            <a:lstStyle/>
            <a:p>
              <a:endParaRPr lang="en-US"/>
            </a:p>
          </p:txBody>
        </p:sp>
        <p:sp>
          <p:nvSpPr>
            <p:cNvPr id="28" name="Freeform 14">
              <a:extLst>
                <a:ext uri="{FF2B5EF4-FFF2-40B4-BE49-F238E27FC236}">
                  <a16:creationId xmlns:a16="http://schemas.microsoft.com/office/drawing/2014/main" id="{4150A21C-DD6D-4D3C-9E95-7A3CA263BEB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3367088" y="2687637"/>
              <a:ext cx="4576762" cy="4170363"/>
            </a:xfrm>
            <a:custGeom>
              <a:avLst/>
              <a:gdLst/>
              <a:ahLst/>
              <a:cxnLst/>
              <a:rect l="0" t="0" r="r" b="b"/>
              <a:pathLst>
                <a:path w="2883" h="2627">
                  <a:moveTo>
                    <a:pt x="0" y="0"/>
                  </a:moveTo>
                  <a:lnTo>
                    <a:pt x="3" y="3"/>
                  </a:lnTo>
                  <a:lnTo>
                    <a:pt x="2102" y="2627"/>
                  </a:lnTo>
                  <a:lnTo>
                    <a:pt x="2883" y="2627"/>
                  </a:lnTo>
                  <a:lnTo>
                    <a:pt x="225" y="57"/>
                  </a:lnTo>
                  <a:lnTo>
                    <a:pt x="0" y="0"/>
                  </a:lnTo>
                  <a:close/>
                </a:path>
              </a:pathLst>
            </a:custGeom>
            <a:solidFill>
              <a:schemeClr val="accent1">
                <a:lumMod val="75000"/>
              </a:schemeClr>
            </a:solidFill>
            <a:ln>
              <a:noFill/>
            </a:ln>
          </p:spPr>
          <p:txBody>
            <a:bodyPr/>
            <a:lstStyle/>
            <a:p>
              <a:endParaRPr lang="en-US"/>
            </a:p>
          </p:txBody>
        </p:sp>
        <p:sp>
          <p:nvSpPr>
            <p:cNvPr id="29" name="Freeform 15">
              <a:extLst>
                <a:ext uri="{FF2B5EF4-FFF2-40B4-BE49-F238E27FC236}">
                  <a16:creationId xmlns:a16="http://schemas.microsoft.com/office/drawing/2014/main" id="{7505BF04-104D-4180-A284-42FCD6B04DD6}"/>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2928938" y="2578100"/>
              <a:ext cx="3584575" cy="4279900"/>
            </a:xfrm>
            <a:custGeom>
              <a:avLst/>
              <a:gdLst/>
              <a:ahLst/>
              <a:cxnLst/>
              <a:rect l="0" t="0" r="r" b="b"/>
              <a:pathLst>
                <a:path w="2258" h="2696">
                  <a:moveTo>
                    <a:pt x="2258" y="2696"/>
                  </a:moveTo>
                  <a:lnTo>
                    <a:pt x="264" y="111"/>
                  </a:lnTo>
                  <a:lnTo>
                    <a:pt x="228" y="60"/>
                  </a:lnTo>
                  <a:lnTo>
                    <a:pt x="225" y="57"/>
                  </a:lnTo>
                  <a:lnTo>
                    <a:pt x="0" y="0"/>
                  </a:lnTo>
                  <a:lnTo>
                    <a:pt x="0" y="3"/>
                  </a:lnTo>
                  <a:lnTo>
                    <a:pt x="1697" y="2696"/>
                  </a:lnTo>
                  <a:lnTo>
                    <a:pt x="2258" y="2696"/>
                  </a:lnTo>
                  <a:close/>
                </a:path>
              </a:pathLst>
            </a:custGeom>
            <a:solidFill>
              <a:srgbClr val="404040"/>
            </a:solidFill>
            <a:ln>
              <a:noFill/>
            </a:ln>
          </p:spPr>
          <p:txBody>
            <a:bodyPr/>
            <a:lstStyle/>
            <a:p>
              <a:endParaRPr lang="en-US"/>
            </a:p>
          </p:txBody>
        </p:sp>
      </p:grpSp>
      <p:sp>
        <p:nvSpPr>
          <p:cNvPr id="2" name="Title 1">
            <a:extLst>
              <a:ext uri="{FF2B5EF4-FFF2-40B4-BE49-F238E27FC236}">
                <a16:creationId xmlns:a16="http://schemas.microsoft.com/office/drawing/2014/main" id="{652CD06E-EB43-4697-A9C1-290232C3BAD6}"/>
              </a:ext>
            </a:extLst>
          </p:cNvPr>
          <p:cNvSpPr>
            <a:spLocks noGrp="1"/>
          </p:cNvSpPr>
          <p:nvPr>
            <p:ph type="ctrTitle"/>
          </p:nvPr>
        </p:nvSpPr>
        <p:spPr>
          <a:xfrm>
            <a:off x="473345" y="0"/>
            <a:ext cx="11604355" cy="1223994"/>
          </a:xfrm>
        </p:spPr>
        <p:txBody>
          <a:bodyPr>
            <a:noAutofit/>
          </a:bodyPr>
          <a:lstStyle/>
          <a:p>
            <a:pPr algn="l"/>
            <a:r>
              <a:rPr lang="en-US" sz="4800" dirty="0">
                <a:effectLst/>
                <a:latin typeface="Mystical Woods Smooth Script" panose="02000500000000000000" pitchFamily="2" charset="0"/>
              </a:rPr>
              <a:t> </a:t>
            </a:r>
            <a:r>
              <a:rPr lang="en-US" sz="4800" dirty="0" err="1">
                <a:effectLst/>
                <a:latin typeface="Mystical Woods Smooth Script" panose="02000500000000000000" pitchFamily="2" charset="0"/>
              </a:rPr>
              <a:t>Destructuring</a:t>
            </a:r>
            <a:r>
              <a:rPr lang="en-US" sz="4800" dirty="0">
                <a:effectLst/>
                <a:latin typeface="Mystical Woods Smooth Script" panose="02000500000000000000" pitchFamily="2" charset="0"/>
              </a:rPr>
              <a:t> Props and States</a:t>
            </a:r>
            <a:r>
              <a:rPr lang="en-US" sz="2100" b="1" dirty="0">
                <a:effectLst/>
                <a:latin typeface="Cavolini" panose="03000502040302020204" pitchFamily="66" charset="0"/>
                <a:cs typeface="Cavolini" panose="03000502040302020204" pitchFamily="66" charset="0"/>
              </a:rPr>
              <a:t>…</a:t>
            </a:r>
            <a:endParaRPr lang="en-US" sz="4800" b="1" dirty="0">
              <a:latin typeface="Mystical Woods Smooth Script" panose="02000500000000000000" pitchFamily="2" charset="0"/>
              <a:cs typeface="Cavolini" panose="03000502040302020204" pitchFamily="66" charset="0"/>
            </a:endParaRPr>
          </a:p>
        </p:txBody>
      </p:sp>
      <p:grpSp>
        <p:nvGrpSpPr>
          <p:cNvPr id="6" name="Group 5">
            <a:extLst>
              <a:ext uri="{FF2B5EF4-FFF2-40B4-BE49-F238E27FC236}">
                <a16:creationId xmlns:a16="http://schemas.microsoft.com/office/drawing/2014/main" id="{752A73B4-49EC-E765-1462-2A106F07C3D4}"/>
              </a:ext>
            </a:extLst>
          </p:cNvPr>
          <p:cNvGrpSpPr/>
          <p:nvPr/>
        </p:nvGrpSpPr>
        <p:grpSpPr>
          <a:xfrm>
            <a:off x="481809" y="1152868"/>
            <a:ext cx="8950321" cy="182880"/>
            <a:chOff x="1089027" y="1251583"/>
            <a:chExt cx="8950321" cy="182880"/>
          </a:xfrm>
        </p:grpSpPr>
        <p:cxnSp>
          <p:nvCxnSpPr>
            <p:cNvPr id="4" name="Straight Connector 3">
              <a:extLst>
                <a:ext uri="{FF2B5EF4-FFF2-40B4-BE49-F238E27FC236}">
                  <a16:creationId xmlns:a16="http://schemas.microsoft.com/office/drawing/2014/main" id="{1111542F-3245-DDEC-4B5A-7412E7DBE5FD}"/>
                </a:ext>
              </a:extLst>
            </p:cNvPr>
            <p:cNvCxnSpPr/>
            <p:nvPr/>
          </p:nvCxnSpPr>
          <p:spPr>
            <a:xfrm>
              <a:off x="1089027" y="1347537"/>
              <a:ext cx="8786493" cy="0"/>
            </a:xfrm>
            <a:prstGeom prst="line">
              <a:avLst/>
            </a:prstGeom>
            <a:ln w="38100">
              <a:solidFill>
                <a:srgbClr val="595959"/>
              </a:solidFill>
            </a:ln>
            <a:effectLst>
              <a:reflection blurRad="6350" stA="50000" endA="275" endPos="40000" dist="101600" dir="5400000" sy="-100000" algn="bl" rotWithShape="0"/>
              <a:softEdge rad="12700"/>
            </a:effectLst>
          </p:spPr>
          <p:style>
            <a:lnRef idx="3">
              <a:schemeClr val="dk1"/>
            </a:lnRef>
            <a:fillRef idx="0">
              <a:schemeClr val="dk1"/>
            </a:fillRef>
            <a:effectRef idx="2">
              <a:schemeClr val="dk1"/>
            </a:effectRef>
            <a:fontRef idx="minor">
              <a:schemeClr val="tx1"/>
            </a:fontRef>
          </p:style>
        </p:cxnSp>
        <p:sp>
          <p:nvSpPr>
            <p:cNvPr id="5" name="Flowchart: Connector 4">
              <a:extLst>
                <a:ext uri="{FF2B5EF4-FFF2-40B4-BE49-F238E27FC236}">
                  <a16:creationId xmlns:a16="http://schemas.microsoft.com/office/drawing/2014/main" id="{B2858492-B751-8ED7-57BE-708D61DDCF50}"/>
                </a:ext>
              </a:extLst>
            </p:cNvPr>
            <p:cNvSpPr/>
            <p:nvPr/>
          </p:nvSpPr>
          <p:spPr>
            <a:xfrm>
              <a:off x="9856468" y="1251583"/>
              <a:ext cx="182880" cy="182880"/>
            </a:xfrm>
            <a:prstGeom prst="flowChartConnector">
              <a:avLst/>
            </a:prstGeom>
            <a:ln>
              <a:noFill/>
            </a:ln>
            <a:effectLst>
              <a:outerShdw blurRad="50800" dist="38100" dir="2700000" algn="tl"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11" name="TextBox 10">
            <a:extLst>
              <a:ext uri="{FF2B5EF4-FFF2-40B4-BE49-F238E27FC236}">
                <a16:creationId xmlns:a16="http://schemas.microsoft.com/office/drawing/2014/main" id="{EE9782A5-1465-38F7-C145-662AC5B677F6}"/>
              </a:ext>
            </a:extLst>
          </p:cNvPr>
          <p:cNvSpPr txBox="1"/>
          <p:nvPr/>
        </p:nvSpPr>
        <p:spPr>
          <a:xfrm>
            <a:off x="418989" y="2251759"/>
            <a:ext cx="11354022" cy="4114800"/>
          </a:xfrm>
          <a:prstGeom prst="rect">
            <a:avLst/>
          </a:prstGeom>
          <a:noFill/>
        </p:spPr>
        <p:txBody>
          <a:bodyPr wrap="square" numCol="2">
            <a:spAutoFit/>
          </a:bodyPr>
          <a:lstStyle/>
          <a:p>
            <a:r>
              <a:rPr lang="en-US" b="1" dirty="0">
                <a:solidFill>
                  <a:srgbClr val="72F1B8"/>
                </a:solidFill>
                <a:effectLst/>
                <a:latin typeface="Cascadia Code" panose="020B0609020000020004" pitchFamily="49" charset="0"/>
              </a:rPr>
              <a:t>import</a:t>
            </a:r>
            <a:r>
              <a:rPr lang="en-US" b="1" dirty="0">
                <a:solidFill>
                  <a:srgbClr val="BBBBBB"/>
                </a:solidFill>
                <a:effectLst/>
                <a:latin typeface="Cascadia Code" panose="020B0609020000020004" pitchFamily="49" charset="0"/>
              </a:rPr>
              <a:t> </a:t>
            </a:r>
            <a:r>
              <a:rPr lang="en-US" b="1" dirty="0">
                <a:solidFill>
                  <a:srgbClr val="FF7EDB"/>
                </a:solidFill>
                <a:effectLst/>
                <a:latin typeface="Cascadia Code" panose="020B0609020000020004" pitchFamily="49" charset="0"/>
              </a:rPr>
              <a:t>React</a:t>
            </a:r>
            <a:r>
              <a:rPr lang="en-US" b="1" dirty="0">
                <a:solidFill>
                  <a:srgbClr val="BBBBBB"/>
                </a:solidFill>
                <a:effectLst/>
                <a:latin typeface="Cascadia Code" panose="020B0609020000020004" pitchFamily="49" charset="0"/>
              </a:rPr>
              <a:t>, { </a:t>
            </a:r>
            <a:r>
              <a:rPr lang="en-US" b="1" dirty="0">
                <a:solidFill>
                  <a:srgbClr val="FF7EDB"/>
                </a:solidFill>
                <a:effectLst/>
                <a:latin typeface="Cascadia Code" panose="020B0609020000020004" pitchFamily="49" charset="0"/>
              </a:rPr>
              <a:t>Component</a:t>
            </a:r>
            <a:r>
              <a:rPr lang="en-US" b="1" dirty="0">
                <a:solidFill>
                  <a:srgbClr val="BBBBBB"/>
                </a:solidFill>
                <a:effectLst/>
                <a:latin typeface="Cascadia Code" panose="020B0609020000020004" pitchFamily="49" charset="0"/>
              </a:rPr>
              <a:t> } </a:t>
            </a:r>
            <a:r>
              <a:rPr lang="en-US" b="1" dirty="0">
                <a:solidFill>
                  <a:srgbClr val="FEDE5D"/>
                </a:solidFill>
                <a:effectLst/>
                <a:latin typeface="Cascadia Code" panose="020B0609020000020004" pitchFamily="49" charset="0"/>
              </a:rPr>
              <a:t>from</a:t>
            </a:r>
            <a:r>
              <a:rPr lang="en-US" b="1" dirty="0">
                <a:solidFill>
                  <a:srgbClr val="BBBBBB"/>
                </a:solidFill>
                <a:effectLst/>
                <a:latin typeface="Cascadia Code" panose="020B0609020000020004" pitchFamily="49" charset="0"/>
              </a:rPr>
              <a:t> </a:t>
            </a:r>
            <a:r>
              <a:rPr lang="en-US" b="1" dirty="0">
                <a:solidFill>
                  <a:srgbClr val="FF8B39"/>
                </a:solidFill>
                <a:effectLst/>
                <a:latin typeface="Cascadia Code" panose="020B0609020000020004" pitchFamily="49" charset="0"/>
              </a:rPr>
              <a:t>"react"</a:t>
            </a:r>
            <a:r>
              <a:rPr lang="en-US" b="1" dirty="0">
                <a:solidFill>
                  <a:srgbClr val="BBBBBB"/>
                </a:solidFill>
                <a:effectLst/>
                <a:latin typeface="Cascadia Code" panose="020B0609020000020004" pitchFamily="49" charset="0"/>
              </a:rPr>
              <a:t>;</a:t>
            </a:r>
          </a:p>
          <a:p>
            <a:br>
              <a:rPr lang="en-US" b="1" dirty="0">
                <a:solidFill>
                  <a:srgbClr val="BBBBBB"/>
                </a:solidFill>
                <a:effectLst/>
                <a:latin typeface="Cascadia Code" panose="020B0609020000020004" pitchFamily="49" charset="0"/>
              </a:rPr>
            </a:br>
            <a:r>
              <a:rPr lang="en-US" b="1" dirty="0">
                <a:solidFill>
                  <a:srgbClr val="FEDE5D"/>
                </a:solidFill>
                <a:effectLst/>
                <a:latin typeface="Cascadia Code" panose="020B0609020000020004" pitchFamily="49" charset="0"/>
              </a:rPr>
              <a:t>class</a:t>
            </a:r>
            <a:r>
              <a:rPr lang="en-US" b="1" dirty="0">
                <a:solidFill>
                  <a:srgbClr val="BBBBBB"/>
                </a:solidFill>
                <a:effectLst/>
                <a:latin typeface="Cascadia Code" panose="020B0609020000020004" pitchFamily="49" charset="0"/>
              </a:rPr>
              <a:t> </a:t>
            </a:r>
            <a:r>
              <a:rPr lang="en-US" b="1" dirty="0" err="1">
                <a:solidFill>
                  <a:srgbClr val="FE4450"/>
                </a:solidFill>
                <a:effectLst/>
                <a:latin typeface="Cascadia Code" panose="020B0609020000020004" pitchFamily="49" charset="0"/>
              </a:rPr>
              <a:t>StateDemo</a:t>
            </a:r>
            <a:r>
              <a:rPr lang="en-US" b="1" dirty="0">
                <a:solidFill>
                  <a:srgbClr val="BBBBBB"/>
                </a:solidFill>
                <a:effectLst/>
                <a:latin typeface="Cascadia Code" panose="020B0609020000020004" pitchFamily="49" charset="0"/>
              </a:rPr>
              <a:t> </a:t>
            </a:r>
            <a:r>
              <a:rPr lang="en-US" b="1" dirty="0">
                <a:solidFill>
                  <a:srgbClr val="FEDE5D"/>
                </a:solidFill>
                <a:effectLst/>
                <a:latin typeface="Cascadia Code" panose="020B0609020000020004" pitchFamily="49" charset="0"/>
              </a:rPr>
              <a:t>extends</a:t>
            </a:r>
            <a:r>
              <a:rPr lang="en-US" b="1" dirty="0">
                <a:solidFill>
                  <a:srgbClr val="BBBBBB"/>
                </a:solidFill>
                <a:effectLst/>
                <a:latin typeface="Cascadia Code" panose="020B0609020000020004" pitchFamily="49" charset="0"/>
              </a:rPr>
              <a:t> </a:t>
            </a:r>
            <a:r>
              <a:rPr lang="en-US" b="1" dirty="0">
                <a:solidFill>
                  <a:srgbClr val="FE4450"/>
                </a:solidFill>
                <a:effectLst/>
                <a:latin typeface="Cascadia Code" panose="020B0609020000020004" pitchFamily="49" charset="0"/>
              </a:rPr>
              <a:t>Component</a:t>
            </a:r>
            <a:r>
              <a:rPr lang="en-US" b="1" dirty="0">
                <a:solidFill>
                  <a:srgbClr val="BBBBBB"/>
                </a:solidFill>
                <a:effectLst/>
                <a:latin typeface="Cascadia Code" panose="020B0609020000020004" pitchFamily="49" charset="0"/>
              </a:rPr>
              <a:t> {</a:t>
            </a:r>
          </a:p>
          <a:p>
            <a:r>
              <a:rPr lang="en-US" b="1" dirty="0">
                <a:solidFill>
                  <a:srgbClr val="BBBBBB"/>
                </a:solidFill>
                <a:effectLst/>
                <a:latin typeface="Cascadia Code" panose="020B0609020000020004" pitchFamily="49" charset="0"/>
              </a:rPr>
              <a:t>  </a:t>
            </a:r>
            <a:r>
              <a:rPr lang="en-US" b="1" dirty="0">
                <a:solidFill>
                  <a:srgbClr val="36F9F6"/>
                </a:solidFill>
                <a:effectLst/>
                <a:latin typeface="Cascadia Code" panose="020B0609020000020004" pitchFamily="49" charset="0"/>
              </a:rPr>
              <a:t>render</a:t>
            </a:r>
            <a:r>
              <a:rPr lang="en-US" b="1" dirty="0">
                <a:solidFill>
                  <a:srgbClr val="BBBBBB"/>
                </a:solidFill>
                <a:effectLst/>
                <a:latin typeface="Cascadia Code" panose="020B0609020000020004" pitchFamily="49" charset="0"/>
              </a:rPr>
              <a:t>() {</a:t>
            </a:r>
          </a:p>
          <a:p>
            <a:r>
              <a:rPr lang="en-US" b="1" dirty="0">
                <a:solidFill>
                  <a:srgbClr val="BBBBBB"/>
                </a:solidFill>
                <a:effectLst/>
                <a:latin typeface="Cascadia Code" panose="020B0609020000020004" pitchFamily="49" charset="0"/>
              </a:rPr>
              <a:t>    </a:t>
            </a:r>
            <a:r>
              <a:rPr lang="en-US" b="1" dirty="0">
                <a:solidFill>
                  <a:srgbClr val="FEDE5D"/>
                </a:solidFill>
                <a:effectLst/>
                <a:latin typeface="Cascadia Code" panose="020B0609020000020004" pitchFamily="49" charset="0"/>
              </a:rPr>
              <a:t>const</a:t>
            </a:r>
            <a:r>
              <a:rPr lang="en-US" b="1" dirty="0">
                <a:solidFill>
                  <a:srgbClr val="BBBBBB"/>
                </a:solidFill>
                <a:effectLst/>
                <a:latin typeface="Cascadia Code" panose="020B0609020000020004" pitchFamily="49" charset="0"/>
              </a:rPr>
              <a:t> { </a:t>
            </a:r>
            <a:r>
              <a:rPr lang="en-US" b="1" dirty="0">
                <a:solidFill>
                  <a:srgbClr val="FF7EDB"/>
                </a:solidFill>
                <a:effectLst/>
                <a:latin typeface="Cascadia Code" panose="020B0609020000020004" pitchFamily="49" charset="0"/>
              </a:rPr>
              <a:t>state1</a:t>
            </a:r>
            <a:r>
              <a:rPr lang="en-US" b="1" dirty="0">
                <a:solidFill>
                  <a:srgbClr val="BBBBBB"/>
                </a:solidFill>
                <a:effectLst/>
                <a:latin typeface="Cascadia Code" panose="020B0609020000020004" pitchFamily="49" charset="0"/>
              </a:rPr>
              <a:t>, </a:t>
            </a:r>
            <a:r>
              <a:rPr lang="en-US" b="1" dirty="0">
                <a:solidFill>
                  <a:srgbClr val="FF7EDB"/>
                </a:solidFill>
                <a:effectLst/>
                <a:latin typeface="Cascadia Code" panose="020B0609020000020004" pitchFamily="49" charset="0"/>
              </a:rPr>
              <a:t>state2</a:t>
            </a:r>
            <a:r>
              <a:rPr lang="en-US" b="1" dirty="0">
                <a:solidFill>
                  <a:srgbClr val="BBBBBB"/>
                </a:solidFill>
                <a:effectLst/>
                <a:latin typeface="Cascadia Code" panose="020B0609020000020004" pitchFamily="49" charset="0"/>
              </a:rPr>
              <a:t>, </a:t>
            </a:r>
            <a:r>
              <a:rPr lang="en-US" b="1" dirty="0">
                <a:solidFill>
                  <a:srgbClr val="FF7EDB"/>
                </a:solidFill>
                <a:effectLst/>
                <a:latin typeface="Cascadia Code" panose="020B0609020000020004" pitchFamily="49" charset="0"/>
              </a:rPr>
              <a:t>state3</a:t>
            </a:r>
            <a:r>
              <a:rPr lang="en-US" b="1" dirty="0">
                <a:solidFill>
                  <a:srgbClr val="BBBBBB"/>
                </a:solidFill>
                <a:effectLst/>
                <a:latin typeface="Cascadia Code" panose="020B0609020000020004" pitchFamily="49" charset="0"/>
              </a:rPr>
              <a:t> } </a:t>
            </a:r>
            <a:r>
              <a:rPr lang="en-US" b="1" dirty="0">
                <a:solidFill>
                  <a:srgbClr val="FFFFFF"/>
                </a:solidFill>
                <a:effectLst/>
                <a:latin typeface="Cascadia Code" panose="020B0609020000020004" pitchFamily="49" charset="0"/>
              </a:rPr>
              <a:t>=</a:t>
            </a:r>
            <a:r>
              <a:rPr lang="en-US" b="1" dirty="0">
                <a:solidFill>
                  <a:srgbClr val="BBBBBB"/>
                </a:solidFill>
                <a:effectLst/>
                <a:latin typeface="Cascadia Code" panose="020B0609020000020004" pitchFamily="49" charset="0"/>
              </a:rPr>
              <a:t> </a:t>
            </a:r>
            <a:r>
              <a:rPr lang="en-US" b="1" dirty="0" err="1">
                <a:solidFill>
                  <a:srgbClr val="FE4450"/>
                </a:solidFill>
                <a:effectLst/>
                <a:latin typeface="Cascadia Code" panose="020B0609020000020004" pitchFamily="49" charset="0"/>
              </a:rPr>
              <a:t>this</a:t>
            </a:r>
            <a:r>
              <a:rPr lang="en-US" b="1" dirty="0" err="1">
                <a:solidFill>
                  <a:srgbClr val="BBBBBB"/>
                </a:solidFill>
                <a:effectLst/>
                <a:latin typeface="Cascadia Code" panose="020B0609020000020004" pitchFamily="49" charset="0"/>
              </a:rPr>
              <a:t>.</a:t>
            </a:r>
            <a:r>
              <a:rPr lang="en-US" b="1" dirty="0" err="1">
                <a:solidFill>
                  <a:srgbClr val="FF7EDB"/>
                </a:solidFill>
                <a:effectLst/>
                <a:latin typeface="Cascadia Code" panose="020B0609020000020004" pitchFamily="49" charset="0"/>
              </a:rPr>
              <a:t>state</a:t>
            </a:r>
            <a:r>
              <a:rPr lang="en-US" b="1" dirty="0">
                <a:solidFill>
                  <a:srgbClr val="BBBBBB"/>
                </a:solidFill>
                <a:effectLst/>
                <a:latin typeface="Cascadia Code" panose="020B0609020000020004" pitchFamily="49" charset="0"/>
              </a:rPr>
              <a:t>;</a:t>
            </a:r>
          </a:p>
          <a:p>
            <a:br>
              <a:rPr lang="en-US" b="1" dirty="0">
                <a:solidFill>
                  <a:srgbClr val="BBBBBB"/>
                </a:solidFill>
                <a:effectLst/>
                <a:latin typeface="Cascadia Code" panose="020B0609020000020004" pitchFamily="49" charset="0"/>
              </a:rPr>
            </a:br>
            <a:r>
              <a:rPr lang="en-US" b="1" dirty="0">
                <a:solidFill>
                  <a:srgbClr val="BBBBBB"/>
                </a:solidFill>
                <a:effectLst/>
                <a:latin typeface="Cascadia Code" panose="020B0609020000020004" pitchFamily="49" charset="0"/>
              </a:rPr>
              <a:t>    </a:t>
            </a:r>
            <a:r>
              <a:rPr lang="en-US" b="1" dirty="0">
                <a:solidFill>
                  <a:srgbClr val="FEDE5D"/>
                </a:solidFill>
                <a:effectLst/>
                <a:latin typeface="Cascadia Code" panose="020B0609020000020004" pitchFamily="49" charset="0"/>
              </a:rPr>
              <a:t>return</a:t>
            </a:r>
            <a:r>
              <a:rPr lang="en-US" b="1" dirty="0">
                <a:solidFill>
                  <a:srgbClr val="BBBBBB"/>
                </a:solidFill>
                <a:effectLst/>
                <a:latin typeface="Cascadia Code" panose="020B0609020000020004" pitchFamily="49" charset="0"/>
              </a:rPr>
              <a:t> (</a:t>
            </a:r>
          </a:p>
          <a:p>
            <a:r>
              <a:rPr lang="en-US" b="1" dirty="0">
                <a:solidFill>
                  <a:srgbClr val="BBBBBB"/>
                </a:solidFill>
                <a:effectLst/>
                <a:latin typeface="Cascadia Code" panose="020B0609020000020004" pitchFamily="49" charset="0"/>
              </a:rPr>
              <a:t>      </a:t>
            </a:r>
            <a:r>
              <a:rPr lang="en-US" b="1" dirty="0">
                <a:solidFill>
                  <a:srgbClr val="36F9F6"/>
                </a:solidFill>
                <a:effectLst/>
                <a:latin typeface="Cascadia Code" panose="020B0609020000020004" pitchFamily="49" charset="0"/>
              </a:rPr>
              <a:t>&lt;</a:t>
            </a:r>
            <a:r>
              <a:rPr lang="en-US" b="1" dirty="0">
                <a:solidFill>
                  <a:srgbClr val="72F1B8"/>
                </a:solidFill>
                <a:effectLst/>
                <a:latin typeface="Cascadia Code" panose="020B0609020000020004" pitchFamily="49" charset="0"/>
              </a:rPr>
              <a:t>div</a:t>
            </a:r>
            <a:r>
              <a:rPr lang="en-US" b="1" dirty="0">
                <a:solidFill>
                  <a:srgbClr val="36F9F6"/>
                </a:solidFill>
                <a:effectLst/>
                <a:latin typeface="Cascadia Code" panose="020B0609020000020004" pitchFamily="49" charset="0"/>
              </a:rPr>
              <a:t>&gt;</a:t>
            </a:r>
            <a:endParaRPr lang="en-US" b="1" dirty="0">
              <a:solidFill>
                <a:srgbClr val="BBBBBB"/>
              </a:solidFill>
              <a:effectLst/>
              <a:latin typeface="Cascadia Code" panose="020B0609020000020004" pitchFamily="49" charset="0"/>
            </a:endParaRPr>
          </a:p>
          <a:p>
            <a:r>
              <a:rPr lang="en-US" b="1" dirty="0">
                <a:solidFill>
                  <a:srgbClr val="BBBBBB"/>
                </a:solidFill>
                <a:effectLst/>
                <a:latin typeface="Cascadia Code" panose="020B0609020000020004" pitchFamily="49" charset="0"/>
              </a:rPr>
              <a:t>        </a:t>
            </a:r>
            <a:r>
              <a:rPr lang="en-US" b="1" dirty="0">
                <a:solidFill>
                  <a:srgbClr val="36F9F6"/>
                </a:solidFill>
                <a:effectLst/>
                <a:latin typeface="Cascadia Code" panose="020B0609020000020004" pitchFamily="49" charset="0"/>
              </a:rPr>
              <a:t>&lt;</a:t>
            </a:r>
            <a:r>
              <a:rPr lang="en-US" b="1" dirty="0">
                <a:solidFill>
                  <a:srgbClr val="72F1B8"/>
                </a:solidFill>
                <a:effectLst/>
                <a:latin typeface="Cascadia Code" panose="020B0609020000020004" pitchFamily="49" charset="0"/>
              </a:rPr>
              <a:t>h1</a:t>
            </a:r>
            <a:r>
              <a:rPr lang="en-US" b="1" dirty="0">
                <a:solidFill>
                  <a:srgbClr val="36F9F6"/>
                </a:solidFill>
                <a:effectLst/>
                <a:latin typeface="Cascadia Code" panose="020B0609020000020004" pitchFamily="49" charset="0"/>
              </a:rPr>
              <a:t>&gt;</a:t>
            </a:r>
            <a:r>
              <a:rPr lang="en-US" b="1" dirty="0">
                <a:solidFill>
                  <a:srgbClr val="BBBBBB"/>
                </a:solidFill>
                <a:effectLst/>
                <a:latin typeface="Cascadia Code" panose="020B0609020000020004" pitchFamily="49" charset="0"/>
              </a:rPr>
              <a:t> State Details</a:t>
            </a:r>
            <a:r>
              <a:rPr lang="en-US" b="1" dirty="0">
                <a:solidFill>
                  <a:srgbClr val="36F9F6"/>
                </a:solidFill>
                <a:effectLst/>
                <a:latin typeface="Cascadia Code" panose="020B0609020000020004" pitchFamily="49" charset="0"/>
              </a:rPr>
              <a:t>&lt;/</a:t>
            </a:r>
            <a:r>
              <a:rPr lang="en-US" b="1" dirty="0">
                <a:solidFill>
                  <a:srgbClr val="72F1B8"/>
                </a:solidFill>
                <a:effectLst/>
                <a:latin typeface="Cascadia Code" panose="020B0609020000020004" pitchFamily="49" charset="0"/>
              </a:rPr>
              <a:t>h1</a:t>
            </a:r>
            <a:r>
              <a:rPr lang="en-US" b="1" dirty="0">
                <a:solidFill>
                  <a:srgbClr val="36F9F6"/>
                </a:solidFill>
                <a:effectLst/>
                <a:latin typeface="Cascadia Code" panose="020B0609020000020004" pitchFamily="49" charset="0"/>
              </a:rPr>
              <a:t>&gt;</a:t>
            </a:r>
            <a:endParaRPr lang="en-US" b="1" dirty="0">
              <a:solidFill>
                <a:srgbClr val="BBBBBB"/>
              </a:solidFill>
              <a:effectLst/>
              <a:latin typeface="Cascadia Code" panose="020B0609020000020004" pitchFamily="49" charset="0"/>
            </a:endParaRPr>
          </a:p>
          <a:p>
            <a:r>
              <a:rPr lang="en-US" b="1" dirty="0">
                <a:solidFill>
                  <a:srgbClr val="BBBBBB"/>
                </a:solidFill>
                <a:effectLst/>
                <a:latin typeface="Cascadia Code" panose="020B0609020000020004" pitchFamily="49" charset="0"/>
              </a:rPr>
              <a:t>        </a:t>
            </a:r>
            <a:r>
              <a:rPr lang="en-US" b="1" dirty="0">
                <a:solidFill>
                  <a:srgbClr val="36F9F6"/>
                </a:solidFill>
                <a:effectLst/>
                <a:latin typeface="Cascadia Code" panose="020B0609020000020004" pitchFamily="49" charset="0"/>
              </a:rPr>
              <a:t>&lt;</a:t>
            </a:r>
            <a:r>
              <a:rPr lang="en-US" b="1" dirty="0">
                <a:solidFill>
                  <a:srgbClr val="72F1B8"/>
                </a:solidFill>
                <a:effectLst/>
                <a:latin typeface="Cascadia Code" panose="020B0609020000020004" pitchFamily="49" charset="0"/>
              </a:rPr>
              <a:t>h2</a:t>
            </a:r>
            <a:r>
              <a:rPr lang="en-US" b="1" dirty="0">
                <a:solidFill>
                  <a:srgbClr val="36F9F6"/>
                </a:solidFill>
                <a:effectLst/>
                <a:latin typeface="Cascadia Code" panose="020B0609020000020004" pitchFamily="49" charset="0"/>
              </a:rPr>
              <a:t>&gt;</a:t>
            </a:r>
            <a:r>
              <a:rPr lang="en-US" b="1" dirty="0">
                <a:solidFill>
                  <a:srgbClr val="BBBBBB"/>
                </a:solidFill>
                <a:effectLst/>
                <a:latin typeface="Cascadia Code" panose="020B0609020000020004" pitchFamily="49" charset="0"/>
              </a:rPr>
              <a:t> state1 : </a:t>
            </a:r>
            <a:r>
              <a:rPr lang="en-US" b="1" dirty="0">
                <a:solidFill>
                  <a:srgbClr val="FEDE5D"/>
                </a:solidFill>
                <a:effectLst/>
                <a:latin typeface="Cascadia Code" panose="020B0609020000020004" pitchFamily="49" charset="0"/>
              </a:rPr>
              <a:t>{</a:t>
            </a:r>
            <a:r>
              <a:rPr lang="en-US" b="1" dirty="0">
                <a:solidFill>
                  <a:srgbClr val="FF7EDB"/>
                </a:solidFill>
                <a:effectLst/>
                <a:latin typeface="Cascadia Code" panose="020B0609020000020004" pitchFamily="49" charset="0"/>
              </a:rPr>
              <a:t>state1</a:t>
            </a:r>
            <a:r>
              <a:rPr lang="en-US" b="1" dirty="0">
                <a:solidFill>
                  <a:srgbClr val="FEDE5D"/>
                </a:solidFill>
                <a:effectLst/>
                <a:latin typeface="Cascadia Code" panose="020B0609020000020004" pitchFamily="49" charset="0"/>
              </a:rPr>
              <a:t>}</a:t>
            </a:r>
            <a:r>
              <a:rPr lang="en-US" b="1" dirty="0">
                <a:solidFill>
                  <a:srgbClr val="BBBBBB"/>
                </a:solidFill>
                <a:effectLst/>
                <a:latin typeface="Cascadia Code" panose="020B0609020000020004" pitchFamily="49" charset="0"/>
              </a:rPr>
              <a:t> </a:t>
            </a:r>
            <a:r>
              <a:rPr lang="en-US" b="1" dirty="0">
                <a:solidFill>
                  <a:srgbClr val="36F9F6"/>
                </a:solidFill>
                <a:effectLst/>
                <a:latin typeface="Cascadia Code" panose="020B0609020000020004" pitchFamily="49" charset="0"/>
              </a:rPr>
              <a:t>&lt;/</a:t>
            </a:r>
            <a:r>
              <a:rPr lang="en-US" b="1" dirty="0">
                <a:solidFill>
                  <a:srgbClr val="72F1B8"/>
                </a:solidFill>
                <a:effectLst/>
                <a:latin typeface="Cascadia Code" panose="020B0609020000020004" pitchFamily="49" charset="0"/>
              </a:rPr>
              <a:t>h2</a:t>
            </a:r>
            <a:r>
              <a:rPr lang="en-US" b="1" dirty="0">
                <a:solidFill>
                  <a:srgbClr val="36F9F6"/>
                </a:solidFill>
                <a:effectLst/>
                <a:latin typeface="Cascadia Code" panose="020B0609020000020004" pitchFamily="49" charset="0"/>
              </a:rPr>
              <a:t>&gt;</a:t>
            </a:r>
            <a:endParaRPr lang="en-US" b="1" dirty="0">
              <a:solidFill>
                <a:srgbClr val="BBBBBB"/>
              </a:solidFill>
              <a:effectLst/>
              <a:latin typeface="Cascadia Code" panose="020B0609020000020004" pitchFamily="49" charset="0"/>
            </a:endParaRPr>
          </a:p>
          <a:p>
            <a:r>
              <a:rPr lang="en-US" b="1" dirty="0">
                <a:solidFill>
                  <a:srgbClr val="BBBBBB"/>
                </a:solidFill>
                <a:effectLst/>
                <a:latin typeface="Cascadia Code" panose="020B0609020000020004" pitchFamily="49" charset="0"/>
              </a:rPr>
              <a:t>        </a:t>
            </a:r>
            <a:r>
              <a:rPr lang="en-US" b="1" dirty="0">
                <a:solidFill>
                  <a:srgbClr val="36F9F6"/>
                </a:solidFill>
                <a:effectLst/>
                <a:latin typeface="Cascadia Code" panose="020B0609020000020004" pitchFamily="49" charset="0"/>
              </a:rPr>
              <a:t>&lt;</a:t>
            </a:r>
            <a:r>
              <a:rPr lang="en-US" b="1" dirty="0">
                <a:solidFill>
                  <a:srgbClr val="72F1B8"/>
                </a:solidFill>
                <a:effectLst/>
                <a:latin typeface="Cascadia Code" panose="020B0609020000020004" pitchFamily="49" charset="0"/>
              </a:rPr>
              <a:t>h2</a:t>
            </a:r>
            <a:r>
              <a:rPr lang="en-US" b="1" dirty="0">
                <a:solidFill>
                  <a:srgbClr val="36F9F6"/>
                </a:solidFill>
                <a:effectLst/>
                <a:latin typeface="Cascadia Code" panose="020B0609020000020004" pitchFamily="49" charset="0"/>
              </a:rPr>
              <a:t>&gt;</a:t>
            </a:r>
            <a:r>
              <a:rPr lang="en-US" b="1" dirty="0">
                <a:solidFill>
                  <a:srgbClr val="BBBBBB"/>
                </a:solidFill>
                <a:effectLst/>
                <a:latin typeface="Cascadia Code" panose="020B0609020000020004" pitchFamily="49" charset="0"/>
              </a:rPr>
              <a:t> state2 : </a:t>
            </a:r>
            <a:r>
              <a:rPr lang="en-US" b="1" dirty="0">
                <a:solidFill>
                  <a:srgbClr val="FEDE5D"/>
                </a:solidFill>
                <a:effectLst/>
                <a:latin typeface="Cascadia Code" panose="020B0609020000020004" pitchFamily="49" charset="0"/>
              </a:rPr>
              <a:t>{</a:t>
            </a:r>
            <a:r>
              <a:rPr lang="en-US" b="1" dirty="0">
                <a:solidFill>
                  <a:srgbClr val="FF7EDB"/>
                </a:solidFill>
                <a:effectLst/>
                <a:latin typeface="Cascadia Code" panose="020B0609020000020004" pitchFamily="49" charset="0"/>
              </a:rPr>
              <a:t>state2</a:t>
            </a:r>
            <a:r>
              <a:rPr lang="en-US" b="1" dirty="0">
                <a:solidFill>
                  <a:srgbClr val="FEDE5D"/>
                </a:solidFill>
                <a:effectLst/>
                <a:latin typeface="Cascadia Code" panose="020B0609020000020004" pitchFamily="49" charset="0"/>
              </a:rPr>
              <a:t>}</a:t>
            </a:r>
            <a:r>
              <a:rPr lang="en-US" b="1" dirty="0">
                <a:solidFill>
                  <a:srgbClr val="BBBBBB"/>
                </a:solidFill>
                <a:effectLst/>
                <a:latin typeface="Cascadia Code" panose="020B0609020000020004" pitchFamily="49" charset="0"/>
              </a:rPr>
              <a:t> </a:t>
            </a:r>
            <a:r>
              <a:rPr lang="en-US" b="1" dirty="0">
                <a:solidFill>
                  <a:srgbClr val="36F9F6"/>
                </a:solidFill>
                <a:effectLst/>
                <a:latin typeface="Cascadia Code" panose="020B0609020000020004" pitchFamily="49" charset="0"/>
              </a:rPr>
              <a:t>&lt;/</a:t>
            </a:r>
            <a:r>
              <a:rPr lang="en-US" b="1" dirty="0">
                <a:solidFill>
                  <a:srgbClr val="72F1B8"/>
                </a:solidFill>
                <a:effectLst/>
                <a:latin typeface="Cascadia Code" panose="020B0609020000020004" pitchFamily="49" charset="0"/>
              </a:rPr>
              <a:t>h2</a:t>
            </a:r>
            <a:r>
              <a:rPr lang="en-US" b="1" dirty="0">
                <a:solidFill>
                  <a:srgbClr val="36F9F6"/>
                </a:solidFill>
                <a:effectLst/>
                <a:latin typeface="Cascadia Code" panose="020B0609020000020004" pitchFamily="49" charset="0"/>
              </a:rPr>
              <a:t>&gt;</a:t>
            </a:r>
            <a:endParaRPr lang="en-US" b="1" dirty="0">
              <a:solidFill>
                <a:srgbClr val="BBBBBB"/>
              </a:solidFill>
              <a:effectLst/>
              <a:latin typeface="Cascadia Code" panose="020B0609020000020004" pitchFamily="49" charset="0"/>
            </a:endParaRPr>
          </a:p>
          <a:p>
            <a:r>
              <a:rPr lang="en-US" b="1" dirty="0">
                <a:solidFill>
                  <a:srgbClr val="BBBBBB"/>
                </a:solidFill>
                <a:effectLst/>
                <a:latin typeface="Cascadia Code" panose="020B0609020000020004" pitchFamily="49" charset="0"/>
              </a:rPr>
              <a:t>        </a:t>
            </a:r>
            <a:r>
              <a:rPr lang="en-US" b="1" dirty="0">
                <a:solidFill>
                  <a:srgbClr val="36F9F6"/>
                </a:solidFill>
                <a:effectLst/>
                <a:latin typeface="Cascadia Code" panose="020B0609020000020004" pitchFamily="49" charset="0"/>
              </a:rPr>
              <a:t>&lt;</a:t>
            </a:r>
            <a:r>
              <a:rPr lang="en-US" b="1" dirty="0">
                <a:solidFill>
                  <a:srgbClr val="72F1B8"/>
                </a:solidFill>
                <a:effectLst/>
                <a:latin typeface="Cascadia Code" panose="020B0609020000020004" pitchFamily="49" charset="0"/>
              </a:rPr>
              <a:t>h2</a:t>
            </a:r>
            <a:r>
              <a:rPr lang="en-US" b="1" dirty="0">
                <a:solidFill>
                  <a:srgbClr val="36F9F6"/>
                </a:solidFill>
                <a:effectLst/>
                <a:latin typeface="Cascadia Code" panose="020B0609020000020004" pitchFamily="49" charset="0"/>
              </a:rPr>
              <a:t>&gt;</a:t>
            </a:r>
            <a:r>
              <a:rPr lang="en-US" b="1" dirty="0">
                <a:solidFill>
                  <a:srgbClr val="BBBBBB"/>
                </a:solidFill>
                <a:effectLst/>
                <a:latin typeface="Cascadia Code" panose="020B0609020000020004" pitchFamily="49" charset="0"/>
              </a:rPr>
              <a:t> state3 : </a:t>
            </a:r>
            <a:r>
              <a:rPr lang="en-US" b="1" dirty="0">
                <a:solidFill>
                  <a:srgbClr val="FEDE5D"/>
                </a:solidFill>
                <a:effectLst/>
                <a:latin typeface="Cascadia Code" panose="020B0609020000020004" pitchFamily="49" charset="0"/>
              </a:rPr>
              <a:t>{</a:t>
            </a:r>
            <a:r>
              <a:rPr lang="en-US" b="1" dirty="0">
                <a:solidFill>
                  <a:srgbClr val="FF7EDB"/>
                </a:solidFill>
                <a:effectLst/>
                <a:latin typeface="Cascadia Code" panose="020B0609020000020004" pitchFamily="49" charset="0"/>
              </a:rPr>
              <a:t>state3</a:t>
            </a:r>
            <a:r>
              <a:rPr lang="en-US" b="1" dirty="0">
                <a:solidFill>
                  <a:srgbClr val="FEDE5D"/>
                </a:solidFill>
                <a:effectLst/>
                <a:latin typeface="Cascadia Code" panose="020B0609020000020004" pitchFamily="49" charset="0"/>
              </a:rPr>
              <a:t>}</a:t>
            </a:r>
            <a:r>
              <a:rPr lang="en-US" b="1" dirty="0">
                <a:solidFill>
                  <a:srgbClr val="BBBBBB"/>
                </a:solidFill>
                <a:effectLst/>
                <a:latin typeface="Cascadia Code" panose="020B0609020000020004" pitchFamily="49" charset="0"/>
              </a:rPr>
              <a:t> </a:t>
            </a:r>
            <a:r>
              <a:rPr lang="en-US" b="1" dirty="0">
                <a:solidFill>
                  <a:srgbClr val="36F9F6"/>
                </a:solidFill>
                <a:effectLst/>
                <a:latin typeface="Cascadia Code" panose="020B0609020000020004" pitchFamily="49" charset="0"/>
              </a:rPr>
              <a:t>&lt;/</a:t>
            </a:r>
            <a:r>
              <a:rPr lang="en-US" b="1" dirty="0">
                <a:solidFill>
                  <a:srgbClr val="72F1B8"/>
                </a:solidFill>
                <a:effectLst/>
                <a:latin typeface="Cascadia Code" panose="020B0609020000020004" pitchFamily="49" charset="0"/>
              </a:rPr>
              <a:t>h2</a:t>
            </a:r>
            <a:r>
              <a:rPr lang="en-US" b="1" dirty="0">
                <a:solidFill>
                  <a:srgbClr val="36F9F6"/>
                </a:solidFill>
                <a:effectLst/>
                <a:latin typeface="Cascadia Code" panose="020B0609020000020004" pitchFamily="49" charset="0"/>
              </a:rPr>
              <a:t>&gt;</a:t>
            </a:r>
            <a:endParaRPr lang="en-US" b="1" dirty="0">
              <a:solidFill>
                <a:srgbClr val="BBBBBB"/>
              </a:solidFill>
              <a:effectLst/>
              <a:latin typeface="Cascadia Code" panose="020B0609020000020004" pitchFamily="49" charset="0"/>
            </a:endParaRPr>
          </a:p>
          <a:p>
            <a:r>
              <a:rPr lang="en-US" b="1" dirty="0">
                <a:solidFill>
                  <a:srgbClr val="BBBBBB"/>
                </a:solidFill>
                <a:effectLst/>
                <a:latin typeface="Cascadia Code" panose="020B0609020000020004" pitchFamily="49" charset="0"/>
              </a:rPr>
              <a:t>      </a:t>
            </a:r>
            <a:r>
              <a:rPr lang="en-US" b="1" dirty="0">
                <a:solidFill>
                  <a:srgbClr val="36F9F6"/>
                </a:solidFill>
                <a:effectLst/>
                <a:latin typeface="Cascadia Code" panose="020B0609020000020004" pitchFamily="49" charset="0"/>
              </a:rPr>
              <a:t>&lt;/</a:t>
            </a:r>
            <a:r>
              <a:rPr lang="en-US" b="1" dirty="0">
                <a:solidFill>
                  <a:srgbClr val="72F1B8"/>
                </a:solidFill>
                <a:effectLst/>
                <a:latin typeface="Cascadia Code" panose="020B0609020000020004" pitchFamily="49" charset="0"/>
              </a:rPr>
              <a:t>div</a:t>
            </a:r>
            <a:r>
              <a:rPr lang="en-US" b="1" dirty="0">
                <a:solidFill>
                  <a:srgbClr val="36F9F6"/>
                </a:solidFill>
                <a:effectLst/>
                <a:latin typeface="Cascadia Code" panose="020B0609020000020004" pitchFamily="49" charset="0"/>
              </a:rPr>
              <a:t>&gt;</a:t>
            </a:r>
            <a:endParaRPr lang="en-US" b="1" dirty="0">
              <a:solidFill>
                <a:srgbClr val="BBBBBB"/>
              </a:solidFill>
              <a:effectLst/>
              <a:latin typeface="Cascadia Code" panose="020B0609020000020004" pitchFamily="49" charset="0"/>
            </a:endParaRPr>
          </a:p>
          <a:p>
            <a:r>
              <a:rPr lang="en-US" b="1" dirty="0">
                <a:solidFill>
                  <a:srgbClr val="BBBBBB"/>
                </a:solidFill>
                <a:effectLst/>
                <a:latin typeface="Cascadia Code" panose="020B0609020000020004" pitchFamily="49" charset="0"/>
              </a:rPr>
              <a:t>    );</a:t>
            </a:r>
          </a:p>
          <a:p>
            <a:r>
              <a:rPr lang="en-US" b="1" dirty="0">
                <a:solidFill>
                  <a:srgbClr val="BBBBBB"/>
                </a:solidFill>
                <a:effectLst/>
                <a:latin typeface="Cascadia Code" panose="020B0609020000020004" pitchFamily="49" charset="0"/>
              </a:rPr>
              <a:t>  }</a:t>
            </a:r>
          </a:p>
          <a:p>
            <a:r>
              <a:rPr lang="en-US" b="1" dirty="0">
                <a:solidFill>
                  <a:srgbClr val="BBBBBB"/>
                </a:solidFill>
                <a:effectLst/>
                <a:latin typeface="Cascadia Code" panose="020B0609020000020004" pitchFamily="49" charset="0"/>
              </a:rPr>
              <a:t>}</a:t>
            </a:r>
          </a:p>
          <a:p>
            <a:br>
              <a:rPr lang="en-US" b="1" dirty="0">
                <a:solidFill>
                  <a:srgbClr val="BBBBBB"/>
                </a:solidFill>
                <a:effectLst/>
                <a:latin typeface="Cascadia Code" panose="020B0609020000020004" pitchFamily="49" charset="0"/>
              </a:rPr>
            </a:br>
            <a:r>
              <a:rPr lang="en-US" b="1" dirty="0">
                <a:solidFill>
                  <a:srgbClr val="72F1B8"/>
                </a:solidFill>
                <a:effectLst/>
                <a:latin typeface="Cascadia Code" panose="020B0609020000020004" pitchFamily="49" charset="0"/>
              </a:rPr>
              <a:t>export</a:t>
            </a:r>
            <a:r>
              <a:rPr lang="en-US" b="1" dirty="0">
                <a:solidFill>
                  <a:srgbClr val="BBBBBB"/>
                </a:solidFill>
                <a:effectLst/>
                <a:latin typeface="Cascadia Code" panose="020B0609020000020004" pitchFamily="49" charset="0"/>
              </a:rPr>
              <a:t> </a:t>
            </a:r>
            <a:r>
              <a:rPr lang="en-US" b="1" dirty="0">
                <a:solidFill>
                  <a:srgbClr val="FEDE5D"/>
                </a:solidFill>
                <a:effectLst/>
                <a:latin typeface="Cascadia Code" panose="020B0609020000020004" pitchFamily="49" charset="0"/>
              </a:rPr>
              <a:t>default</a:t>
            </a:r>
            <a:r>
              <a:rPr lang="en-US" b="1" dirty="0">
                <a:solidFill>
                  <a:srgbClr val="BBBBBB"/>
                </a:solidFill>
                <a:effectLst/>
                <a:latin typeface="Cascadia Code" panose="020B0609020000020004" pitchFamily="49" charset="0"/>
              </a:rPr>
              <a:t> </a:t>
            </a:r>
            <a:r>
              <a:rPr lang="en-US" b="1" dirty="0" err="1">
                <a:solidFill>
                  <a:srgbClr val="FF7EDB"/>
                </a:solidFill>
                <a:effectLst/>
                <a:latin typeface="Cascadia Code" panose="020B0609020000020004" pitchFamily="49" charset="0"/>
              </a:rPr>
              <a:t>StateDemo</a:t>
            </a:r>
            <a:r>
              <a:rPr lang="en-US" b="1" dirty="0">
                <a:solidFill>
                  <a:srgbClr val="BBBBBB"/>
                </a:solidFill>
                <a:effectLst/>
                <a:latin typeface="Cascadia Code" panose="020B0609020000020004" pitchFamily="49" charset="0"/>
              </a:rPr>
              <a:t>;</a:t>
            </a:r>
          </a:p>
        </p:txBody>
      </p:sp>
      <p:pic>
        <p:nvPicPr>
          <p:cNvPr id="14" name="Graphic 13" descr="Atom with solid fill">
            <a:extLst>
              <a:ext uri="{FF2B5EF4-FFF2-40B4-BE49-F238E27FC236}">
                <a16:creationId xmlns:a16="http://schemas.microsoft.com/office/drawing/2014/main" id="{3BCE63B3-D40B-1502-6FFD-0D8FCB8CAC21}"/>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473345" y="1484034"/>
            <a:ext cx="685800" cy="685800"/>
          </a:xfrm>
          <a:prstGeom prst="rect">
            <a:avLst/>
          </a:prstGeom>
        </p:spPr>
      </p:pic>
      <p:sp>
        <p:nvSpPr>
          <p:cNvPr id="15" name="TextBox 14">
            <a:extLst>
              <a:ext uri="{FF2B5EF4-FFF2-40B4-BE49-F238E27FC236}">
                <a16:creationId xmlns:a16="http://schemas.microsoft.com/office/drawing/2014/main" id="{E4A5A0F0-968F-7C81-4B80-F5DCFC416FF5}"/>
              </a:ext>
            </a:extLst>
          </p:cNvPr>
          <p:cNvSpPr txBox="1"/>
          <p:nvPr/>
        </p:nvSpPr>
        <p:spPr>
          <a:xfrm flipH="1">
            <a:off x="1250396" y="1619185"/>
            <a:ext cx="7596740" cy="415498"/>
          </a:xfrm>
          <a:prstGeom prst="rect">
            <a:avLst/>
          </a:prstGeom>
          <a:noFill/>
        </p:spPr>
        <p:txBody>
          <a:bodyPr wrap="square" rtlCol="0">
            <a:spAutoFit/>
          </a:bodyPr>
          <a:lstStyle/>
          <a:p>
            <a:pPr algn="l"/>
            <a:r>
              <a:rPr lang="en-US" sz="2100" b="1" i="0" dirty="0" err="1">
                <a:effectLst/>
                <a:latin typeface="Cavolini" panose="03000502040302020204" pitchFamily="66" charset="0"/>
                <a:cs typeface="Cavolini" panose="03000502040302020204" pitchFamily="66" charset="0"/>
              </a:rPr>
              <a:t>Destructuring</a:t>
            </a:r>
            <a:r>
              <a:rPr lang="en-US" sz="2100" b="1" i="0" dirty="0">
                <a:effectLst/>
                <a:latin typeface="Cavolini" panose="03000502040302020204" pitchFamily="66" charset="0"/>
                <a:cs typeface="Cavolini" panose="03000502040302020204" pitchFamily="66" charset="0"/>
              </a:rPr>
              <a:t> State</a:t>
            </a:r>
          </a:p>
        </p:txBody>
      </p:sp>
    </p:spTree>
    <p:extLst>
      <p:ext uri="{BB962C8B-B14F-4D97-AF65-F5344CB8AC3E}">
        <p14:creationId xmlns:p14="http://schemas.microsoft.com/office/powerpoint/2010/main" val="248011784"/>
      </p:ext>
    </p:extLst>
  </p:cSld>
  <p:clrMapOvr>
    <a:overrideClrMapping bg1="dk1" tx1="lt1" bg2="dk2" tx2="lt2" accent1="accent1" accent2="accent2" accent3="accent3" accent4="accent4" accent5="accent5" accent6="accent6" hlink="hlink" folHlink="folHlink"/>
  </p:clrMapOvr>
  <mc:AlternateContent xmlns:mc="http://schemas.openxmlformats.org/markup-compatibility/2006" xmlns:p159="http://schemas.microsoft.com/office/powerpoint/2015/09/main">
    <mc:Choice Requires="p159">
      <p:transition>
        <p159:morph option="byObject"/>
      </p:transition>
    </mc:Choice>
    <mc:Fallback xmlns="">
      <p:transition>
        <p:fade/>
      </p:transition>
    </mc:Fallback>
  </mc:AlternateContent>
</p:sld>
</file>

<file path=ppt/slides/slide44.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sp useBgFill="1">
        <p:nvSpPr>
          <p:cNvPr id="21" name="Rectangle 20">
            <a:extLst>
              <a:ext uri="{FF2B5EF4-FFF2-40B4-BE49-F238E27FC236}">
                <a16:creationId xmlns:a16="http://schemas.microsoft.com/office/drawing/2014/main" id="{E5A92FE9-DB05-4D0D-AF5A-BE8664B9FFB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grpSp>
        <p:nvGrpSpPr>
          <p:cNvPr id="23" name="Group 22">
            <a:extLst>
              <a:ext uri="{FF2B5EF4-FFF2-40B4-BE49-F238E27FC236}">
                <a16:creationId xmlns:a16="http://schemas.microsoft.com/office/drawing/2014/main" id="{53D9B26A-5143-49A7-BA98-D871D5BD719A}"/>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flipH="1">
            <a:off x="6526211" y="1"/>
            <a:ext cx="5014912" cy="6857999"/>
            <a:chOff x="2928938" y="-4763"/>
            <a:chExt cx="5014912" cy="6862763"/>
          </a:xfrm>
        </p:grpSpPr>
        <p:sp>
          <p:nvSpPr>
            <p:cNvPr id="24" name="Freeform 6">
              <a:extLst>
                <a:ext uri="{FF2B5EF4-FFF2-40B4-BE49-F238E27FC236}">
                  <a16:creationId xmlns:a16="http://schemas.microsoft.com/office/drawing/2014/main" id="{68B85E55-A2A1-4682-B891-F201358A92D5}"/>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3367088" y="-4763"/>
              <a:ext cx="1063625" cy="2782888"/>
            </a:xfrm>
            <a:custGeom>
              <a:avLst/>
              <a:gdLst/>
              <a:ahLst/>
              <a:cxnLst/>
              <a:rect l="0" t="0" r="r" b="b"/>
              <a:pathLst>
                <a:path w="670" h="1753">
                  <a:moveTo>
                    <a:pt x="0" y="1696"/>
                  </a:moveTo>
                  <a:lnTo>
                    <a:pt x="225" y="1753"/>
                  </a:lnTo>
                  <a:lnTo>
                    <a:pt x="670" y="0"/>
                  </a:lnTo>
                  <a:lnTo>
                    <a:pt x="430" y="0"/>
                  </a:lnTo>
                  <a:lnTo>
                    <a:pt x="0" y="1696"/>
                  </a:lnTo>
                  <a:close/>
                </a:path>
              </a:pathLst>
            </a:custGeom>
            <a:solidFill>
              <a:schemeClr val="accent1"/>
            </a:solidFill>
            <a:ln>
              <a:noFill/>
            </a:ln>
          </p:spPr>
          <p:txBody>
            <a:bodyPr/>
            <a:lstStyle/>
            <a:p>
              <a:endParaRPr lang="en-US"/>
            </a:p>
          </p:txBody>
        </p:sp>
        <p:sp>
          <p:nvSpPr>
            <p:cNvPr id="25" name="Freeform 7">
              <a:extLst>
                <a:ext uri="{FF2B5EF4-FFF2-40B4-BE49-F238E27FC236}">
                  <a16:creationId xmlns:a16="http://schemas.microsoft.com/office/drawing/2014/main" id="{45EF6EDB-9B5D-49E9-96FA-1AE08BF95E57}"/>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2928938" y="-4763"/>
              <a:ext cx="1035050" cy="2673350"/>
            </a:xfrm>
            <a:custGeom>
              <a:avLst/>
              <a:gdLst/>
              <a:ahLst/>
              <a:cxnLst/>
              <a:rect l="0" t="0" r="r" b="b"/>
              <a:pathLst>
                <a:path w="652" h="1684">
                  <a:moveTo>
                    <a:pt x="225" y="1684"/>
                  </a:moveTo>
                  <a:lnTo>
                    <a:pt x="652" y="0"/>
                  </a:lnTo>
                  <a:lnTo>
                    <a:pt x="411" y="0"/>
                  </a:lnTo>
                  <a:lnTo>
                    <a:pt x="0" y="1627"/>
                  </a:lnTo>
                  <a:lnTo>
                    <a:pt x="219" y="1681"/>
                  </a:lnTo>
                  <a:lnTo>
                    <a:pt x="225" y="1684"/>
                  </a:lnTo>
                  <a:close/>
                </a:path>
              </a:pathLst>
            </a:custGeom>
            <a:solidFill>
              <a:srgbClr val="595959"/>
            </a:solidFill>
            <a:ln>
              <a:noFill/>
            </a:ln>
          </p:spPr>
          <p:txBody>
            <a:bodyPr/>
            <a:lstStyle/>
            <a:p>
              <a:endParaRPr lang="en-US"/>
            </a:p>
          </p:txBody>
        </p:sp>
        <p:sp>
          <p:nvSpPr>
            <p:cNvPr id="26" name="Freeform 12">
              <a:extLst>
                <a:ext uri="{FF2B5EF4-FFF2-40B4-BE49-F238E27FC236}">
                  <a16:creationId xmlns:a16="http://schemas.microsoft.com/office/drawing/2014/main" id="{38338226-D6E2-4EEE-B271-DB4BD096DBA1}"/>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2928938" y="2582862"/>
              <a:ext cx="2693987" cy="4275138"/>
            </a:xfrm>
            <a:custGeom>
              <a:avLst/>
              <a:gdLst/>
              <a:ahLst/>
              <a:cxnLst/>
              <a:rect l="0" t="0" r="r" b="b"/>
              <a:pathLst>
                <a:path w="1697" h="2693">
                  <a:moveTo>
                    <a:pt x="0" y="0"/>
                  </a:moveTo>
                  <a:lnTo>
                    <a:pt x="1622" y="2693"/>
                  </a:lnTo>
                  <a:lnTo>
                    <a:pt x="1697" y="2693"/>
                  </a:lnTo>
                  <a:lnTo>
                    <a:pt x="0" y="0"/>
                  </a:lnTo>
                  <a:close/>
                </a:path>
              </a:pathLst>
            </a:custGeom>
            <a:solidFill>
              <a:srgbClr val="262626"/>
            </a:solidFill>
            <a:ln>
              <a:noFill/>
            </a:ln>
          </p:spPr>
          <p:txBody>
            <a:bodyPr/>
            <a:lstStyle/>
            <a:p>
              <a:endParaRPr lang="en-US"/>
            </a:p>
          </p:txBody>
        </p:sp>
        <p:sp>
          <p:nvSpPr>
            <p:cNvPr id="27" name="Freeform 13">
              <a:extLst>
                <a:ext uri="{FF2B5EF4-FFF2-40B4-BE49-F238E27FC236}">
                  <a16:creationId xmlns:a16="http://schemas.microsoft.com/office/drawing/2014/main" id="{4878FB48-17B3-4A11-8025-DE0945CD4E71}"/>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3371850" y="2692400"/>
              <a:ext cx="3332162" cy="4165600"/>
            </a:xfrm>
            <a:custGeom>
              <a:avLst/>
              <a:gdLst/>
              <a:ahLst/>
              <a:cxnLst/>
              <a:rect l="0" t="0" r="r" b="b"/>
              <a:pathLst>
                <a:path w="2099" h="2624">
                  <a:moveTo>
                    <a:pt x="2099" y="2624"/>
                  </a:moveTo>
                  <a:lnTo>
                    <a:pt x="0" y="0"/>
                  </a:lnTo>
                  <a:lnTo>
                    <a:pt x="2021" y="2624"/>
                  </a:lnTo>
                  <a:lnTo>
                    <a:pt x="2099" y="2624"/>
                  </a:lnTo>
                  <a:close/>
                </a:path>
              </a:pathLst>
            </a:custGeom>
            <a:solidFill>
              <a:schemeClr val="accent1">
                <a:lumMod val="50000"/>
              </a:schemeClr>
            </a:solidFill>
            <a:ln>
              <a:noFill/>
            </a:ln>
          </p:spPr>
          <p:txBody>
            <a:bodyPr/>
            <a:lstStyle/>
            <a:p>
              <a:endParaRPr lang="en-US"/>
            </a:p>
          </p:txBody>
        </p:sp>
        <p:sp>
          <p:nvSpPr>
            <p:cNvPr id="28" name="Freeform 14">
              <a:extLst>
                <a:ext uri="{FF2B5EF4-FFF2-40B4-BE49-F238E27FC236}">
                  <a16:creationId xmlns:a16="http://schemas.microsoft.com/office/drawing/2014/main" id="{4150A21C-DD6D-4D3C-9E95-7A3CA263BEB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3367088" y="2687637"/>
              <a:ext cx="4576762" cy="4170363"/>
            </a:xfrm>
            <a:custGeom>
              <a:avLst/>
              <a:gdLst/>
              <a:ahLst/>
              <a:cxnLst/>
              <a:rect l="0" t="0" r="r" b="b"/>
              <a:pathLst>
                <a:path w="2883" h="2627">
                  <a:moveTo>
                    <a:pt x="0" y="0"/>
                  </a:moveTo>
                  <a:lnTo>
                    <a:pt x="3" y="3"/>
                  </a:lnTo>
                  <a:lnTo>
                    <a:pt x="2102" y="2627"/>
                  </a:lnTo>
                  <a:lnTo>
                    <a:pt x="2883" y="2627"/>
                  </a:lnTo>
                  <a:lnTo>
                    <a:pt x="225" y="57"/>
                  </a:lnTo>
                  <a:lnTo>
                    <a:pt x="0" y="0"/>
                  </a:lnTo>
                  <a:close/>
                </a:path>
              </a:pathLst>
            </a:custGeom>
            <a:solidFill>
              <a:schemeClr val="accent1">
                <a:lumMod val="75000"/>
              </a:schemeClr>
            </a:solidFill>
            <a:ln>
              <a:noFill/>
            </a:ln>
          </p:spPr>
          <p:txBody>
            <a:bodyPr/>
            <a:lstStyle/>
            <a:p>
              <a:endParaRPr lang="en-US"/>
            </a:p>
          </p:txBody>
        </p:sp>
        <p:sp>
          <p:nvSpPr>
            <p:cNvPr id="29" name="Freeform 15">
              <a:extLst>
                <a:ext uri="{FF2B5EF4-FFF2-40B4-BE49-F238E27FC236}">
                  <a16:creationId xmlns:a16="http://schemas.microsoft.com/office/drawing/2014/main" id="{7505BF04-104D-4180-A284-42FCD6B04DD6}"/>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2928938" y="2578100"/>
              <a:ext cx="3584575" cy="4279900"/>
            </a:xfrm>
            <a:custGeom>
              <a:avLst/>
              <a:gdLst/>
              <a:ahLst/>
              <a:cxnLst/>
              <a:rect l="0" t="0" r="r" b="b"/>
              <a:pathLst>
                <a:path w="2258" h="2696">
                  <a:moveTo>
                    <a:pt x="2258" y="2696"/>
                  </a:moveTo>
                  <a:lnTo>
                    <a:pt x="264" y="111"/>
                  </a:lnTo>
                  <a:lnTo>
                    <a:pt x="228" y="60"/>
                  </a:lnTo>
                  <a:lnTo>
                    <a:pt x="225" y="57"/>
                  </a:lnTo>
                  <a:lnTo>
                    <a:pt x="0" y="0"/>
                  </a:lnTo>
                  <a:lnTo>
                    <a:pt x="0" y="3"/>
                  </a:lnTo>
                  <a:lnTo>
                    <a:pt x="1697" y="2696"/>
                  </a:lnTo>
                  <a:lnTo>
                    <a:pt x="2258" y="2696"/>
                  </a:lnTo>
                  <a:close/>
                </a:path>
              </a:pathLst>
            </a:custGeom>
            <a:solidFill>
              <a:srgbClr val="404040"/>
            </a:solidFill>
            <a:ln>
              <a:noFill/>
            </a:ln>
          </p:spPr>
          <p:txBody>
            <a:bodyPr/>
            <a:lstStyle/>
            <a:p>
              <a:endParaRPr lang="en-US"/>
            </a:p>
          </p:txBody>
        </p:sp>
      </p:grpSp>
      <p:sp>
        <p:nvSpPr>
          <p:cNvPr id="2" name="Title 1">
            <a:extLst>
              <a:ext uri="{FF2B5EF4-FFF2-40B4-BE49-F238E27FC236}">
                <a16:creationId xmlns:a16="http://schemas.microsoft.com/office/drawing/2014/main" id="{652CD06E-EB43-4697-A9C1-290232C3BAD6}"/>
              </a:ext>
            </a:extLst>
          </p:cNvPr>
          <p:cNvSpPr>
            <a:spLocks noGrp="1"/>
          </p:cNvSpPr>
          <p:nvPr>
            <p:ph type="ctrTitle"/>
          </p:nvPr>
        </p:nvSpPr>
        <p:spPr>
          <a:xfrm>
            <a:off x="473345" y="0"/>
            <a:ext cx="11604355" cy="1223994"/>
          </a:xfrm>
        </p:spPr>
        <p:txBody>
          <a:bodyPr>
            <a:noAutofit/>
          </a:bodyPr>
          <a:lstStyle/>
          <a:p>
            <a:pPr algn="l"/>
            <a:r>
              <a:rPr lang="en-US" sz="5400" b="1" dirty="0">
                <a:latin typeface="Mystical Woods Smooth Script" panose="02000500000000000000" pitchFamily="2" charset="0"/>
                <a:cs typeface="Cavolini" panose="03000502040302020204" pitchFamily="66" charset="0"/>
              </a:rPr>
              <a:t>Conditional Rendering</a:t>
            </a:r>
          </a:p>
        </p:txBody>
      </p:sp>
      <p:grpSp>
        <p:nvGrpSpPr>
          <p:cNvPr id="6" name="Group 5">
            <a:extLst>
              <a:ext uri="{FF2B5EF4-FFF2-40B4-BE49-F238E27FC236}">
                <a16:creationId xmlns:a16="http://schemas.microsoft.com/office/drawing/2014/main" id="{752A73B4-49EC-E765-1462-2A106F07C3D4}"/>
              </a:ext>
            </a:extLst>
          </p:cNvPr>
          <p:cNvGrpSpPr/>
          <p:nvPr/>
        </p:nvGrpSpPr>
        <p:grpSpPr>
          <a:xfrm>
            <a:off x="481809" y="1152868"/>
            <a:ext cx="8950321" cy="182880"/>
            <a:chOff x="1089027" y="1251583"/>
            <a:chExt cx="8950321" cy="182880"/>
          </a:xfrm>
        </p:grpSpPr>
        <p:cxnSp>
          <p:nvCxnSpPr>
            <p:cNvPr id="4" name="Straight Connector 3">
              <a:extLst>
                <a:ext uri="{FF2B5EF4-FFF2-40B4-BE49-F238E27FC236}">
                  <a16:creationId xmlns:a16="http://schemas.microsoft.com/office/drawing/2014/main" id="{1111542F-3245-DDEC-4B5A-7412E7DBE5FD}"/>
                </a:ext>
              </a:extLst>
            </p:cNvPr>
            <p:cNvCxnSpPr/>
            <p:nvPr/>
          </p:nvCxnSpPr>
          <p:spPr>
            <a:xfrm>
              <a:off x="1089027" y="1347537"/>
              <a:ext cx="8786493" cy="0"/>
            </a:xfrm>
            <a:prstGeom prst="line">
              <a:avLst/>
            </a:prstGeom>
            <a:ln w="38100">
              <a:solidFill>
                <a:srgbClr val="595959"/>
              </a:solidFill>
            </a:ln>
            <a:effectLst>
              <a:reflection blurRad="6350" stA="50000" endA="275" endPos="40000" dist="101600" dir="5400000" sy="-100000" algn="bl" rotWithShape="0"/>
              <a:softEdge rad="12700"/>
            </a:effectLst>
          </p:spPr>
          <p:style>
            <a:lnRef idx="3">
              <a:schemeClr val="dk1"/>
            </a:lnRef>
            <a:fillRef idx="0">
              <a:schemeClr val="dk1"/>
            </a:fillRef>
            <a:effectRef idx="2">
              <a:schemeClr val="dk1"/>
            </a:effectRef>
            <a:fontRef idx="minor">
              <a:schemeClr val="tx1"/>
            </a:fontRef>
          </p:style>
        </p:cxnSp>
        <p:sp>
          <p:nvSpPr>
            <p:cNvPr id="5" name="Flowchart: Connector 4">
              <a:extLst>
                <a:ext uri="{FF2B5EF4-FFF2-40B4-BE49-F238E27FC236}">
                  <a16:creationId xmlns:a16="http://schemas.microsoft.com/office/drawing/2014/main" id="{B2858492-B751-8ED7-57BE-708D61DDCF50}"/>
                </a:ext>
              </a:extLst>
            </p:cNvPr>
            <p:cNvSpPr/>
            <p:nvPr/>
          </p:nvSpPr>
          <p:spPr>
            <a:xfrm>
              <a:off x="9856468" y="1251583"/>
              <a:ext cx="182880" cy="182880"/>
            </a:xfrm>
            <a:prstGeom prst="flowChartConnector">
              <a:avLst/>
            </a:prstGeom>
            <a:ln>
              <a:noFill/>
            </a:ln>
            <a:effectLst>
              <a:outerShdw blurRad="50800" dist="38100" dir="2700000" algn="tl"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3" name="Rectangle 1">
            <a:extLst>
              <a:ext uri="{FF2B5EF4-FFF2-40B4-BE49-F238E27FC236}">
                <a16:creationId xmlns:a16="http://schemas.microsoft.com/office/drawing/2014/main" id="{8B801F13-4ED0-2181-7D1F-F7640C58C8BC}"/>
              </a:ext>
            </a:extLst>
          </p:cNvPr>
          <p:cNvSpPr>
            <a:spLocks noChangeArrowheads="1"/>
          </p:cNvSpPr>
          <p:nvPr/>
        </p:nvSpPr>
        <p:spPr bwMode="auto">
          <a:xfrm>
            <a:off x="0" y="67017"/>
            <a:ext cx="65" cy="323165"/>
          </a:xfrm>
          <a:prstGeom prst="rect">
            <a:avLst/>
          </a:prstGeom>
          <a:solidFill>
            <a:srgbClr val="181A1B"/>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0" tIns="0" rIns="0" bIns="0" numCol="1" anchor="ctr"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2100" b="1" i="0" u="none" strike="noStrike" cap="none" normalizeH="0" baseline="0" dirty="0">
              <a:ln>
                <a:noFill/>
              </a:ln>
              <a:effectLst/>
              <a:latin typeface="Cavolini" panose="03000502040302020204" pitchFamily="66" charset="0"/>
              <a:cs typeface="Cavolini" panose="03000502040302020204" pitchFamily="66" charset="0"/>
            </a:endParaRPr>
          </a:p>
        </p:txBody>
      </p:sp>
      <p:sp>
        <p:nvSpPr>
          <p:cNvPr id="8" name="TextBox 7">
            <a:extLst>
              <a:ext uri="{FF2B5EF4-FFF2-40B4-BE49-F238E27FC236}">
                <a16:creationId xmlns:a16="http://schemas.microsoft.com/office/drawing/2014/main" id="{323CBA7D-B90D-B001-5C5C-C294A0D9F97A}"/>
              </a:ext>
            </a:extLst>
          </p:cNvPr>
          <p:cNvSpPr txBox="1"/>
          <p:nvPr/>
        </p:nvSpPr>
        <p:spPr>
          <a:xfrm>
            <a:off x="428607" y="1390479"/>
            <a:ext cx="11112516" cy="2585323"/>
          </a:xfrm>
          <a:prstGeom prst="rect">
            <a:avLst/>
          </a:prstGeom>
          <a:noFill/>
        </p:spPr>
        <p:txBody>
          <a:bodyPr wrap="square">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800" b="1" i="0" u="none" strike="noStrike" cap="none" normalizeH="0" baseline="0" dirty="0">
                <a:ln>
                  <a:noFill/>
                </a:ln>
                <a:effectLst/>
                <a:latin typeface="Cavolini" panose="03000502040302020204" pitchFamily="66" charset="0"/>
                <a:cs typeface="Cavolini" panose="03000502040302020204" pitchFamily="66" charset="0"/>
              </a:rPr>
              <a:t>In React, you can create distinct components that encapsulate behavior you need. Then, you can render only some of them, depending on the state of your application.</a:t>
            </a: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1" i="0" u="none" strike="noStrike" cap="none" normalizeH="0" baseline="0" dirty="0">
              <a:ln>
                <a:noFill/>
              </a:ln>
              <a:effectLst/>
              <a:latin typeface="Cavolini" panose="03000502040302020204" pitchFamily="66" charset="0"/>
              <a:cs typeface="Cavolini" panose="03000502040302020204" pitchFamily="66" charset="0"/>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800" b="1" i="0" u="none" strike="noStrike" cap="none" normalizeH="0" baseline="0" dirty="0">
                <a:ln>
                  <a:noFill/>
                </a:ln>
                <a:effectLst/>
                <a:latin typeface="Cavolini" panose="03000502040302020204" pitchFamily="66" charset="0"/>
                <a:cs typeface="Cavolini" panose="03000502040302020204" pitchFamily="66" charset="0"/>
              </a:rPr>
              <a:t>Conditional rendering in React works the same way conditions work in JavaScript. </a:t>
            </a:r>
          </a:p>
          <a:p>
            <a:pPr marL="0" marR="0" lvl="0" indent="0" algn="l" defTabSz="914400" rtl="0" eaLnBrk="0" fontAlgn="base" latinLnBrk="0" hangingPunct="0">
              <a:lnSpc>
                <a:spcPct val="100000"/>
              </a:lnSpc>
              <a:spcBef>
                <a:spcPct val="0"/>
              </a:spcBef>
              <a:spcAft>
                <a:spcPct val="0"/>
              </a:spcAft>
              <a:buClrTx/>
              <a:buSzTx/>
              <a:buFontTx/>
              <a:buNone/>
              <a:tabLst/>
            </a:pPr>
            <a:endParaRPr lang="en-US" altLang="en-US" b="1" dirty="0">
              <a:latin typeface="Cavolini" panose="03000502040302020204" pitchFamily="66" charset="0"/>
              <a:cs typeface="Cavolini" panose="03000502040302020204" pitchFamily="66" charset="0"/>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800" b="1" i="0" u="none" strike="noStrike" cap="none" normalizeH="0" baseline="0" dirty="0">
                <a:ln>
                  <a:noFill/>
                </a:ln>
                <a:effectLst/>
                <a:latin typeface="Cavolini" panose="03000502040302020204" pitchFamily="66" charset="0"/>
                <a:cs typeface="Cavolini" panose="03000502040302020204" pitchFamily="66" charset="0"/>
              </a:rPr>
              <a:t>Use JavaScript operators like </a:t>
            </a:r>
            <a:r>
              <a:rPr lang="en-US" altLang="en-US" b="1" dirty="0">
                <a:latin typeface="Cavolini" panose="03000502040302020204" pitchFamily="66" charset="0"/>
                <a:cs typeface="Cavolini" panose="03000502040302020204" pitchFamily="66" charset="0"/>
              </a:rPr>
              <a:t>if </a:t>
            </a:r>
            <a:r>
              <a:rPr kumimoji="0" lang="en-US" altLang="en-US" sz="1800" b="1" i="0" u="none" strike="noStrike" cap="none" normalizeH="0" baseline="0" dirty="0">
                <a:ln>
                  <a:noFill/>
                </a:ln>
                <a:effectLst/>
                <a:latin typeface="Cavolini" panose="03000502040302020204" pitchFamily="66" charset="0"/>
                <a:cs typeface="Cavolini" panose="03000502040302020204" pitchFamily="66" charset="0"/>
              </a:rPr>
              <a:t>or the </a:t>
            </a:r>
            <a:r>
              <a:rPr lang="en-US" altLang="en-US" b="1" dirty="0">
                <a:latin typeface="Cavolini" panose="03000502040302020204" pitchFamily="66" charset="0"/>
                <a:cs typeface="Cavolini" panose="03000502040302020204" pitchFamily="66" charset="0"/>
              </a:rPr>
              <a:t>conditional operator </a:t>
            </a:r>
            <a:r>
              <a:rPr kumimoji="0" lang="en-US" altLang="en-US" sz="1800" b="1" i="0" u="none" strike="noStrike" cap="none" normalizeH="0" baseline="0" dirty="0">
                <a:ln>
                  <a:noFill/>
                </a:ln>
                <a:effectLst/>
                <a:latin typeface="Cavolini" panose="03000502040302020204" pitchFamily="66" charset="0"/>
                <a:cs typeface="Cavolini" panose="03000502040302020204" pitchFamily="66" charset="0"/>
              </a:rPr>
              <a:t>to create elements representing the current state and let React update the UI to match them.</a:t>
            </a: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1" i="0" u="none" strike="noStrike" cap="none" normalizeH="0" baseline="0" dirty="0">
              <a:ln>
                <a:noFill/>
              </a:ln>
              <a:effectLst/>
              <a:latin typeface="Cavolini" panose="03000502040302020204" pitchFamily="66" charset="0"/>
              <a:cs typeface="Cavolini" panose="03000502040302020204" pitchFamily="66" charset="0"/>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800" b="1" i="0" u="none" strike="noStrike" cap="none" normalizeH="0" baseline="0" dirty="0">
                <a:ln>
                  <a:noFill/>
                </a:ln>
                <a:effectLst/>
                <a:latin typeface="Cavolini" panose="03000502040302020204" pitchFamily="66" charset="0"/>
                <a:cs typeface="Cavolini" panose="03000502040302020204" pitchFamily="66" charset="0"/>
              </a:rPr>
              <a:t>Consider these two components:</a:t>
            </a:r>
          </a:p>
        </p:txBody>
      </p:sp>
      <p:sp>
        <p:nvSpPr>
          <p:cNvPr id="10" name="TextBox 9">
            <a:extLst>
              <a:ext uri="{FF2B5EF4-FFF2-40B4-BE49-F238E27FC236}">
                <a16:creationId xmlns:a16="http://schemas.microsoft.com/office/drawing/2014/main" id="{8474AC15-7C81-F53C-FA73-37367DE222D8}"/>
              </a:ext>
            </a:extLst>
          </p:cNvPr>
          <p:cNvSpPr txBox="1"/>
          <p:nvPr/>
        </p:nvSpPr>
        <p:spPr>
          <a:xfrm>
            <a:off x="428607" y="3994839"/>
            <a:ext cx="6097604" cy="2031325"/>
          </a:xfrm>
          <a:prstGeom prst="rect">
            <a:avLst/>
          </a:prstGeom>
          <a:noFill/>
        </p:spPr>
        <p:txBody>
          <a:bodyPr wrap="square">
            <a:spAutoFit/>
          </a:bodyPr>
          <a:lstStyle/>
          <a:p>
            <a:r>
              <a:rPr lang="en-US" b="1" dirty="0">
                <a:solidFill>
                  <a:srgbClr val="FEDE5D"/>
                </a:solidFill>
                <a:effectLst/>
                <a:latin typeface="Cascadia Code" panose="020B0609020000020004" pitchFamily="49" charset="0"/>
              </a:rPr>
              <a:t>function</a:t>
            </a:r>
            <a:r>
              <a:rPr lang="en-US" b="1" dirty="0">
                <a:solidFill>
                  <a:srgbClr val="BBBBBB"/>
                </a:solidFill>
                <a:effectLst/>
                <a:latin typeface="Cascadia Code" panose="020B0609020000020004" pitchFamily="49" charset="0"/>
              </a:rPr>
              <a:t> </a:t>
            </a:r>
            <a:r>
              <a:rPr lang="en-US" b="1" dirty="0" err="1">
                <a:solidFill>
                  <a:srgbClr val="36F9F6"/>
                </a:solidFill>
                <a:effectLst/>
                <a:latin typeface="Cascadia Code" panose="020B0609020000020004" pitchFamily="49" charset="0"/>
              </a:rPr>
              <a:t>UserGreeting</a:t>
            </a:r>
            <a:r>
              <a:rPr lang="en-US" b="1" dirty="0">
                <a:solidFill>
                  <a:srgbClr val="BBBBBB"/>
                </a:solidFill>
                <a:effectLst/>
                <a:latin typeface="Cascadia Code" panose="020B0609020000020004" pitchFamily="49" charset="0"/>
              </a:rPr>
              <a:t>(</a:t>
            </a:r>
            <a:r>
              <a:rPr lang="en-US" b="1" i="1" dirty="0">
                <a:solidFill>
                  <a:srgbClr val="FF7EDB"/>
                </a:solidFill>
                <a:effectLst/>
                <a:latin typeface="Cascadia Code" panose="020B0609020000020004" pitchFamily="49" charset="0"/>
              </a:rPr>
              <a:t>props</a:t>
            </a:r>
            <a:r>
              <a:rPr lang="en-US" b="1" dirty="0">
                <a:solidFill>
                  <a:srgbClr val="BBBBBB"/>
                </a:solidFill>
                <a:effectLst/>
                <a:latin typeface="Cascadia Code" panose="020B0609020000020004" pitchFamily="49" charset="0"/>
              </a:rPr>
              <a:t>) {</a:t>
            </a:r>
          </a:p>
          <a:p>
            <a:r>
              <a:rPr lang="en-US" b="1" dirty="0">
                <a:solidFill>
                  <a:srgbClr val="BBBBBB"/>
                </a:solidFill>
                <a:effectLst/>
                <a:latin typeface="Cascadia Code" panose="020B0609020000020004" pitchFamily="49" charset="0"/>
              </a:rPr>
              <a:t>  </a:t>
            </a:r>
            <a:r>
              <a:rPr lang="en-US" b="1" dirty="0">
                <a:solidFill>
                  <a:srgbClr val="FEDE5D"/>
                </a:solidFill>
                <a:effectLst/>
                <a:latin typeface="Cascadia Code" panose="020B0609020000020004" pitchFamily="49" charset="0"/>
              </a:rPr>
              <a:t>return</a:t>
            </a:r>
            <a:r>
              <a:rPr lang="en-US" b="1" dirty="0">
                <a:solidFill>
                  <a:srgbClr val="BBBBBB"/>
                </a:solidFill>
                <a:effectLst/>
                <a:latin typeface="Cascadia Code" panose="020B0609020000020004" pitchFamily="49" charset="0"/>
              </a:rPr>
              <a:t> </a:t>
            </a:r>
            <a:r>
              <a:rPr lang="en-US" b="1" dirty="0">
                <a:solidFill>
                  <a:srgbClr val="36F9F6"/>
                </a:solidFill>
                <a:effectLst/>
                <a:latin typeface="Cascadia Code" panose="020B0609020000020004" pitchFamily="49" charset="0"/>
              </a:rPr>
              <a:t>&lt;</a:t>
            </a:r>
            <a:r>
              <a:rPr lang="en-US" b="1" dirty="0">
                <a:solidFill>
                  <a:srgbClr val="72F1B8"/>
                </a:solidFill>
                <a:effectLst/>
                <a:latin typeface="Cascadia Code" panose="020B0609020000020004" pitchFamily="49" charset="0"/>
              </a:rPr>
              <a:t>h1</a:t>
            </a:r>
            <a:r>
              <a:rPr lang="en-US" b="1" dirty="0">
                <a:solidFill>
                  <a:srgbClr val="36F9F6"/>
                </a:solidFill>
                <a:effectLst/>
                <a:latin typeface="Cascadia Code" panose="020B0609020000020004" pitchFamily="49" charset="0"/>
              </a:rPr>
              <a:t>&gt;</a:t>
            </a:r>
            <a:r>
              <a:rPr lang="en-US" b="1" dirty="0">
                <a:solidFill>
                  <a:srgbClr val="BBBBBB"/>
                </a:solidFill>
                <a:effectLst/>
                <a:latin typeface="Cascadia Code" panose="020B0609020000020004" pitchFamily="49" charset="0"/>
              </a:rPr>
              <a:t>Welcome back!</a:t>
            </a:r>
            <a:r>
              <a:rPr lang="en-US" b="1" dirty="0">
                <a:solidFill>
                  <a:srgbClr val="36F9F6"/>
                </a:solidFill>
                <a:effectLst/>
                <a:latin typeface="Cascadia Code" panose="020B0609020000020004" pitchFamily="49" charset="0"/>
              </a:rPr>
              <a:t>&lt;/</a:t>
            </a:r>
            <a:r>
              <a:rPr lang="en-US" b="1" dirty="0">
                <a:solidFill>
                  <a:srgbClr val="72F1B8"/>
                </a:solidFill>
                <a:effectLst/>
                <a:latin typeface="Cascadia Code" panose="020B0609020000020004" pitchFamily="49" charset="0"/>
              </a:rPr>
              <a:t>h1</a:t>
            </a:r>
            <a:r>
              <a:rPr lang="en-US" b="1" dirty="0">
                <a:solidFill>
                  <a:srgbClr val="36F9F6"/>
                </a:solidFill>
                <a:effectLst/>
                <a:latin typeface="Cascadia Code" panose="020B0609020000020004" pitchFamily="49" charset="0"/>
              </a:rPr>
              <a:t>&gt;</a:t>
            </a:r>
            <a:r>
              <a:rPr lang="en-US" b="1" dirty="0">
                <a:solidFill>
                  <a:srgbClr val="BBBBBB"/>
                </a:solidFill>
                <a:effectLst/>
                <a:latin typeface="Cascadia Code" panose="020B0609020000020004" pitchFamily="49" charset="0"/>
              </a:rPr>
              <a:t>;</a:t>
            </a:r>
          </a:p>
          <a:p>
            <a:r>
              <a:rPr lang="en-US" b="1" dirty="0">
                <a:solidFill>
                  <a:srgbClr val="BBBBBB"/>
                </a:solidFill>
                <a:effectLst/>
                <a:latin typeface="Cascadia Code" panose="020B0609020000020004" pitchFamily="49" charset="0"/>
              </a:rPr>
              <a:t>}</a:t>
            </a:r>
          </a:p>
          <a:p>
            <a:br>
              <a:rPr lang="en-US" b="1" dirty="0">
                <a:solidFill>
                  <a:srgbClr val="BBBBBB"/>
                </a:solidFill>
                <a:effectLst/>
                <a:latin typeface="Cascadia Code" panose="020B0609020000020004" pitchFamily="49" charset="0"/>
              </a:rPr>
            </a:br>
            <a:r>
              <a:rPr lang="en-US" b="1" dirty="0">
                <a:solidFill>
                  <a:srgbClr val="FEDE5D"/>
                </a:solidFill>
                <a:effectLst/>
                <a:latin typeface="Cascadia Code" panose="020B0609020000020004" pitchFamily="49" charset="0"/>
              </a:rPr>
              <a:t>function</a:t>
            </a:r>
            <a:r>
              <a:rPr lang="en-US" b="1" dirty="0">
                <a:solidFill>
                  <a:srgbClr val="BBBBBB"/>
                </a:solidFill>
                <a:effectLst/>
                <a:latin typeface="Cascadia Code" panose="020B0609020000020004" pitchFamily="49" charset="0"/>
              </a:rPr>
              <a:t> </a:t>
            </a:r>
            <a:r>
              <a:rPr lang="en-US" b="1" dirty="0" err="1">
                <a:solidFill>
                  <a:srgbClr val="36F9F6"/>
                </a:solidFill>
                <a:effectLst/>
                <a:latin typeface="Cascadia Code" panose="020B0609020000020004" pitchFamily="49" charset="0"/>
              </a:rPr>
              <a:t>GuestGreeting</a:t>
            </a:r>
            <a:r>
              <a:rPr lang="en-US" b="1" dirty="0">
                <a:solidFill>
                  <a:srgbClr val="BBBBBB"/>
                </a:solidFill>
                <a:effectLst/>
                <a:latin typeface="Cascadia Code" panose="020B0609020000020004" pitchFamily="49" charset="0"/>
              </a:rPr>
              <a:t>(</a:t>
            </a:r>
            <a:r>
              <a:rPr lang="en-US" b="1" i="1" dirty="0">
                <a:solidFill>
                  <a:srgbClr val="FF7EDB"/>
                </a:solidFill>
                <a:effectLst/>
                <a:latin typeface="Cascadia Code" panose="020B0609020000020004" pitchFamily="49" charset="0"/>
              </a:rPr>
              <a:t>props</a:t>
            </a:r>
            <a:r>
              <a:rPr lang="en-US" b="1" dirty="0">
                <a:solidFill>
                  <a:srgbClr val="BBBBBB"/>
                </a:solidFill>
                <a:effectLst/>
                <a:latin typeface="Cascadia Code" panose="020B0609020000020004" pitchFamily="49" charset="0"/>
              </a:rPr>
              <a:t>) {</a:t>
            </a:r>
          </a:p>
          <a:p>
            <a:r>
              <a:rPr lang="en-US" b="1" dirty="0">
                <a:solidFill>
                  <a:srgbClr val="BBBBBB"/>
                </a:solidFill>
                <a:effectLst/>
                <a:latin typeface="Cascadia Code" panose="020B0609020000020004" pitchFamily="49" charset="0"/>
              </a:rPr>
              <a:t>  </a:t>
            </a:r>
            <a:r>
              <a:rPr lang="en-US" b="1" dirty="0">
                <a:solidFill>
                  <a:srgbClr val="FEDE5D"/>
                </a:solidFill>
                <a:effectLst/>
                <a:latin typeface="Cascadia Code" panose="020B0609020000020004" pitchFamily="49" charset="0"/>
              </a:rPr>
              <a:t>return</a:t>
            </a:r>
            <a:r>
              <a:rPr lang="en-US" b="1" dirty="0">
                <a:solidFill>
                  <a:srgbClr val="BBBBBB"/>
                </a:solidFill>
                <a:effectLst/>
                <a:latin typeface="Cascadia Code" panose="020B0609020000020004" pitchFamily="49" charset="0"/>
              </a:rPr>
              <a:t> </a:t>
            </a:r>
            <a:r>
              <a:rPr lang="en-US" b="1" dirty="0">
                <a:solidFill>
                  <a:srgbClr val="36F9F6"/>
                </a:solidFill>
                <a:effectLst/>
                <a:latin typeface="Cascadia Code" panose="020B0609020000020004" pitchFamily="49" charset="0"/>
              </a:rPr>
              <a:t>&lt;</a:t>
            </a:r>
            <a:r>
              <a:rPr lang="en-US" b="1" dirty="0">
                <a:solidFill>
                  <a:srgbClr val="72F1B8"/>
                </a:solidFill>
                <a:effectLst/>
                <a:latin typeface="Cascadia Code" panose="020B0609020000020004" pitchFamily="49" charset="0"/>
              </a:rPr>
              <a:t>h1</a:t>
            </a:r>
            <a:r>
              <a:rPr lang="en-US" b="1" dirty="0">
                <a:solidFill>
                  <a:srgbClr val="36F9F6"/>
                </a:solidFill>
                <a:effectLst/>
                <a:latin typeface="Cascadia Code" panose="020B0609020000020004" pitchFamily="49" charset="0"/>
              </a:rPr>
              <a:t>&gt;</a:t>
            </a:r>
            <a:r>
              <a:rPr lang="en-US" b="1" dirty="0">
                <a:solidFill>
                  <a:srgbClr val="BBBBBB"/>
                </a:solidFill>
                <a:effectLst/>
                <a:latin typeface="Cascadia Code" panose="020B0609020000020004" pitchFamily="49" charset="0"/>
              </a:rPr>
              <a:t>Please sign up.</a:t>
            </a:r>
            <a:r>
              <a:rPr lang="en-US" b="1" dirty="0">
                <a:solidFill>
                  <a:srgbClr val="36F9F6"/>
                </a:solidFill>
                <a:effectLst/>
                <a:latin typeface="Cascadia Code" panose="020B0609020000020004" pitchFamily="49" charset="0"/>
              </a:rPr>
              <a:t>&lt;/</a:t>
            </a:r>
            <a:r>
              <a:rPr lang="en-US" b="1" dirty="0">
                <a:solidFill>
                  <a:srgbClr val="72F1B8"/>
                </a:solidFill>
                <a:effectLst/>
                <a:latin typeface="Cascadia Code" panose="020B0609020000020004" pitchFamily="49" charset="0"/>
              </a:rPr>
              <a:t>h1</a:t>
            </a:r>
            <a:r>
              <a:rPr lang="en-US" b="1" dirty="0">
                <a:solidFill>
                  <a:srgbClr val="36F9F6"/>
                </a:solidFill>
                <a:effectLst/>
                <a:latin typeface="Cascadia Code" panose="020B0609020000020004" pitchFamily="49" charset="0"/>
              </a:rPr>
              <a:t>&gt;</a:t>
            </a:r>
            <a:r>
              <a:rPr lang="en-US" b="1" dirty="0">
                <a:solidFill>
                  <a:srgbClr val="BBBBBB"/>
                </a:solidFill>
                <a:effectLst/>
                <a:latin typeface="Cascadia Code" panose="020B0609020000020004" pitchFamily="49" charset="0"/>
              </a:rPr>
              <a:t>;</a:t>
            </a:r>
          </a:p>
          <a:p>
            <a:r>
              <a:rPr lang="en-US" b="1" dirty="0">
                <a:solidFill>
                  <a:srgbClr val="BBBBBB"/>
                </a:solidFill>
                <a:effectLst/>
                <a:latin typeface="Cascadia Code" panose="020B0609020000020004" pitchFamily="49" charset="0"/>
              </a:rPr>
              <a:t>}</a:t>
            </a:r>
          </a:p>
        </p:txBody>
      </p:sp>
    </p:spTree>
    <p:extLst>
      <p:ext uri="{BB962C8B-B14F-4D97-AF65-F5344CB8AC3E}">
        <p14:creationId xmlns:p14="http://schemas.microsoft.com/office/powerpoint/2010/main" val="2055589067"/>
      </p:ext>
    </p:extLst>
  </p:cSld>
  <p:clrMapOvr>
    <a:overrideClrMapping bg1="dk1" tx1="lt1" bg2="dk2" tx2="lt2" accent1="accent1" accent2="accent2" accent3="accent3" accent4="accent4" accent5="accent5" accent6="accent6" hlink="hlink" folHlink="folHlink"/>
  </p:clrMapOvr>
  <mc:AlternateContent xmlns:mc="http://schemas.openxmlformats.org/markup-compatibility/2006" xmlns:p159="http://schemas.microsoft.com/office/powerpoint/2015/09/main">
    <mc:Choice Requires="p159">
      <p:transition>
        <p159:morph option="byObject"/>
      </p:transition>
    </mc:Choice>
    <mc:Fallback xmlns="">
      <p:transition>
        <p:fade/>
      </p:transition>
    </mc:Fallback>
  </mc:AlternateContent>
</p:sld>
</file>

<file path=ppt/slides/slide45.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sp useBgFill="1">
        <p:nvSpPr>
          <p:cNvPr id="21" name="Rectangle 20">
            <a:extLst>
              <a:ext uri="{FF2B5EF4-FFF2-40B4-BE49-F238E27FC236}">
                <a16:creationId xmlns:a16="http://schemas.microsoft.com/office/drawing/2014/main" id="{E5A92FE9-DB05-4D0D-AF5A-BE8664B9FFB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grpSp>
        <p:nvGrpSpPr>
          <p:cNvPr id="23" name="Group 22">
            <a:extLst>
              <a:ext uri="{FF2B5EF4-FFF2-40B4-BE49-F238E27FC236}">
                <a16:creationId xmlns:a16="http://schemas.microsoft.com/office/drawing/2014/main" id="{53D9B26A-5143-49A7-BA98-D871D5BD719A}"/>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flipH="1">
            <a:off x="6526211" y="1"/>
            <a:ext cx="5014912" cy="6857999"/>
            <a:chOff x="2928938" y="-4763"/>
            <a:chExt cx="5014912" cy="6862763"/>
          </a:xfrm>
        </p:grpSpPr>
        <p:sp>
          <p:nvSpPr>
            <p:cNvPr id="24" name="Freeform 6">
              <a:extLst>
                <a:ext uri="{FF2B5EF4-FFF2-40B4-BE49-F238E27FC236}">
                  <a16:creationId xmlns:a16="http://schemas.microsoft.com/office/drawing/2014/main" id="{68B85E55-A2A1-4682-B891-F201358A92D5}"/>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3367088" y="-4763"/>
              <a:ext cx="1063625" cy="2782888"/>
            </a:xfrm>
            <a:custGeom>
              <a:avLst/>
              <a:gdLst/>
              <a:ahLst/>
              <a:cxnLst/>
              <a:rect l="0" t="0" r="r" b="b"/>
              <a:pathLst>
                <a:path w="670" h="1753">
                  <a:moveTo>
                    <a:pt x="0" y="1696"/>
                  </a:moveTo>
                  <a:lnTo>
                    <a:pt x="225" y="1753"/>
                  </a:lnTo>
                  <a:lnTo>
                    <a:pt x="670" y="0"/>
                  </a:lnTo>
                  <a:lnTo>
                    <a:pt x="430" y="0"/>
                  </a:lnTo>
                  <a:lnTo>
                    <a:pt x="0" y="1696"/>
                  </a:lnTo>
                  <a:close/>
                </a:path>
              </a:pathLst>
            </a:custGeom>
            <a:solidFill>
              <a:schemeClr val="accent1"/>
            </a:solidFill>
            <a:ln>
              <a:noFill/>
            </a:ln>
          </p:spPr>
          <p:txBody>
            <a:bodyPr/>
            <a:lstStyle/>
            <a:p>
              <a:endParaRPr lang="en-US"/>
            </a:p>
          </p:txBody>
        </p:sp>
        <p:sp>
          <p:nvSpPr>
            <p:cNvPr id="25" name="Freeform 7">
              <a:extLst>
                <a:ext uri="{FF2B5EF4-FFF2-40B4-BE49-F238E27FC236}">
                  <a16:creationId xmlns:a16="http://schemas.microsoft.com/office/drawing/2014/main" id="{45EF6EDB-9B5D-49E9-96FA-1AE08BF95E57}"/>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2928938" y="-4763"/>
              <a:ext cx="1035050" cy="2673350"/>
            </a:xfrm>
            <a:custGeom>
              <a:avLst/>
              <a:gdLst/>
              <a:ahLst/>
              <a:cxnLst/>
              <a:rect l="0" t="0" r="r" b="b"/>
              <a:pathLst>
                <a:path w="652" h="1684">
                  <a:moveTo>
                    <a:pt x="225" y="1684"/>
                  </a:moveTo>
                  <a:lnTo>
                    <a:pt x="652" y="0"/>
                  </a:lnTo>
                  <a:lnTo>
                    <a:pt x="411" y="0"/>
                  </a:lnTo>
                  <a:lnTo>
                    <a:pt x="0" y="1627"/>
                  </a:lnTo>
                  <a:lnTo>
                    <a:pt x="219" y="1681"/>
                  </a:lnTo>
                  <a:lnTo>
                    <a:pt x="225" y="1684"/>
                  </a:lnTo>
                  <a:close/>
                </a:path>
              </a:pathLst>
            </a:custGeom>
            <a:solidFill>
              <a:srgbClr val="595959"/>
            </a:solidFill>
            <a:ln>
              <a:noFill/>
            </a:ln>
          </p:spPr>
          <p:txBody>
            <a:bodyPr/>
            <a:lstStyle/>
            <a:p>
              <a:endParaRPr lang="en-US"/>
            </a:p>
          </p:txBody>
        </p:sp>
        <p:sp>
          <p:nvSpPr>
            <p:cNvPr id="26" name="Freeform 12">
              <a:extLst>
                <a:ext uri="{FF2B5EF4-FFF2-40B4-BE49-F238E27FC236}">
                  <a16:creationId xmlns:a16="http://schemas.microsoft.com/office/drawing/2014/main" id="{38338226-D6E2-4EEE-B271-DB4BD096DBA1}"/>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2928938" y="2582862"/>
              <a:ext cx="2693987" cy="4275138"/>
            </a:xfrm>
            <a:custGeom>
              <a:avLst/>
              <a:gdLst/>
              <a:ahLst/>
              <a:cxnLst/>
              <a:rect l="0" t="0" r="r" b="b"/>
              <a:pathLst>
                <a:path w="1697" h="2693">
                  <a:moveTo>
                    <a:pt x="0" y="0"/>
                  </a:moveTo>
                  <a:lnTo>
                    <a:pt x="1622" y="2693"/>
                  </a:lnTo>
                  <a:lnTo>
                    <a:pt x="1697" y="2693"/>
                  </a:lnTo>
                  <a:lnTo>
                    <a:pt x="0" y="0"/>
                  </a:lnTo>
                  <a:close/>
                </a:path>
              </a:pathLst>
            </a:custGeom>
            <a:solidFill>
              <a:srgbClr val="262626"/>
            </a:solidFill>
            <a:ln>
              <a:noFill/>
            </a:ln>
          </p:spPr>
          <p:txBody>
            <a:bodyPr/>
            <a:lstStyle/>
            <a:p>
              <a:endParaRPr lang="en-US"/>
            </a:p>
          </p:txBody>
        </p:sp>
        <p:sp>
          <p:nvSpPr>
            <p:cNvPr id="27" name="Freeform 13">
              <a:extLst>
                <a:ext uri="{FF2B5EF4-FFF2-40B4-BE49-F238E27FC236}">
                  <a16:creationId xmlns:a16="http://schemas.microsoft.com/office/drawing/2014/main" id="{4878FB48-17B3-4A11-8025-DE0945CD4E71}"/>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3371850" y="2692400"/>
              <a:ext cx="3332162" cy="4165600"/>
            </a:xfrm>
            <a:custGeom>
              <a:avLst/>
              <a:gdLst/>
              <a:ahLst/>
              <a:cxnLst/>
              <a:rect l="0" t="0" r="r" b="b"/>
              <a:pathLst>
                <a:path w="2099" h="2624">
                  <a:moveTo>
                    <a:pt x="2099" y="2624"/>
                  </a:moveTo>
                  <a:lnTo>
                    <a:pt x="0" y="0"/>
                  </a:lnTo>
                  <a:lnTo>
                    <a:pt x="2021" y="2624"/>
                  </a:lnTo>
                  <a:lnTo>
                    <a:pt x="2099" y="2624"/>
                  </a:lnTo>
                  <a:close/>
                </a:path>
              </a:pathLst>
            </a:custGeom>
            <a:solidFill>
              <a:schemeClr val="accent1">
                <a:lumMod val="50000"/>
              </a:schemeClr>
            </a:solidFill>
            <a:ln>
              <a:noFill/>
            </a:ln>
          </p:spPr>
          <p:txBody>
            <a:bodyPr/>
            <a:lstStyle/>
            <a:p>
              <a:endParaRPr lang="en-US"/>
            </a:p>
          </p:txBody>
        </p:sp>
        <p:sp>
          <p:nvSpPr>
            <p:cNvPr id="28" name="Freeform 14">
              <a:extLst>
                <a:ext uri="{FF2B5EF4-FFF2-40B4-BE49-F238E27FC236}">
                  <a16:creationId xmlns:a16="http://schemas.microsoft.com/office/drawing/2014/main" id="{4150A21C-DD6D-4D3C-9E95-7A3CA263BEB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3367088" y="2687637"/>
              <a:ext cx="4576762" cy="4170363"/>
            </a:xfrm>
            <a:custGeom>
              <a:avLst/>
              <a:gdLst/>
              <a:ahLst/>
              <a:cxnLst/>
              <a:rect l="0" t="0" r="r" b="b"/>
              <a:pathLst>
                <a:path w="2883" h="2627">
                  <a:moveTo>
                    <a:pt x="0" y="0"/>
                  </a:moveTo>
                  <a:lnTo>
                    <a:pt x="3" y="3"/>
                  </a:lnTo>
                  <a:lnTo>
                    <a:pt x="2102" y="2627"/>
                  </a:lnTo>
                  <a:lnTo>
                    <a:pt x="2883" y="2627"/>
                  </a:lnTo>
                  <a:lnTo>
                    <a:pt x="225" y="57"/>
                  </a:lnTo>
                  <a:lnTo>
                    <a:pt x="0" y="0"/>
                  </a:lnTo>
                  <a:close/>
                </a:path>
              </a:pathLst>
            </a:custGeom>
            <a:solidFill>
              <a:schemeClr val="accent1">
                <a:lumMod val="75000"/>
              </a:schemeClr>
            </a:solidFill>
            <a:ln>
              <a:noFill/>
            </a:ln>
          </p:spPr>
          <p:txBody>
            <a:bodyPr/>
            <a:lstStyle/>
            <a:p>
              <a:endParaRPr lang="en-US"/>
            </a:p>
          </p:txBody>
        </p:sp>
        <p:sp>
          <p:nvSpPr>
            <p:cNvPr id="29" name="Freeform 15">
              <a:extLst>
                <a:ext uri="{FF2B5EF4-FFF2-40B4-BE49-F238E27FC236}">
                  <a16:creationId xmlns:a16="http://schemas.microsoft.com/office/drawing/2014/main" id="{7505BF04-104D-4180-A284-42FCD6B04DD6}"/>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2928938" y="2578100"/>
              <a:ext cx="3584575" cy="4279900"/>
            </a:xfrm>
            <a:custGeom>
              <a:avLst/>
              <a:gdLst/>
              <a:ahLst/>
              <a:cxnLst/>
              <a:rect l="0" t="0" r="r" b="b"/>
              <a:pathLst>
                <a:path w="2258" h="2696">
                  <a:moveTo>
                    <a:pt x="2258" y="2696"/>
                  </a:moveTo>
                  <a:lnTo>
                    <a:pt x="264" y="111"/>
                  </a:lnTo>
                  <a:lnTo>
                    <a:pt x="228" y="60"/>
                  </a:lnTo>
                  <a:lnTo>
                    <a:pt x="225" y="57"/>
                  </a:lnTo>
                  <a:lnTo>
                    <a:pt x="0" y="0"/>
                  </a:lnTo>
                  <a:lnTo>
                    <a:pt x="0" y="3"/>
                  </a:lnTo>
                  <a:lnTo>
                    <a:pt x="1697" y="2696"/>
                  </a:lnTo>
                  <a:lnTo>
                    <a:pt x="2258" y="2696"/>
                  </a:lnTo>
                  <a:close/>
                </a:path>
              </a:pathLst>
            </a:custGeom>
            <a:solidFill>
              <a:srgbClr val="404040"/>
            </a:solidFill>
            <a:ln>
              <a:noFill/>
            </a:ln>
          </p:spPr>
          <p:txBody>
            <a:bodyPr/>
            <a:lstStyle/>
            <a:p>
              <a:endParaRPr lang="en-US"/>
            </a:p>
          </p:txBody>
        </p:sp>
      </p:grpSp>
      <p:sp>
        <p:nvSpPr>
          <p:cNvPr id="2" name="Title 1">
            <a:extLst>
              <a:ext uri="{FF2B5EF4-FFF2-40B4-BE49-F238E27FC236}">
                <a16:creationId xmlns:a16="http://schemas.microsoft.com/office/drawing/2014/main" id="{652CD06E-EB43-4697-A9C1-290232C3BAD6}"/>
              </a:ext>
            </a:extLst>
          </p:cNvPr>
          <p:cNvSpPr>
            <a:spLocks noGrp="1"/>
          </p:cNvSpPr>
          <p:nvPr>
            <p:ph type="ctrTitle"/>
          </p:nvPr>
        </p:nvSpPr>
        <p:spPr>
          <a:xfrm>
            <a:off x="473345" y="0"/>
            <a:ext cx="11604355" cy="1223994"/>
          </a:xfrm>
        </p:spPr>
        <p:txBody>
          <a:bodyPr>
            <a:noAutofit/>
          </a:bodyPr>
          <a:lstStyle/>
          <a:p>
            <a:pPr algn="l"/>
            <a:r>
              <a:rPr lang="en-US" sz="5400" b="1" dirty="0">
                <a:latin typeface="Mystical Woods Smooth Script" panose="02000500000000000000" pitchFamily="2" charset="0"/>
                <a:cs typeface="Cavolini" panose="03000502040302020204" pitchFamily="66" charset="0"/>
              </a:rPr>
              <a:t>Conditional Rendering </a:t>
            </a:r>
            <a:r>
              <a:rPr lang="en-US" sz="2100" b="1" dirty="0">
                <a:latin typeface="Cavolini" panose="03000502040302020204" pitchFamily="66" charset="0"/>
                <a:cs typeface="Cavolini" panose="03000502040302020204" pitchFamily="66" charset="0"/>
              </a:rPr>
              <a:t>continued…</a:t>
            </a:r>
          </a:p>
        </p:txBody>
      </p:sp>
      <p:grpSp>
        <p:nvGrpSpPr>
          <p:cNvPr id="6" name="Group 5">
            <a:extLst>
              <a:ext uri="{FF2B5EF4-FFF2-40B4-BE49-F238E27FC236}">
                <a16:creationId xmlns:a16="http://schemas.microsoft.com/office/drawing/2014/main" id="{752A73B4-49EC-E765-1462-2A106F07C3D4}"/>
              </a:ext>
            </a:extLst>
          </p:cNvPr>
          <p:cNvGrpSpPr/>
          <p:nvPr/>
        </p:nvGrpSpPr>
        <p:grpSpPr>
          <a:xfrm>
            <a:off x="481809" y="1152868"/>
            <a:ext cx="8950321" cy="182880"/>
            <a:chOff x="1089027" y="1251583"/>
            <a:chExt cx="8950321" cy="182880"/>
          </a:xfrm>
        </p:grpSpPr>
        <p:cxnSp>
          <p:nvCxnSpPr>
            <p:cNvPr id="4" name="Straight Connector 3">
              <a:extLst>
                <a:ext uri="{FF2B5EF4-FFF2-40B4-BE49-F238E27FC236}">
                  <a16:creationId xmlns:a16="http://schemas.microsoft.com/office/drawing/2014/main" id="{1111542F-3245-DDEC-4B5A-7412E7DBE5FD}"/>
                </a:ext>
              </a:extLst>
            </p:cNvPr>
            <p:cNvCxnSpPr/>
            <p:nvPr/>
          </p:nvCxnSpPr>
          <p:spPr>
            <a:xfrm>
              <a:off x="1089027" y="1347537"/>
              <a:ext cx="8786493" cy="0"/>
            </a:xfrm>
            <a:prstGeom prst="line">
              <a:avLst/>
            </a:prstGeom>
            <a:ln w="38100">
              <a:solidFill>
                <a:srgbClr val="595959"/>
              </a:solidFill>
            </a:ln>
            <a:effectLst>
              <a:reflection blurRad="6350" stA="50000" endA="275" endPos="40000" dist="101600" dir="5400000" sy="-100000" algn="bl" rotWithShape="0"/>
              <a:softEdge rad="12700"/>
            </a:effectLst>
          </p:spPr>
          <p:style>
            <a:lnRef idx="3">
              <a:schemeClr val="dk1"/>
            </a:lnRef>
            <a:fillRef idx="0">
              <a:schemeClr val="dk1"/>
            </a:fillRef>
            <a:effectRef idx="2">
              <a:schemeClr val="dk1"/>
            </a:effectRef>
            <a:fontRef idx="minor">
              <a:schemeClr val="tx1"/>
            </a:fontRef>
          </p:style>
        </p:cxnSp>
        <p:sp>
          <p:nvSpPr>
            <p:cNvPr id="5" name="Flowchart: Connector 4">
              <a:extLst>
                <a:ext uri="{FF2B5EF4-FFF2-40B4-BE49-F238E27FC236}">
                  <a16:creationId xmlns:a16="http://schemas.microsoft.com/office/drawing/2014/main" id="{B2858492-B751-8ED7-57BE-708D61DDCF50}"/>
                </a:ext>
              </a:extLst>
            </p:cNvPr>
            <p:cNvSpPr/>
            <p:nvPr/>
          </p:nvSpPr>
          <p:spPr>
            <a:xfrm>
              <a:off x="9856468" y="1251583"/>
              <a:ext cx="182880" cy="182880"/>
            </a:xfrm>
            <a:prstGeom prst="flowChartConnector">
              <a:avLst/>
            </a:prstGeom>
            <a:ln>
              <a:noFill/>
            </a:ln>
            <a:effectLst>
              <a:outerShdw blurRad="50800" dist="38100" dir="2700000" algn="tl"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3" name="Rectangle 1">
            <a:extLst>
              <a:ext uri="{FF2B5EF4-FFF2-40B4-BE49-F238E27FC236}">
                <a16:creationId xmlns:a16="http://schemas.microsoft.com/office/drawing/2014/main" id="{8B801F13-4ED0-2181-7D1F-F7640C58C8BC}"/>
              </a:ext>
            </a:extLst>
          </p:cNvPr>
          <p:cNvSpPr>
            <a:spLocks noChangeArrowheads="1"/>
          </p:cNvSpPr>
          <p:nvPr/>
        </p:nvSpPr>
        <p:spPr bwMode="auto">
          <a:xfrm>
            <a:off x="0" y="67017"/>
            <a:ext cx="65" cy="323165"/>
          </a:xfrm>
          <a:prstGeom prst="rect">
            <a:avLst/>
          </a:prstGeom>
          <a:solidFill>
            <a:srgbClr val="181A1B"/>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0" tIns="0" rIns="0" bIns="0" numCol="1" anchor="ctr"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2100" b="1" i="0" u="none" strike="noStrike" cap="none" normalizeH="0" baseline="0" dirty="0">
              <a:ln>
                <a:noFill/>
              </a:ln>
              <a:effectLst/>
              <a:latin typeface="Cavolini" panose="03000502040302020204" pitchFamily="66" charset="0"/>
              <a:cs typeface="Cavolini" panose="03000502040302020204" pitchFamily="66" charset="0"/>
            </a:endParaRPr>
          </a:p>
        </p:txBody>
      </p:sp>
      <p:sp>
        <p:nvSpPr>
          <p:cNvPr id="7" name="Rectangle 1">
            <a:extLst>
              <a:ext uri="{FF2B5EF4-FFF2-40B4-BE49-F238E27FC236}">
                <a16:creationId xmlns:a16="http://schemas.microsoft.com/office/drawing/2014/main" id="{024FD8B7-D15A-EE64-272E-12976B56E47D}"/>
              </a:ext>
            </a:extLst>
          </p:cNvPr>
          <p:cNvSpPr>
            <a:spLocks noChangeArrowheads="1"/>
          </p:cNvSpPr>
          <p:nvPr/>
        </p:nvSpPr>
        <p:spPr bwMode="auto">
          <a:xfrm>
            <a:off x="481809" y="1426069"/>
            <a:ext cx="10391773" cy="64633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0" tIns="0" rIns="0" bIns="0" numCol="1" anchor="ctr"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2100" b="1" i="0" u="none" strike="noStrike" cap="none" normalizeH="0" baseline="0" dirty="0">
                <a:ln>
                  <a:noFill/>
                </a:ln>
                <a:effectLst/>
                <a:latin typeface="Cavolini" panose="03000502040302020204" pitchFamily="66" charset="0"/>
                <a:cs typeface="Cavolini" panose="03000502040302020204" pitchFamily="66" charset="0"/>
              </a:rPr>
              <a:t>We’ll create a Greeting component that displays either of these components depending on whether a user is logged in: </a:t>
            </a:r>
          </a:p>
        </p:txBody>
      </p:sp>
      <p:sp>
        <p:nvSpPr>
          <p:cNvPr id="11" name="TextBox 10">
            <a:extLst>
              <a:ext uri="{FF2B5EF4-FFF2-40B4-BE49-F238E27FC236}">
                <a16:creationId xmlns:a16="http://schemas.microsoft.com/office/drawing/2014/main" id="{4A2C6664-56FC-7F8C-C4E1-A6C95D9C2F8B}"/>
              </a:ext>
            </a:extLst>
          </p:cNvPr>
          <p:cNvSpPr txBox="1"/>
          <p:nvPr/>
        </p:nvSpPr>
        <p:spPr>
          <a:xfrm>
            <a:off x="423845" y="2249646"/>
            <a:ext cx="6097604" cy="2031325"/>
          </a:xfrm>
          <a:prstGeom prst="rect">
            <a:avLst/>
          </a:prstGeom>
          <a:noFill/>
        </p:spPr>
        <p:txBody>
          <a:bodyPr wrap="square">
            <a:spAutoFit/>
          </a:bodyPr>
          <a:lstStyle/>
          <a:p>
            <a:r>
              <a:rPr lang="en-US" b="1" dirty="0">
                <a:solidFill>
                  <a:srgbClr val="FEDE5D"/>
                </a:solidFill>
                <a:effectLst/>
                <a:latin typeface="Cascadia Code" panose="020B0609020000020004" pitchFamily="49" charset="0"/>
              </a:rPr>
              <a:t>function</a:t>
            </a:r>
            <a:r>
              <a:rPr lang="en-US" b="1" dirty="0">
                <a:solidFill>
                  <a:srgbClr val="BBBBBB"/>
                </a:solidFill>
                <a:effectLst/>
                <a:latin typeface="Cascadia Code" panose="020B0609020000020004" pitchFamily="49" charset="0"/>
              </a:rPr>
              <a:t> </a:t>
            </a:r>
            <a:r>
              <a:rPr lang="en-US" b="1" dirty="0">
                <a:solidFill>
                  <a:srgbClr val="36F9F6"/>
                </a:solidFill>
                <a:effectLst/>
                <a:latin typeface="Cascadia Code" panose="020B0609020000020004" pitchFamily="49" charset="0"/>
              </a:rPr>
              <a:t>Greeting</a:t>
            </a:r>
            <a:r>
              <a:rPr lang="en-US" b="1" dirty="0">
                <a:solidFill>
                  <a:srgbClr val="BBBBBB"/>
                </a:solidFill>
                <a:effectLst/>
                <a:latin typeface="Cascadia Code" panose="020B0609020000020004" pitchFamily="49" charset="0"/>
              </a:rPr>
              <a:t>(</a:t>
            </a:r>
            <a:r>
              <a:rPr lang="en-US" b="1" i="1" dirty="0">
                <a:solidFill>
                  <a:srgbClr val="FF7EDB"/>
                </a:solidFill>
                <a:effectLst/>
                <a:latin typeface="Cascadia Code" panose="020B0609020000020004" pitchFamily="49" charset="0"/>
              </a:rPr>
              <a:t>props</a:t>
            </a:r>
            <a:r>
              <a:rPr lang="en-US" b="1" dirty="0">
                <a:solidFill>
                  <a:srgbClr val="BBBBBB"/>
                </a:solidFill>
                <a:effectLst/>
                <a:latin typeface="Cascadia Code" panose="020B0609020000020004" pitchFamily="49" charset="0"/>
              </a:rPr>
              <a:t>) {</a:t>
            </a:r>
          </a:p>
          <a:p>
            <a:r>
              <a:rPr lang="en-US" b="1" dirty="0">
                <a:solidFill>
                  <a:srgbClr val="BBBBBB"/>
                </a:solidFill>
                <a:effectLst/>
                <a:latin typeface="Cascadia Code" panose="020B0609020000020004" pitchFamily="49" charset="0"/>
              </a:rPr>
              <a:t>  </a:t>
            </a:r>
            <a:r>
              <a:rPr lang="en-US" b="1" dirty="0">
                <a:solidFill>
                  <a:srgbClr val="FEDE5D"/>
                </a:solidFill>
                <a:effectLst/>
                <a:latin typeface="Cascadia Code" panose="020B0609020000020004" pitchFamily="49" charset="0"/>
              </a:rPr>
              <a:t>const</a:t>
            </a:r>
            <a:r>
              <a:rPr lang="en-US" b="1" dirty="0">
                <a:solidFill>
                  <a:srgbClr val="BBBBBB"/>
                </a:solidFill>
                <a:effectLst/>
                <a:latin typeface="Cascadia Code" panose="020B0609020000020004" pitchFamily="49" charset="0"/>
              </a:rPr>
              <a:t> </a:t>
            </a:r>
            <a:r>
              <a:rPr lang="en-US" b="1" dirty="0" err="1">
                <a:solidFill>
                  <a:srgbClr val="FF7EDB"/>
                </a:solidFill>
                <a:effectLst/>
                <a:latin typeface="Cascadia Code" panose="020B0609020000020004" pitchFamily="49" charset="0"/>
              </a:rPr>
              <a:t>isLoggedIn</a:t>
            </a:r>
            <a:r>
              <a:rPr lang="en-US" b="1" dirty="0">
                <a:solidFill>
                  <a:srgbClr val="BBBBBB"/>
                </a:solidFill>
                <a:effectLst/>
                <a:latin typeface="Cascadia Code" panose="020B0609020000020004" pitchFamily="49" charset="0"/>
              </a:rPr>
              <a:t> </a:t>
            </a:r>
            <a:r>
              <a:rPr lang="en-US" b="1" dirty="0">
                <a:solidFill>
                  <a:srgbClr val="FFFFFF"/>
                </a:solidFill>
                <a:effectLst/>
                <a:latin typeface="Cascadia Code" panose="020B0609020000020004" pitchFamily="49" charset="0"/>
              </a:rPr>
              <a:t>=</a:t>
            </a:r>
            <a:r>
              <a:rPr lang="en-US" b="1" dirty="0">
                <a:solidFill>
                  <a:srgbClr val="BBBBBB"/>
                </a:solidFill>
                <a:effectLst/>
                <a:latin typeface="Cascadia Code" panose="020B0609020000020004" pitchFamily="49" charset="0"/>
              </a:rPr>
              <a:t> </a:t>
            </a:r>
            <a:r>
              <a:rPr lang="en-US" b="1" i="1" dirty="0" err="1">
                <a:solidFill>
                  <a:srgbClr val="FF7EDB"/>
                </a:solidFill>
                <a:effectLst/>
                <a:latin typeface="Cascadia Code" panose="020B0609020000020004" pitchFamily="49" charset="0"/>
              </a:rPr>
              <a:t>props</a:t>
            </a:r>
            <a:r>
              <a:rPr lang="en-US" b="1" dirty="0" err="1">
                <a:solidFill>
                  <a:srgbClr val="BBBBBB"/>
                </a:solidFill>
                <a:effectLst/>
                <a:latin typeface="Cascadia Code" panose="020B0609020000020004" pitchFamily="49" charset="0"/>
              </a:rPr>
              <a:t>.</a:t>
            </a:r>
            <a:r>
              <a:rPr lang="en-US" b="1" dirty="0" err="1">
                <a:solidFill>
                  <a:srgbClr val="2EE2FA"/>
                </a:solidFill>
                <a:effectLst/>
                <a:latin typeface="Cascadia Code" panose="020B0609020000020004" pitchFamily="49" charset="0"/>
              </a:rPr>
              <a:t>isLoggedIn</a:t>
            </a:r>
            <a:r>
              <a:rPr lang="en-US" b="1" dirty="0">
                <a:solidFill>
                  <a:srgbClr val="BBBBBB"/>
                </a:solidFill>
                <a:effectLst/>
                <a:latin typeface="Cascadia Code" panose="020B0609020000020004" pitchFamily="49" charset="0"/>
              </a:rPr>
              <a:t>;</a:t>
            </a:r>
          </a:p>
          <a:p>
            <a:r>
              <a:rPr lang="en-US" b="1" dirty="0">
                <a:solidFill>
                  <a:srgbClr val="BBBBBB"/>
                </a:solidFill>
                <a:effectLst/>
                <a:latin typeface="Cascadia Code" panose="020B0609020000020004" pitchFamily="49" charset="0"/>
              </a:rPr>
              <a:t>  </a:t>
            </a:r>
            <a:r>
              <a:rPr lang="en-US" b="1" dirty="0">
                <a:solidFill>
                  <a:srgbClr val="FEDE5D"/>
                </a:solidFill>
                <a:effectLst/>
                <a:latin typeface="Cascadia Code" panose="020B0609020000020004" pitchFamily="49" charset="0"/>
              </a:rPr>
              <a:t>if</a:t>
            </a:r>
            <a:r>
              <a:rPr lang="en-US" b="1" dirty="0">
                <a:solidFill>
                  <a:srgbClr val="BBBBBB"/>
                </a:solidFill>
                <a:effectLst/>
                <a:latin typeface="Cascadia Code" panose="020B0609020000020004" pitchFamily="49" charset="0"/>
              </a:rPr>
              <a:t> (</a:t>
            </a:r>
            <a:r>
              <a:rPr lang="en-US" b="1" dirty="0" err="1">
                <a:solidFill>
                  <a:srgbClr val="FF7EDB"/>
                </a:solidFill>
                <a:effectLst/>
                <a:latin typeface="Cascadia Code" panose="020B0609020000020004" pitchFamily="49" charset="0"/>
              </a:rPr>
              <a:t>isLoggedIn</a:t>
            </a:r>
            <a:r>
              <a:rPr lang="en-US" b="1" dirty="0">
                <a:solidFill>
                  <a:srgbClr val="BBBBBB"/>
                </a:solidFill>
                <a:effectLst/>
                <a:latin typeface="Cascadia Code" panose="020B0609020000020004" pitchFamily="49" charset="0"/>
              </a:rPr>
              <a:t>) {</a:t>
            </a:r>
          </a:p>
          <a:p>
            <a:r>
              <a:rPr lang="en-US" b="1" dirty="0">
                <a:solidFill>
                  <a:srgbClr val="BBBBBB"/>
                </a:solidFill>
                <a:effectLst/>
                <a:latin typeface="Cascadia Code" panose="020B0609020000020004" pitchFamily="49" charset="0"/>
              </a:rPr>
              <a:t>    </a:t>
            </a:r>
            <a:r>
              <a:rPr lang="en-US" b="1" dirty="0">
                <a:solidFill>
                  <a:srgbClr val="FEDE5D"/>
                </a:solidFill>
                <a:effectLst/>
                <a:latin typeface="Cascadia Code" panose="020B0609020000020004" pitchFamily="49" charset="0"/>
              </a:rPr>
              <a:t>return</a:t>
            </a:r>
            <a:r>
              <a:rPr lang="en-US" b="1" dirty="0">
                <a:solidFill>
                  <a:srgbClr val="BBBBBB"/>
                </a:solidFill>
                <a:effectLst/>
                <a:latin typeface="Cascadia Code" panose="020B0609020000020004" pitchFamily="49" charset="0"/>
              </a:rPr>
              <a:t> </a:t>
            </a:r>
            <a:r>
              <a:rPr lang="en-US" b="1" dirty="0">
                <a:solidFill>
                  <a:srgbClr val="36F9F6"/>
                </a:solidFill>
                <a:effectLst/>
                <a:latin typeface="Cascadia Code" panose="020B0609020000020004" pitchFamily="49" charset="0"/>
              </a:rPr>
              <a:t>&lt;</a:t>
            </a:r>
            <a:r>
              <a:rPr lang="en-US" b="1" dirty="0" err="1">
                <a:solidFill>
                  <a:srgbClr val="FE4450"/>
                </a:solidFill>
                <a:effectLst/>
                <a:latin typeface="Cascadia Code" panose="020B0609020000020004" pitchFamily="49" charset="0"/>
              </a:rPr>
              <a:t>UserGreeting</a:t>
            </a:r>
            <a:r>
              <a:rPr lang="en-US" b="1" dirty="0">
                <a:solidFill>
                  <a:srgbClr val="BBBBBB"/>
                </a:solidFill>
                <a:effectLst/>
                <a:latin typeface="Cascadia Code" panose="020B0609020000020004" pitchFamily="49" charset="0"/>
              </a:rPr>
              <a:t> </a:t>
            </a:r>
            <a:r>
              <a:rPr lang="en-US" b="1" dirty="0">
                <a:solidFill>
                  <a:srgbClr val="36F9F6"/>
                </a:solidFill>
                <a:effectLst/>
                <a:latin typeface="Cascadia Code" panose="020B0609020000020004" pitchFamily="49" charset="0"/>
              </a:rPr>
              <a:t>/&gt;</a:t>
            </a:r>
            <a:r>
              <a:rPr lang="en-US" b="1" dirty="0">
                <a:solidFill>
                  <a:srgbClr val="BBBBBB"/>
                </a:solidFill>
                <a:effectLst/>
                <a:latin typeface="Cascadia Code" panose="020B0609020000020004" pitchFamily="49" charset="0"/>
              </a:rPr>
              <a:t>;</a:t>
            </a:r>
          </a:p>
          <a:p>
            <a:r>
              <a:rPr lang="en-US" b="1" dirty="0">
                <a:solidFill>
                  <a:srgbClr val="BBBBBB"/>
                </a:solidFill>
                <a:effectLst/>
                <a:latin typeface="Cascadia Code" panose="020B0609020000020004" pitchFamily="49" charset="0"/>
              </a:rPr>
              <a:t>  }</a:t>
            </a:r>
          </a:p>
          <a:p>
            <a:r>
              <a:rPr lang="en-US" b="1" dirty="0">
                <a:solidFill>
                  <a:srgbClr val="BBBBBB"/>
                </a:solidFill>
                <a:effectLst/>
                <a:latin typeface="Cascadia Code" panose="020B0609020000020004" pitchFamily="49" charset="0"/>
              </a:rPr>
              <a:t>  </a:t>
            </a:r>
            <a:r>
              <a:rPr lang="en-US" b="1" dirty="0">
                <a:solidFill>
                  <a:srgbClr val="FEDE5D"/>
                </a:solidFill>
                <a:effectLst/>
                <a:latin typeface="Cascadia Code" panose="020B0609020000020004" pitchFamily="49" charset="0"/>
              </a:rPr>
              <a:t>return</a:t>
            </a:r>
            <a:r>
              <a:rPr lang="en-US" b="1" dirty="0">
                <a:solidFill>
                  <a:srgbClr val="BBBBBB"/>
                </a:solidFill>
                <a:effectLst/>
                <a:latin typeface="Cascadia Code" panose="020B0609020000020004" pitchFamily="49" charset="0"/>
              </a:rPr>
              <a:t> </a:t>
            </a:r>
            <a:r>
              <a:rPr lang="en-US" b="1" dirty="0">
                <a:solidFill>
                  <a:srgbClr val="36F9F6"/>
                </a:solidFill>
                <a:effectLst/>
                <a:latin typeface="Cascadia Code" panose="020B0609020000020004" pitchFamily="49" charset="0"/>
              </a:rPr>
              <a:t>&lt;</a:t>
            </a:r>
            <a:r>
              <a:rPr lang="en-US" b="1" dirty="0" err="1">
                <a:solidFill>
                  <a:srgbClr val="FE4450"/>
                </a:solidFill>
                <a:effectLst/>
                <a:latin typeface="Cascadia Code" panose="020B0609020000020004" pitchFamily="49" charset="0"/>
              </a:rPr>
              <a:t>GuestGreeting</a:t>
            </a:r>
            <a:r>
              <a:rPr lang="en-US" b="1" dirty="0">
                <a:solidFill>
                  <a:srgbClr val="BBBBBB"/>
                </a:solidFill>
                <a:effectLst/>
                <a:latin typeface="Cascadia Code" panose="020B0609020000020004" pitchFamily="49" charset="0"/>
              </a:rPr>
              <a:t> </a:t>
            </a:r>
            <a:r>
              <a:rPr lang="en-US" b="1" dirty="0">
                <a:solidFill>
                  <a:srgbClr val="36F9F6"/>
                </a:solidFill>
                <a:effectLst/>
                <a:latin typeface="Cascadia Code" panose="020B0609020000020004" pitchFamily="49" charset="0"/>
              </a:rPr>
              <a:t>/&gt;</a:t>
            </a:r>
            <a:r>
              <a:rPr lang="en-US" b="1" dirty="0">
                <a:solidFill>
                  <a:srgbClr val="BBBBBB"/>
                </a:solidFill>
                <a:effectLst/>
                <a:latin typeface="Cascadia Code" panose="020B0609020000020004" pitchFamily="49" charset="0"/>
              </a:rPr>
              <a:t>;</a:t>
            </a:r>
          </a:p>
          <a:p>
            <a:r>
              <a:rPr lang="en-US" b="1" dirty="0">
                <a:solidFill>
                  <a:srgbClr val="BBBBBB"/>
                </a:solidFill>
                <a:effectLst/>
                <a:latin typeface="Cascadia Code" panose="020B0609020000020004" pitchFamily="49" charset="0"/>
              </a:rPr>
              <a:t>}</a:t>
            </a:r>
          </a:p>
        </p:txBody>
      </p:sp>
      <p:sp>
        <p:nvSpPr>
          <p:cNvPr id="14" name="TextBox 13">
            <a:extLst>
              <a:ext uri="{FF2B5EF4-FFF2-40B4-BE49-F238E27FC236}">
                <a16:creationId xmlns:a16="http://schemas.microsoft.com/office/drawing/2014/main" id="{CD64B2A9-87C6-C316-EF9E-C4E6DC9A9ADB}"/>
              </a:ext>
            </a:extLst>
          </p:cNvPr>
          <p:cNvSpPr txBox="1"/>
          <p:nvPr/>
        </p:nvSpPr>
        <p:spPr>
          <a:xfrm>
            <a:off x="473345" y="4458217"/>
            <a:ext cx="10032728" cy="738664"/>
          </a:xfrm>
          <a:prstGeom prst="rect">
            <a:avLst/>
          </a:prstGeom>
          <a:noFill/>
        </p:spPr>
        <p:txBody>
          <a:bodyPr wrap="square">
            <a:spAutoFit/>
          </a:bodyPr>
          <a:lstStyle/>
          <a:p>
            <a:r>
              <a:rPr lang="en-US" sz="2100" b="1" dirty="0">
                <a:effectLst/>
                <a:latin typeface="Cavolini" panose="03000502040302020204" pitchFamily="66" charset="0"/>
                <a:cs typeface="Cavolini" panose="03000502040302020204" pitchFamily="66" charset="0"/>
              </a:rPr>
              <a:t>This example renders a different greeting depending on the value of </a:t>
            </a:r>
            <a:r>
              <a:rPr lang="en-US" sz="2100" b="1" dirty="0" err="1">
                <a:effectLst/>
                <a:latin typeface="Cavolini" panose="03000502040302020204" pitchFamily="66" charset="0"/>
                <a:cs typeface="Cavolini" panose="03000502040302020204" pitchFamily="66" charset="0"/>
              </a:rPr>
              <a:t>isLoggedIn</a:t>
            </a:r>
            <a:r>
              <a:rPr lang="en-US" sz="2100" b="1" dirty="0">
                <a:effectLst/>
                <a:latin typeface="Cavolini" panose="03000502040302020204" pitchFamily="66" charset="0"/>
                <a:cs typeface="Cavolini" panose="03000502040302020204" pitchFamily="66" charset="0"/>
              </a:rPr>
              <a:t> prop.</a:t>
            </a:r>
          </a:p>
        </p:txBody>
      </p:sp>
    </p:spTree>
    <p:extLst>
      <p:ext uri="{BB962C8B-B14F-4D97-AF65-F5344CB8AC3E}">
        <p14:creationId xmlns:p14="http://schemas.microsoft.com/office/powerpoint/2010/main" val="1789559125"/>
      </p:ext>
    </p:extLst>
  </p:cSld>
  <p:clrMapOvr>
    <a:overrideClrMapping bg1="dk1" tx1="lt1" bg2="dk2" tx2="lt2" accent1="accent1" accent2="accent2" accent3="accent3" accent4="accent4" accent5="accent5" accent6="accent6" hlink="hlink" folHlink="folHlink"/>
  </p:clrMapOvr>
  <mc:AlternateContent xmlns:mc="http://schemas.openxmlformats.org/markup-compatibility/2006" xmlns:p159="http://schemas.microsoft.com/office/powerpoint/2015/09/main">
    <mc:Choice Requires="p159">
      <p:transition>
        <p159:morph option="byObject"/>
      </p:transition>
    </mc:Choice>
    <mc:Fallback xmlns="">
      <p:transition>
        <p:fade/>
      </p:transition>
    </mc:Fallback>
  </mc:AlternateContent>
</p:sld>
</file>

<file path=ppt/slides/slide46.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sp useBgFill="1">
        <p:nvSpPr>
          <p:cNvPr id="21" name="Rectangle 20">
            <a:extLst>
              <a:ext uri="{FF2B5EF4-FFF2-40B4-BE49-F238E27FC236}">
                <a16:creationId xmlns:a16="http://schemas.microsoft.com/office/drawing/2014/main" id="{E5A92FE9-DB05-4D0D-AF5A-BE8664B9FFB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grpSp>
        <p:nvGrpSpPr>
          <p:cNvPr id="23" name="Group 22">
            <a:extLst>
              <a:ext uri="{FF2B5EF4-FFF2-40B4-BE49-F238E27FC236}">
                <a16:creationId xmlns:a16="http://schemas.microsoft.com/office/drawing/2014/main" id="{53D9B26A-5143-49A7-BA98-D871D5BD719A}"/>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flipH="1">
            <a:off x="6526211" y="1"/>
            <a:ext cx="5014912" cy="6857999"/>
            <a:chOff x="2928938" y="-4763"/>
            <a:chExt cx="5014912" cy="6862763"/>
          </a:xfrm>
        </p:grpSpPr>
        <p:sp>
          <p:nvSpPr>
            <p:cNvPr id="24" name="Freeform 6">
              <a:extLst>
                <a:ext uri="{FF2B5EF4-FFF2-40B4-BE49-F238E27FC236}">
                  <a16:creationId xmlns:a16="http://schemas.microsoft.com/office/drawing/2014/main" id="{68B85E55-A2A1-4682-B891-F201358A92D5}"/>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3367088" y="-4763"/>
              <a:ext cx="1063625" cy="2782888"/>
            </a:xfrm>
            <a:custGeom>
              <a:avLst/>
              <a:gdLst/>
              <a:ahLst/>
              <a:cxnLst/>
              <a:rect l="0" t="0" r="r" b="b"/>
              <a:pathLst>
                <a:path w="670" h="1753">
                  <a:moveTo>
                    <a:pt x="0" y="1696"/>
                  </a:moveTo>
                  <a:lnTo>
                    <a:pt x="225" y="1753"/>
                  </a:lnTo>
                  <a:lnTo>
                    <a:pt x="670" y="0"/>
                  </a:lnTo>
                  <a:lnTo>
                    <a:pt x="430" y="0"/>
                  </a:lnTo>
                  <a:lnTo>
                    <a:pt x="0" y="1696"/>
                  </a:lnTo>
                  <a:close/>
                </a:path>
              </a:pathLst>
            </a:custGeom>
            <a:solidFill>
              <a:schemeClr val="accent1"/>
            </a:solidFill>
            <a:ln>
              <a:noFill/>
            </a:ln>
          </p:spPr>
          <p:txBody>
            <a:bodyPr/>
            <a:lstStyle/>
            <a:p>
              <a:endParaRPr lang="en-US"/>
            </a:p>
          </p:txBody>
        </p:sp>
        <p:sp>
          <p:nvSpPr>
            <p:cNvPr id="25" name="Freeform 7">
              <a:extLst>
                <a:ext uri="{FF2B5EF4-FFF2-40B4-BE49-F238E27FC236}">
                  <a16:creationId xmlns:a16="http://schemas.microsoft.com/office/drawing/2014/main" id="{45EF6EDB-9B5D-49E9-96FA-1AE08BF95E57}"/>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2928938" y="-4763"/>
              <a:ext cx="1035050" cy="2673350"/>
            </a:xfrm>
            <a:custGeom>
              <a:avLst/>
              <a:gdLst/>
              <a:ahLst/>
              <a:cxnLst/>
              <a:rect l="0" t="0" r="r" b="b"/>
              <a:pathLst>
                <a:path w="652" h="1684">
                  <a:moveTo>
                    <a:pt x="225" y="1684"/>
                  </a:moveTo>
                  <a:lnTo>
                    <a:pt x="652" y="0"/>
                  </a:lnTo>
                  <a:lnTo>
                    <a:pt x="411" y="0"/>
                  </a:lnTo>
                  <a:lnTo>
                    <a:pt x="0" y="1627"/>
                  </a:lnTo>
                  <a:lnTo>
                    <a:pt x="219" y="1681"/>
                  </a:lnTo>
                  <a:lnTo>
                    <a:pt x="225" y="1684"/>
                  </a:lnTo>
                  <a:close/>
                </a:path>
              </a:pathLst>
            </a:custGeom>
            <a:solidFill>
              <a:srgbClr val="595959"/>
            </a:solidFill>
            <a:ln>
              <a:noFill/>
            </a:ln>
          </p:spPr>
          <p:txBody>
            <a:bodyPr/>
            <a:lstStyle/>
            <a:p>
              <a:endParaRPr lang="en-US"/>
            </a:p>
          </p:txBody>
        </p:sp>
        <p:sp>
          <p:nvSpPr>
            <p:cNvPr id="26" name="Freeform 12">
              <a:extLst>
                <a:ext uri="{FF2B5EF4-FFF2-40B4-BE49-F238E27FC236}">
                  <a16:creationId xmlns:a16="http://schemas.microsoft.com/office/drawing/2014/main" id="{38338226-D6E2-4EEE-B271-DB4BD096DBA1}"/>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2928938" y="2582862"/>
              <a:ext cx="2693987" cy="4275138"/>
            </a:xfrm>
            <a:custGeom>
              <a:avLst/>
              <a:gdLst/>
              <a:ahLst/>
              <a:cxnLst/>
              <a:rect l="0" t="0" r="r" b="b"/>
              <a:pathLst>
                <a:path w="1697" h="2693">
                  <a:moveTo>
                    <a:pt x="0" y="0"/>
                  </a:moveTo>
                  <a:lnTo>
                    <a:pt x="1622" y="2693"/>
                  </a:lnTo>
                  <a:lnTo>
                    <a:pt x="1697" y="2693"/>
                  </a:lnTo>
                  <a:lnTo>
                    <a:pt x="0" y="0"/>
                  </a:lnTo>
                  <a:close/>
                </a:path>
              </a:pathLst>
            </a:custGeom>
            <a:solidFill>
              <a:srgbClr val="262626"/>
            </a:solidFill>
            <a:ln>
              <a:noFill/>
            </a:ln>
          </p:spPr>
          <p:txBody>
            <a:bodyPr/>
            <a:lstStyle/>
            <a:p>
              <a:endParaRPr lang="en-US"/>
            </a:p>
          </p:txBody>
        </p:sp>
        <p:sp>
          <p:nvSpPr>
            <p:cNvPr id="27" name="Freeform 13">
              <a:extLst>
                <a:ext uri="{FF2B5EF4-FFF2-40B4-BE49-F238E27FC236}">
                  <a16:creationId xmlns:a16="http://schemas.microsoft.com/office/drawing/2014/main" id="{4878FB48-17B3-4A11-8025-DE0945CD4E71}"/>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3371850" y="2692400"/>
              <a:ext cx="3332162" cy="4165600"/>
            </a:xfrm>
            <a:custGeom>
              <a:avLst/>
              <a:gdLst/>
              <a:ahLst/>
              <a:cxnLst/>
              <a:rect l="0" t="0" r="r" b="b"/>
              <a:pathLst>
                <a:path w="2099" h="2624">
                  <a:moveTo>
                    <a:pt x="2099" y="2624"/>
                  </a:moveTo>
                  <a:lnTo>
                    <a:pt x="0" y="0"/>
                  </a:lnTo>
                  <a:lnTo>
                    <a:pt x="2021" y="2624"/>
                  </a:lnTo>
                  <a:lnTo>
                    <a:pt x="2099" y="2624"/>
                  </a:lnTo>
                  <a:close/>
                </a:path>
              </a:pathLst>
            </a:custGeom>
            <a:solidFill>
              <a:schemeClr val="accent1">
                <a:lumMod val="50000"/>
              </a:schemeClr>
            </a:solidFill>
            <a:ln>
              <a:noFill/>
            </a:ln>
          </p:spPr>
          <p:txBody>
            <a:bodyPr/>
            <a:lstStyle/>
            <a:p>
              <a:endParaRPr lang="en-US"/>
            </a:p>
          </p:txBody>
        </p:sp>
        <p:sp>
          <p:nvSpPr>
            <p:cNvPr id="28" name="Freeform 14">
              <a:extLst>
                <a:ext uri="{FF2B5EF4-FFF2-40B4-BE49-F238E27FC236}">
                  <a16:creationId xmlns:a16="http://schemas.microsoft.com/office/drawing/2014/main" id="{4150A21C-DD6D-4D3C-9E95-7A3CA263BEB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3367088" y="2687637"/>
              <a:ext cx="4576762" cy="4170363"/>
            </a:xfrm>
            <a:custGeom>
              <a:avLst/>
              <a:gdLst/>
              <a:ahLst/>
              <a:cxnLst/>
              <a:rect l="0" t="0" r="r" b="b"/>
              <a:pathLst>
                <a:path w="2883" h="2627">
                  <a:moveTo>
                    <a:pt x="0" y="0"/>
                  </a:moveTo>
                  <a:lnTo>
                    <a:pt x="3" y="3"/>
                  </a:lnTo>
                  <a:lnTo>
                    <a:pt x="2102" y="2627"/>
                  </a:lnTo>
                  <a:lnTo>
                    <a:pt x="2883" y="2627"/>
                  </a:lnTo>
                  <a:lnTo>
                    <a:pt x="225" y="57"/>
                  </a:lnTo>
                  <a:lnTo>
                    <a:pt x="0" y="0"/>
                  </a:lnTo>
                  <a:close/>
                </a:path>
              </a:pathLst>
            </a:custGeom>
            <a:solidFill>
              <a:schemeClr val="accent1">
                <a:lumMod val="75000"/>
              </a:schemeClr>
            </a:solidFill>
            <a:ln>
              <a:noFill/>
            </a:ln>
          </p:spPr>
          <p:txBody>
            <a:bodyPr/>
            <a:lstStyle/>
            <a:p>
              <a:endParaRPr lang="en-US"/>
            </a:p>
          </p:txBody>
        </p:sp>
        <p:sp>
          <p:nvSpPr>
            <p:cNvPr id="29" name="Freeform 15">
              <a:extLst>
                <a:ext uri="{FF2B5EF4-FFF2-40B4-BE49-F238E27FC236}">
                  <a16:creationId xmlns:a16="http://schemas.microsoft.com/office/drawing/2014/main" id="{7505BF04-104D-4180-A284-42FCD6B04DD6}"/>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2928938" y="2578100"/>
              <a:ext cx="3584575" cy="4279900"/>
            </a:xfrm>
            <a:custGeom>
              <a:avLst/>
              <a:gdLst/>
              <a:ahLst/>
              <a:cxnLst/>
              <a:rect l="0" t="0" r="r" b="b"/>
              <a:pathLst>
                <a:path w="2258" h="2696">
                  <a:moveTo>
                    <a:pt x="2258" y="2696"/>
                  </a:moveTo>
                  <a:lnTo>
                    <a:pt x="264" y="111"/>
                  </a:lnTo>
                  <a:lnTo>
                    <a:pt x="228" y="60"/>
                  </a:lnTo>
                  <a:lnTo>
                    <a:pt x="225" y="57"/>
                  </a:lnTo>
                  <a:lnTo>
                    <a:pt x="0" y="0"/>
                  </a:lnTo>
                  <a:lnTo>
                    <a:pt x="0" y="3"/>
                  </a:lnTo>
                  <a:lnTo>
                    <a:pt x="1697" y="2696"/>
                  </a:lnTo>
                  <a:lnTo>
                    <a:pt x="2258" y="2696"/>
                  </a:lnTo>
                  <a:close/>
                </a:path>
              </a:pathLst>
            </a:custGeom>
            <a:solidFill>
              <a:srgbClr val="404040"/>
            </a:solidFill>
            <a:ln>
              <a:noFill/>
            </a:ln>
          </p:spPr>
          <p:txBody>
            <a:bodyPr/>
            <a:lstStyle/>
            <a:p>
              <a:endParaRPr lang="en-US"/>
            </a:p>
          </p:txBody>
        </p:sp>
      </p:grpSp>
      <p:sp>
        <p:nvSpPr>
          <p:cNvPr id="2" name="Title 1">
            <a:extLst>
              <a:ext uri="{FF2B5EF4-FFF2-40B4-BE49-F238E27FC236}">
                <a16:creationId xmlns:a16="http://schemas.microsoft.com/office/drawing/2014/main" id="{652CD06E-EB43-4697-A9C1-290232C3BAD6}"/>
              </a:ext>
            </a:extLst>
          </p:cNvPr>
          <p:cNvSpPr>
            <a:spLocks noGrp="1"/>
          </p:cNvSpPr>
          <p:nvPr>
            <p:ph type="ctrTitle"/>
          </p:nvPr>
        </p:nvSpPr>
        <p:spPr>
          <a:xfrm>
            <a:off x="473345" y="0"/>
            <a:ext cx="11604355" cy="1223994"/>
          </a:xfrm>
        </p:spPr>
        <p:txBody>
          <a:bodyPr>
            <a:noAutofit/>
          </a:bodyPr>
          <a:lstStyle/>
          <a:p>
            <a:pPr algn="l"/>
            <a:r>
              <a:rPr lang="en-US" sz="5400" b="1" dirty="0">
                <a:latin typeface="Mystical Woods Smooth Script" panose="02000500000000000000" pitchFamily="2" charset="0"/>
                <a:cs typeface="Cavolini" panose="03000502040302020204" pitchFamily="66" charset="0"/>
              </a:rPr>
              <a:t>Conditional Rendering </a:t>
            </a:r>
            <a:r>
              <a:rPr lang="en-US" sz="2100" b="1" dirty="0">
                <a:latin typeface="Cavolini" panose="03000502040302020204" pitchFamily="66" charset="0"/>
                <a:cs typeface="Cavolini" panose="03000502040302020204" pitchFamily="66" charset="0"/>
              </a:rPr>
              <a:t>continued…</a:t>
            </a:r>
          </a:p>
        </p:txBody>
      </p:sp>
      <p:grpSp>
        <p:nvGrpSpPr>
          <p:cNvPr id="6" name="Group 5">
            <a:extLst>
              <a:ext uri="{FF2B5EF4-FFF2-40B4-BE49-F238E27FC236}">
                <a16:creationId xmlns:a16="http://schemas.microsoft.com/office/drawing/2014/main" id="{752A73B4-49EC-E765-1462-2A106F07C3D4}"/>
              </a:ext>
            </a:extLst>
          </p:cNvPr>
          <p:cNvGrpSpPr/>
          <p:nvPr/>
        </p:nvGrpSpPr>
        <p:grpSpPr>
          <a:xfrm>
            <a:off x="481809" y="1152868"/>
            <a:ext cx="8950321" cy="182880"/>
            <a:chOff x="1089027" y="1251583"/>
            <a:chExt cx="8950321" cy="182880"/>
          </a:xfrm>
        </p:grpSpPr>
        <p:cxnSp>
          <p:nvCxnSpPr>
            <p:cNvPr id="4" name="Straight Connector 3">
              <a:extLst>
                <a:ext uri="{FF2B5EF4-FFF2-40B4-BE49-F238E27FC236}">
                  <a16:creationId xmlns:a16="http://schemas.microsoft.com/office/drawing/2014/main" id="{1111542F-3245-DDEC-4B5A-7412E7DBE5FD}"/>
                </a:ext>
              </a:extLst>
            </p:cNvPr>
            <p:cNvCxnSpPr/>
            <p:nvPr/>
          </p:nvCxnSpPr>
          <p:spPr>
            <a:xfrm>
              <a:off x="1089027" y="1347537"/>
              <a:ext cx="8786493" cy="0"/>
            </a:xfrm>
            <a:prstGeom prst="line">
              <a:avLst/>
            </a:prstGeom>
            <a:ln w="38100">
              <a:solidFill>
                <a:srgbClr val="595959"/>
              </a:solidFill>
            </a:ln>
            <a:effectLst>
              <a:reflection blurRad="6350" stA="50000" endA="275" endPos="40000" dist="101600" dir="5400000" sy="-100000" algn="bl" rotWithShape="0"/>
              <a:softEdge rad="12700"/>
            </a:effectLst>
          </p:spPr>
          <p:style>
            <a:lnRef idx="3">
              <a:schemeClr val="dk1"/>
            </a:lnRef>
            <a:fillRef idx="0">
              <a:schemeClr val="dk1"/>
            </a:fillRef>
            <a:effectRef idx="2">
              <a:schemeClr val="dk1"/>
            </a:effectRef>
            <a:fontRef idx="minor">
              <a:schemeClr val="tx1"/>
            </a:fontRef>
          </p:style>
        </p:cxnSp>
        <p:sp>
          <p:nvSpPr>
            <p:cNvPr id="5" name="Flowchart: Connector 4">
              <a:extLst>
                <a:ext uri="{FF2B5EF4-FFF2-40B4-BE49-F238E27FC236}">
                  <a16:creationId xmlns:a16="http://schemas.microsoft.com/office/drawing/2014/main" id="{B2858492-B751-8ED7-57BE-708D61DDCF50}"/>
                </a:ext>
              </a:extLst>
            </p:cNvPr>
            <p:cNvSpPr/>
            <p:nvPr/>
          </p:nvSpPr>
          <p:spPr>
            <a:xfrm>
              <a:off x="9856468" y="1251583"/>
              <a:ext cx="182880" cy="182880"/>
            </a:xfrm>
            <a:prstGeom prst="flowChartConnector">
              <a:avLst/>
            </a:prstGeom>
            <a:ln>
              <a:noFill/>
            </a:ln>
            <a:effectLst>
              <a:outerShdw blurRad="50800" dist="38100" dir="2700000" algn="tl"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3" name="Rectangle 1">
            <a:extLst>
              <a:ext uri="{FF2B5EF4-FFF2-40B4-BE49-F238E27FC236}">
                <a16:creationId xmlns:a16="http://schemas.microsoft.com/office/drawing/2014/main" id="{8B801F13-4ED0-2181-7D1F-F7640C58C8BC}"/>
              </a:ext>
            </a:extLst>
          </p:cNvPr>
          <p:cNvSpPr>
            <a:spLocks noChangeArrowheads="1"/>
          </p:cNvSpPr>
          <p:nvPr/>
        </p:nvSpPr>
        <p:spPr bwMode="auto">
          <a:xfrm>
            <a:off x="0" y="67017"/>
            <a:ext cx="65" cy="323165"/>
          </a:xfrm>
          <a:prstGeom prst="rect">
            <a:avLst/>
          </a:prstGeom>
          <a:solidFill>
            <a:srgbClr val="181A1B"/>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0" tIns="0" rIns="0" bIns="0" numCol="1" anchor="ctr"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2100" b="1" i="0" u="none" strike="noStrike" cap="none" normalizeH="0" baseline="0" dirty="0">
              <a:ln>
                <a:noFill/>
              </a:ln>
              <a:effectLst/>
              <a:latin typeface="Cavolini" panose="03000502040302020204" pitchFamily="66" charset="0"/>
              <a:cs typeface="Cavolini" panose="03000502040302020204" pitchFamily="66" charset="0"/>
            </a:endParaRPr>
          </a:p>
        </p:txBody>
      </p:sp>
      <p:sp>
        <p:nvSpPr>
          <p:cNvPr id="14" name="TextBox 13">
            <a:extLst>
              <a:ext uri="{FF2B5EF4-FFF2-40B4-BE49-F238E27FC236}">
                <a16:creationId xmlns:a16="http://schemas.microsoft.com/office/drawing/2014/main" id="{CD64B2A9-87C6-C316-EF9E-C4E6DC9A9ADB}"/>
              </a:ext>
            </a:extLst>
          </p:cNvPr>
          <p:cNvSpPr txBox="1"/>
          <p:nvPr/>
        </p:nvSpPr>
        <p:spPr>
          <a:xfrm>
            <a:off x="468582" y="2295583"/>
            <a:ext cx="11312739" cy="1384995"/>
          </a:xfrm>
          <a:prstGeom prst="rect">
            <a:avLst/>
          </a:prstGeom>
          <a:noFill/>
        </p:spPr>
        <p:txBody>
          <a:bodyPr wrap="square">
            <a:spAutoFit/>
          </a:bodyPr>
          <a:lstStyle/>
          <a:p>
            <a:r>
              <a:rPr lang="en-US" sz="2100" b="1" dirty="0">
                <a:effectLst/>
                <a:latin typeface="Cavolini" panose="03000502040302020204" pitchFamily="66" charset="0"/>
                <a:cs typeface="Cavolini" panose="03000502040302020204" pitchFamily="66" charset="0"/>
              </a:rPr>
              <a:t>You can use variables to store elements. This can help you conditionally render a part of the component while the rest of the output doesn’t change.</a:t>
            </a:r>
          </a:p>
          <a:p>
            <a:endParaRPr lang="en-US" sz="2100" b="1" dirty="0">
              <a:effectLst/>
              <a:latin typeface="Cavolini" panose="03000502040302020204" pitchFamily="66" charset="0"/>
              <a:cs typeface="Cavolini" panose="03000502040302020204" pitchFamily="66" charset="0"/>
            </a:endParaRPr>
          </a:p>
          <a:p>
            <a:r>
              <a:rPr lang="en-US" sz="2100" b="1" dirty="0">
                <a:effectLst/>
                <a:latin typeface="Cavolini" panose="03000502040302020204" pitchFamily="66" charset="0"/>
                <a:cs typeface="Cavolini" panose="03000502040302020204" pitchFamily="66" charset="0"/>
              </a:rPr>
              <a:t>Consider these two new components representing Logout and Login buttons:</a:t>
            </a:r>
          </a:p>
        </p:txBody>
      </p:sp>
      <p:pic>
        <p:nvPicPr>
          <p:cNvPr id="8" name="Graphic 7" descr="Atom with solid fill">
            <a:extLst>
              <a:ext uri="{FF2B5EF4-FFF2-40B4-BE49-F238E27FC236}">
                <a16:creationId xmlns:a16="http://schemas.microsoft.com/office/drawing/2014/main" id="{09984D74-8566-2D7F-A9A7-F6B0BD34C985}"/>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473345" y="1484034"/>
            <a:ext cx="685800" cy="685800"/>
          </a:xfrm>
          <a:prstGeom prst="rect">
            <a:avLst/>
          </a:prstGeom>
        </p:spPr>
      </p:pic>
      <p:sp>
        <p:nvSpPr>
          <p:cNvPr id="9" name="TextBox 8">
            <a:extLst>
              <a:ext uri="{FF2B5EF4-FFF2-40B4-BE49-F238E27FC236}">
                <a16:creationId xmlns:a16="http://schemas.microsoft.com/office/drawing/2014/main" id="{93C4C4E5-03B2-D168-3F50-9539B6EA95AB}"/>
              </a:ext>
            </a:extLst>
          </p:cNvPr>
          <p:cNvSpPr txBox="1"/>
          <p:nvPr/>
        </p:nvSpPr>
        <p:spPr>
          <a:xfrm flipH="1">
            <a:off x="1250396" y="1619185"/>
            <a:ext cx="7596740" cy="415498"/>
          </a:xfrm>
          <a:prstGeom prst="rect">
            <a:avLst/>
          </a:prstGeom>
          <a:noFill/>
        </p:spPr>
        <p:txBody>
          <a:bodyPr wrap="square" rtlCol="0">
            <a:spAutoFit/>
          </a:bodyPr>
          <a:lstStyle/>
          <a:p>
            <a:pPr algn="l"/>
            <a:r>
              <a:rPr lang="en-US" sz="2100" b="1" i="0" dirty="0">
                <a:effectLst/>
                <a:latin typeface="Cavolini" panose="03000502040302020204" pitchFamily="66" charset="0"/>
                <a:cs typeface="Cavolini" panose="03000502040302020204" pitchFamily="66" charset="0"/>
              </a:rPr>
              <a:t>Element Variables</a:t>
            </a:r>
          </a:p>
        </p:txBody>
      </p:sp>
      <p:sp>
        <p:nvSpPr>
          <p:cNvPr id="12" name="TextBox 11">
            <a:extLst>
              <a:ext uri="{FF2B5EF4-FFF2-40B4-BE49-F238E27FC236}">
                <a16:creationId xmlns:a16="http://schemas.microsoft.com/office/drawing/2014/main" id="{60DB7A83-DA0A-A7A7-A749-A23F819B5193}"/>
              </a:ext>
            </a:extLst>
          </p:cNvPr>
          <p:cNvSpPr txBox="1"/>
          <p:nvPr/>
        </p:nvSpPr>
        <p:spPr>
          <a:xfrm>
            <a:off x="481809" y="3806327"/>
            <a:ext cx="6097604" cy="2585323"/>
          </a:xfrm>
          <a:prstGeom prst="rect">
            <a:avLst/>
          </a:prstGeom>
          <a:noFill/>
        </p:spPr>
        <p:txBody>
          <a:bodyPr wrap="square">
            <a:spAutoFit/>
          </a:bodyPr>
          <a:lstStyle/>
          <a:p>
            <a:r>
              <a:rPr lang="en-US" b="1" dirty="0">
                <a:solidFill>
                  <a:srgbClr val="FEDE5D"/>
                </a:solidFill>
                <a:effectLst/>
                <a:latin typeface="Cascadia Code" panose="020B0609020000020004" pitchFamily="49" charset="0"/>
              </a:rPr>
              <a:t>function</a:t>
            </a:r>
            <a:r>
              <a:rPr lang="en-US" b="1" dirty="0">
                <a:solidFill>
                  <a:srgbClr val="BBBBBB"/>
                </a:solidFill>
                <a:effectLst/>
                <a:latin typeface="Cascadia Code" panose="020B0609020000020004" pitchFamily="49" charset="0"/>
              </a:rPr>
              <a:t> </a:t>
            </a:r>
            <a:r>
              <a:rPr lang="en-US" b="1" dirty="0" err="1">
                <a:solidFill>
                  <a:srgbClr val="36F9F6"/>
                </a:solidFill>
                <a:effectLst/>
                <a:latin typeface="Cascadia Code" panose="020B0609020000020004" pitchFamily="49" charset="0"/>
              </a:rPr>
              <a:t>LoginButton</a:t>
            </a:r>
            <a:r>
              <a:rPr lang="en-US" b="1" dirty="0">
                <a:solidFill>
                  <a:srgbClr val="BBBBBB"/>
                </a:solidFill>
                <a:effectLst/>
                <a:latin typeface="Cascadia Code" panose="020B0609020000020004" pitchFamily="49" charset="0"/>
              </a:rPr>
              <a:t>(</a:t>
            </a:r>
            <a:r>
              <a:rPr lang="en-US" b="1" i="1" dirty="0">
                <a:solidFill>
                  <a:srgbClr val="FF7EDB"/>
                </a:solidFill>
                <a:effectLst/>
                <a:latin typeface="Cascadia Code" panose="020B0609020000020004" pitchFamily="49" charset="0"/>
              </a:rPr>
              <a:t>props</a:t>
            </a:r>
            <a:r>
              <a:rPr lang="en-US" b="1" dirty="0">
                <a:solidFill>
                  <a:srgbClr val="BBBBBB"/>
                </a:solidFill>
                <a:effectLst/>
                <a:latin typeface="Cascadia Code" panose="020B0609020000020004" pitchFamily="49" charset="0"/>
              </a:rPr>
              <a:t>) {</a:t>
            </a:r>
          </a:p>
          <a:p>
            <a:r>
              <a:rPr lang="en-US" b="1" dirty="0">
                <a:solidFill>
                  <a:srgbClr val="BBBBBB"/>
                </a:solidFill>
                <a:effectLst/>
                <a:latin typeface="Cascadia Code" panose="020B0609020000020004" pitchFamily="49" charset="0"/>
              </a:rPr>
              <a:t>  </a:t>
            </a:r>
            <a:r>
              <a:rPr lang="en-US" b="1" dirty="0">
                <a:solidFill>
                  <a:srgbClr val="FEDE5D"/>
                </a:solidFill>
                <a:effectLst/>
                <a:latin typeface="Cascadia Code" panose="020B0609020000020004" pitchFamily="49" charset="0"/>
              </a:rPr>
              <a:t>return</a:t>
            </a:r>
            <a:r>
              <a:rPr lang="en-US" b="1" dirty="0">
                <a:solidFill>
                  <a:srgbClr val="BBBBBB"/>
                </a:solidFill>
                <a:effectLst/>
                <a:latin typeface="Cascadia Code" panose="020B0609020000020004" pitchFamily="49" charset="0"/>
              </a:rPr>
              <a:t> </a:t>
            </a:r>
            <a:r>
              <a:rPr lang="en-US" b="1" dirty="0">
                <a:solidFill>
                  <a:srgbClr val="36F9F6"/>
                </a:solidFill>
                <a:effectLst/>
                <a:latin typeface="Cascadia Code" panose="020B0609020000020004" pitchFamily="49" charset="0"/>
              </a:rPr>
              <a:t>&lt;</a:t>
            </a:r>
            <a:r>
              <a:rPr lang="en-US" b="1" dirty="0">
                <a:solidFill>
                  <a:srgbClr val="72F1B8"/>
                </a:solidFill>
                <a:effectLst/>
                <a:latin typeface="Cascadia Code" panose="020B0609020000020004" pitchFamily="49" charset="0"/>
              </a:rPr>
              <a:t>button</a:t>
            </a:r>
            <a:r>
              <a:rPr lang="en-US" b="1" dirty="0">
                <a:solidFill>
                  <a:srgbClr val="BBBBBB"/>
                </a:solidFill>
                <a:effectLst/>
                <a:latin typeface="Cascadia Code" panose="020B0609020000020004" pitchFamily="49" charset="0"/>
              </a:rPr>
              <a:t> </a:t>
            </a:r>
            <a:r>
              <a:rPr lang="en-US" b="1" dirty="0" err="1">
                <a:solidFill>
                  <a:srgbClr val="FEDE5D"/>
                </a:solidFill>
                <a:effectLst/>
                <a:latin typeface="Cascadia Code" panose="020B0609020000020004" pitchFamily="49" charset="0"/>
              </a:rPr>
              <a:t>onClick</a:t>
            </a:r>
            <a:r>
              <a:rPr lang="en-US" b="1" dirty="0">
                <a:solidFill>
                  <a:srgbClr val="FFFFFF"/>
                </a:solidFill>
                <a:effectLst/>
                <a:latin typeface="Cascadia Code" panose="020B0609020000020004" pitchFamily="49" charset="0"/>
              </a:rPr>
              <a:t>=</a:t>
            </a:r>
            <a:r>
              <a:rPr lang="en-US" b="1" dirty="0">
                <a:solidFill>
                  <a:srgbClr val="FEDE5D"/>
                </a:solidFill>
                <a:effectLst/>
                <a:latin typeface="Cascadia Code" panose="020B0609020000020004" pitchFamily="49" charset="0"/>
              </a:rPr>
              <a:t>{</a:t>
            </a:r>
            <a:r>
              <a:rPr lang="en-US" b="1" i="1" dirty="0" err="1">
                <a:solidFill>
                  <a:srgbClr val="FF7EDB"/>
                </a:solidFill>
                <a:effectLst/>
                <a:latin typeface="Cascadia Code" panose="020B0609020000020004" pitchFamily="49" charset="0"/>
              </a:rPr>
              <a:t>props</a:t>
            </a:r>
            <a:r>
              <a:rPr lang="en-US" b="1" dirty="0" err="1">
                <a:solidFill>
                  <a:srgbClr val="BBBBBB"/>
                </a:solidFill>
                <a:effectLst/>
                <a:latin typeface="Cascadia Code" panose="020B0609020000020004" pitchFamily="49" charset="0"/>
              </a:rPr>
              <a:t>.</a:t>
            </a:r>
            <a:r>
              <a:rPr lang="en-US" b="1" dirty="0" err="1">
                <a:solidFill>
                  <a:srgbClr val="2EE2FA"/>
                </a:solidFill>
                <a:effectLst/>
                <a:latin typeface="Cascadia Code" panose="020B0609020000020004" pitchFamily="49" charset="0"/>
              </a:rPr>
              <a:t>onClick</a:t>
            </a:r>
            <a:r>
              <a:rPr lang="en-US" b="1" dirty="0">
                <a:solidFill>
                  <a:srgbClr val="FEDE5D"/>
                </a:solidFill>
                <a:effectLst/>
                <a:latin typeface="Cascadia Code" panose="020B0609020000020004" pitchFamily="49" charset="0"/>
              </a:rPr>
              <a:t>}</a:t>
            </a:r>
            <a:r>
              <a:rPr lang="en-US" b="1" dirty="0">
                <a:solidFill>
                  <a:srgbClr val="36F9F6"/>
                </a:solidFill>
                <a:effectLst/>
                <a:latin typeface="Cascadia Code" panose="020B0609020000020004" pitchFamily="49" charset="0"/>
              </a:rPr>
              <a:t>&gt;</a:t>
            </a:r>
            <a:r>
              <a:rPr lang="en-US" b="1" dirty="0">
                <a:solidFill>
                  <a:srgbClr val="BBBBBB"/>
                </a:solidFill>
                <a:effectLst/>
                <a:latin typeface="Cascadia Code" panose="020B0609020000020004" pitchFamily="49" charset="0"/>
              </a:rPr>
              <a:t>Login</a:t>
            </a:r>
            <a:r>
              <a:rPr lang="en-US" b="1" dirty="0">
                <a:solidFill>
                  <a:srgbClr val="36F9F6"/>
                </a:solidFill>
                <a:effectLst/>
                <a:latin typeface="Cascadia Code" panose="020B0609020000020004" pitchFamily="49" charset="0"/>
              </a:rPr>
              <a:t>&lt;/</a:t>
            </a:r>
            <a:r>
              <a:rPr lang="en-US" b="1" dirty="0">
                <a:solidFill>
                  <a:srgbClr val="72F1B8"/>
                </a:solidFill>
                <a:effectLst/>
                <a:latin typeface="Cascadia Code" panose="020B0609020000020004" pitchFamily="49" charset="0"/>
              </a:rPr>
              <a:t>button</a:t>
            </a:r>
            <a:r>
              <a:rPr lang="en-US" b="1" dirty="0">
                <a:solidFill>
                  <a:srgbClr val="36F9F6"/>
                </a:solidFill>
                <a:effectLst/>
                <a:latin typeface="Cascadia Code" panose="020B0609020000020004" pitchFamily="49" charset="0"/>
              </a:rPr>
              <a:t>&gt;</a:t>
            </a:r>
            <a:r>
              <a:rPr lang="en-US" b="1" dirty="0">
                <a:solidFill>
                  <a:srgbClr val="BBBBBB"/>
                </a:solidFill>
                <a:effectLst/>
                <a:latin typeface="Cascadia Code" panose="020B0609020000020004" pitchFamily="49" charset="0"/>
              </a:rPr>
              <a:t>;</a:t>
            </a:r>
          </a:p>
          <a:p>
            <a:r>
              <a:rPr lang="en-US" b="1" dirty="0">
                <a:solidFill>
                  <a:srgbClr val="BBBBBB"/>
                </a:solidFill>
                <a:effectLst/>
                <a:latin typeface="Cascadia Code" panose="020B0609020000020004" pitchFamily="49" charset="0"/>
              </a:rPr>
              <a:t>}</a:t>
            </a:r>
          </a:p>
          <a:p>
            <a:br>
              <a:rPr lang="en-US" b="1" dirty="0">
                <a:solidFill>
                  <a:srgbClr val="BBBBBB"/>
                </a:solidFill>
                <a:effectLst/>
                <a:latin typeface="Cascadia Code" panose="020B0609020000020004" pitchFamily="49" charset="0"/>
              </a:rPr>
            </a:br>
            <a:r>
              <a:rPr lang="en-US" b="1" dirty="0">
                <a:solidFill>
                  <a:srgbClr val="FEDE5D"/>
                </a:solidFill>
                <a:effectLst/>
                <a:latin typeface="Cascadia Code" panose="020B0609020000020004" pitchFamily="49" charset="0"/>
              </a:rPr>
              <a:t>function</a:t>
            </a:r>
            <a:r>
              <a:rPr lang="en-US" b="1" dirty="0">
                <a:solidFill>
                  <a:srgbClr val="BBBBBB"/>
                </a:solidFill>
                <a:effectLst/>
                <a:latin typeface="Cascadia Code" panose="020B0609020000020004" pitchFamily="49" charset="0"/>
              </a:rPr>
              <a:t> </a:t>
            </a:r>
            <a:r>
              <a:rPr lang="en-US" b="1" dirty="0" err="1">
                <a:solidFill>
                  <a:srgbClr val="36F9F6"/>
                </a:solidFill>
                <a:effectLst/>
                <a:latin typeface="Cascadia Code" panose="020B0609020000020004" pitchFamily="49" charset="0"/>
              </a:rPr>
              <a:t>LogoutButton</a:t>
            </a:r>
            <a:r>
              <a:rPr lang="en-US" b="1" dirty="0">
                <a:solidFill>
                  <a:srgbClr val="BBBBBB"/>
                </a:solidFill>
                <a:effectLst/>
                <a:latin typeface="Cascadia Code" panose="020B0609020000020004" pitchFamily="49" charset="0"/>
              </a:rPr>
              <a:t>(</a:t>
            </a:r>
            <a:r>
              <a:rPr lang="en-US" b="1" i="1" dirty="0">
                <a:solidFill>
                  <a:srgbClr val="FF7EDB"/>
                </a:solidFill>
                <a:effectLst/>
                <a:latin typeface="Cascadia Code" panose="020B0609020000020004" pitchFamily="49" charset="0"/>
              </a:rPr>
              <a:t>props</a:t>
            </a:r>
            <a:r>
              <a:rPr lang="en-US" b="1" dirty="0">
                <a:solidFill>
                  <a:srgbClr val="BBBBBB"/>
                </a:solidFill>
                <a:effectLst/>
                <a:latin typeface="Cascadia Code" panose="020B0609020000020004" pitchFamily="49" charset="0"/>
              </a:rPr>
              <a:t>) {</a:t>
            </a:r>
          </a:p>
          <a:p>
            <a:r>
              <a:rPr lang="en-US" b="1" dirty="0">
                <a:solidFill>
                  <a:srgbClr val="BBBBBB"/>
                </a:solidFill>
                <a:effectLst/>
                <a:latin typeface="Cascadia Code" panose="020B0609020000020004" pitchFamily="49" charset="0"/>
              </a:rPr>
              <a:t>  </a:t>
            </a:r>
            <a:r>
              <a:rPr lang="en-US" b="1" dirty="0">
                <a:solidFill>
                  <a:srgbClr val="FEDE5D"/>
                </a:solidFill>
                <a:effectLst/>
                <a:latin typeface="Cascadia Code" panose="020B0609020000020004" pitchFamily="49" charset="0"/>
              </a:rPr>
              <a:t>return</a:t>
            </a:r>
            <a:r>
              <a:rPr lang="en-US" b="1" dirty="0">
                <a:solidFill>
                  <a:srgbClr val="BBBBBB"/>
                </a:solidFill>
                <a:effectLst/>
                <a:latin typeface="Cascadia Code" panose="020B0609020000020004" pitchFamily="49" charset="0"/>
              </a:rPr>
              <a:t> </a:t>
            </a:r>
            <a:r>
              <a:rPr lang="en-US" b="1" dirty="0">
                <a:solidFill>
                  <a:srgbClr val="36F9F6"/>
                </a:solidFill>
                <a:effectLst/>
                <a:latin typeface="Cascadia Code" panose="020B0609020000020004" pitchFamily="49" charset="0"/>
              </a:rPr>
              <a:t>&lt;</a:t>
            </a:r>
            <a:r>
              <a:rPr lang="en-US" b="1" dirty="0">
                <a:solidFill>
                  <a:srgbClr val="72F1B8"/>
                </a:solidFill>
                <a:effectLst/>
                <a:latin typeface="Cascadia Code" panose="020B0609020000020004" pitchFamily="49" charset="0"/>
              </a:rPr>
              <a:t>button</a:t>
            </a:r>
            <a:r>
              <a:rPr lang="en-US" b="1" dirty="0">
                <a:solidFill>
                  <a:srgbClr val="BBBBBB"/>
                </a:solidFill>
                <a:effectLst/>
                <a:latin typeface="Cascadia Code" panose="020B0609020000020004" pitchFamily="49" charset="0"/>
              </a:rPr>
              <a:t> </a:t>
            </a:r>
            <a:r>
              <a:rPr lang="en-US" b="1" dirty="0" err="1">
                <a:solidFill>
                  <a:srgbClr val="FEDE5D"/>
                </a:solidFill>
                <a:effectLst/>
                <a:latin typeface="Cascadia Code" panose="020B0609020000020004" pitchFamily="49" charset="0"/>
              </a:rPr>
              <a:t>onClick</a:t>
            </a:r>
            <a:r>
              <a:rPr lang="en-US" b="1" dirty="0">
                <a:solidFill>
                  <a:srgbClr val="FFFFFF"/>
                </a:solidFill>
                <a:effectLst/>
                <a:latin typeface="Cascadia Code" panose="020B0609020000020004" pitchFamily="49" charset="0"/>
              </a:rPr>
              <a:t>=</a:t>
            </a:r>
            <a:r>
              <a:rPr lang="en-US" b="1" dirty="0">
                <a:solidFill>
                  <a:srgbClr val="FEDE5D"/>
                </a:solidFill>
                <a:effectLst/>
                <a:latin typeface="Cascadia Code" panose="020B0609020000020004" pitchFamily="49" charset="0"/>
              </a:rPr>
              <a:t>{</a:t>
            </a:r>
            <a:r>
              <a:rPr lang="en-US" b="1" i="1" dirty="0" err="1">
                <a:solidFill>
                  <a:srgbClr val="FF7EDB"/>
                </a:solidFill>
                <a:effectLst/>
                <a:latin typeface="Cascadia Code" panose="020B0609020000020004" pitchFamily="49" charset="0"/>
              </a:rPr>
              <a:t>props</a:t>
            </a:r>
            <a:r>
              <a:rPr lang="en-US" b="1" dirty="0" err="1">
                <a:solidFill>
                  <a:srgbClr val="BBBBBB"/>
                </a:solidFill>
                <a:effectLst/>
                <a:latin typeface="Cascadia Code" panose="020B0609020000020004" pitchFamily="49" charset="0"/>
              </a:rPr>
              <a:t>.</a:t>
            </a:r>
            <a:r>
              <a:rPr lang="en-US" b="1" dirty="0" err="1">
                <a:solidFill>
                  <a:srgbClr val="2EE2FA"/>
                </a:solidFill>
                <a:effectLst/>
                <a:latin typeface="Cascadia Code" panose="020B0609020000020004" pitchFamily="49" charset="0"/>
              </a:rPr>
              <a:t>onClick</a:t>
            </a:r>
            <a:r>
              <a:rPr lang="en-US" b="1" dirty="0">
                <a:solidFill>
                  <a:srgbClr val="FEDE5D"/>
                </a:solidFill>
                <a:effectLst/>
                <a:latin typeface="Cascadia Code" panose="020B0609020000020004" pitchFamily="49" charset="0"/>
              </a:rPr>
              <a:t>}</a:t>
            </a:r>
            <a:r>
              <a:rPr lang="en-US" b="1" dirty="0">
                <a:solidFill>
                  <a:srgbClr val="36F9F6"/>
                </a:solidFill>
                <a:effectLst/>
                <a:latin typeface="Cascadia Code" panose="020B0609020000020004" pitchFamily="49" charset="0"/>
              </a:rPr>
              <a:t>&gt;</a:t>
            </a:r>
            <a:r>
              <a:rPr lang="en-US" b="1" dirty="0">
                <a:solidFill>
                  <a:srgbClr val="BBBBBB"/>
                </a:solidFill>
                <a:effectLst/>
                <a:latin typeface="Cascadia Code" panose="020B0609020000020004" pitchFamily="49" charset="0"/>
              </a:rPr>
              <a:t>Logout</a:t>
            </a:r>
            <a:r>
              <a:rPr lang="en-US" b="1" dirty="0">
                <a:solidFill>
                  <a:srgbClr val="36F9F6"/>
                </a:solidFill>
                <a:effectLst/>
                <a:latin typeface="Cascadia Code" panose="020B0609020000020004" pitchFamily="49" charset="0"/>
              </a:rPr>
              <a:t>&lt;/</a:t>
            </a:r>
            <a:r>
              <a:rPr lang="en-US" b="1" dirty="0">
                <a:solidFill>
                  <a:srgbClr val="72F1B8"/>
                </a:solidFill>
                <a:effectLst/>
                <a:latin typeface="Cascadia Code" panose="020B0609020000020004" pitchFamily="49" charset="0"/>
              </a:rPr>
              <a:t>button</a:t>
            </a:r>
            <a:r>
              <a:rPr lang="en-US" b="1" dirty="0">
                <a:solidFill>
                  <a:srgbClr val="36F9F6"/>
                </a:solidFill>
                <a:effectLst/>
                <a:latin typeface="Cascadia Code" panose="020B0609020000020004" pitchFamily="49" charset="0"/>
              </a:rPr>
              <a:t>&gt;</a:t>
            </a:r>
            <a:r>
              <a:rPr lang="en-US" b="1" dirty="0">
                <a:solidFill>
                  <a:srgbClr val="BBBBBB"/>
                </a:solidFill>
                <a:effectLst/>
                <a:latin typeface="Cascadia Code" panose="020B0609020000020004" pitchFamily="49" charset="0"/>
              </a:rPr>
              <a:t>;</a:t>
            </a:r>
          </a:p>
          <a:p>
            <a:r>
              <a:rPr lang="en-US" b="1" dirty="0">
                <a:solidFill>
                  <a:srgbClr val="BBBBBB"/>
                </a:solidFill>
                <a:effectLst/>
                <a:latin typeface="Cascadia Code" panose="020B0609020000020004" pitchFamily="49" charset="0"/>
              </a:rPr>
              <a:t>}</a:t>
            </a:r>
          </a:p>
        </p:txBody>
      </p:sp>
    </p:spTree>
    <p:extLst>
      <p:ext uri="{BB962C8B-B14F-4D97-AF65-F5344CB8AC3E}">
        <p14:creationId xmlns:p14="http://schemas.microsoft.com/office/powerpoint/2010/main" val="3550018050"/>
      </p:ext>
    </p:extLst>
  </p:cSld>
  <p:clrMapOvr>
    <a:overrideClrMapping bg1="dk1" tx1="lt1" bg2="dk2" tx2="lt2" accent1="accent1" accent2="accent2" accent3="accent3" accent4="accent4" accent5="accent5" accent6="accent6" hlink="hlink" folHlink="folHlink"/>
  </p:clrMapOvr>
  <mc:AlternateContent xmlns:mc="http://schemas.openxmlformats.org/markup-compatibility/2006" xmlns:p159="http://schemas.microsoft.com/office/powerpoint/2015/09/main">
    <mc:Choice Requires="p159">
      <p:transition>
        <p159:morph option="byObject"/>
      </p:transition>
    </mc:Choice>
    <mc:Fallback xmlns="">
      <p:transition>
        <p:fade/>
      </p:transition>
    </mc:Fallback>
  </mc:AlternateContent>
</p:sld>
</file>

<file path=ppt/slides/slide47.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sp useBgFill="1">
        <p:nvSpPr>
          <p:cNvPr id="21" name="Rectangle 20">
            <a:extLst>
              <a:ext uri="{FF2B5EF4-FFF2-40B4-BE49-F238E27FC236}">
                <a16:creationId xmlns:a16="http://schemas.microsoft.com/office/drawing/2014/main" id="{E5A92FE9-DB05-4D0D-AF5A-BE8664B9FFB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grpSp>
        <p:nvGrpSpPr>
          <p:cNvPr id="23" name="Group 22">
            <a:extLst>
              <a:ext uri="{FF2B5EF4-FFF2-40B4-BE49-F238E27FC236}">
                <a16:creationId xmlns:a16="http://schemas.microsoft.com/office/drawing/2014/main" id="{53D9B26A-5143-49A7-BA98-D871D5BD719A}"/>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flipH="1">
            <a:off x="6526211" y="1"/>
            <a:ext cx="5014912" cy="6857999"/>
            <a:chOff x="2928938" y="-4763"/>
            <a:chExt cx="5014912" cy="6862763"/>
          </a:xfrm>
        </p:grpSpPr>
        <p:sp>
          <p:nvSpPr>
            <p:cNvPr id="24" name="Freeform 6">
              <a:extLst>
                <a:ext uri="{FF2B5EF4-FFF2-40B4-BE49-F238E27FC236}">
                  <a16:creationId xmlns:a16="http://schemas.microsoft.com/office/drawing/2014/main" id="{68B85E55-A2A1-4682-B891-F201358A92D5}"/>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3367088" y="-4763"/>
              <a:ext cx="1063625" cy="2782888"/>
            </a:xfrm>
            <a:custGeom>
              <a:avLst/>
              <a:gdLst/>
              <a:ahLst/>
              <a:cxnLst/>
              <a:rect l="0" t="0" r="r" b="b"/>
              <a:pathLst>
                <a:path w="670" h="1753">
                  <a:moveTo>
                    <a:pt x="0" y="1696"/>
                  </a:moveTo>
                  <a:lnTo>
                    <a:pt x="225" y="1753"/>
                  </a:lnTo>
                  <a:lnTo>
                    <a:pt x="670" y="0"/>
                  </a:lnTo>
                  <a:lnTo>
                    <a:pt x="430" y="0"/>
                  </a:lnTo>
                  <a:lnTo>
                    <a:pt x="0" y="1696"/>
                  </a:lnTo>
                  <a:close/>
                </a:path>
              </a:pathLst>
            </a:custGeom>
            <a:solidFill>
              <a:schemeClr val="accent1"/>
            </a:solidFill>
            <a:ln>
              <a:noFill/>
            </a:ln>
          </p:spPr>
          <p:txBody>
            <a:bodyPr/>
            <a:lstStyle/>
            <a:p>
              <a:endParaRPr lang="en-US"/>
            </a:p>
          </p:txBody>
        </p:sp>
        <p:sp>
          <p:nvSpPr>
            <p:cNvPr id="25" name="Freeform 7">
              <a:extLst>
                <a:ext uri="{FF2B5EF4-FFF2-40B4-BE49-F238E27FC236}">
                  <a16:creationId xmlns:a16="http://schemas.microsoft.com/office/drawing/2014/main" id="{45EF6EDB-9B5D-49E9-96FA-1AE08BF95E57}"/>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2928938" y="-4763"/>
              <a:ext cx="1035050" cy="2673350"/>
            </a:xfrm>
            <a:custGeom>
              <a:avLst/>
              <a:gdLst/>
              <a:ahLst/>
              <a:cxnLst/>
              <a:rect l="0" t="0" r="r" b="b"/>
              <a:pathLst>
                <a:path w="652" h="1684">
                  <a:moveTo>
                    <a:pt x="225" y="1684"/>
                  </a:moveTo>
                  <a:lnTo>
                    <a:pt x="652" y="0"/>
                  </a:lnTo>
                  <a:lnTo>
                    <a:pt x="411" y="0"/>
                  </a:lnTo>
                  <a:lnTo>
                    <a:pt x="0" y="1627"/>
                  </a:lnTo>
                  <a:lnTo>
                    <a:pt x="219" y="1681"/>
                  </a:lnTo>
                  <a:lnTo>
                    <a:pt x="225" y="1684"/>
                  </a:lnTo>
                  <a:close/>
                </a:path>
              </a:pathLst>
            </a:custGeom>
            <a:solidFill>
              <a:srgbClr val="595959"/>
            </a:solidFill>
            <a:ln>
              <a:noFill/>
            </a:ln>
          </p:spPr>
          <p:txBody>
            <a:bodyPr/>
            <a:lstStyle/>
            <a:p>
              <a:endParaRPr lang="en-US"/>
            </a:p>
          </p:txBody>
        </p:sp>
        <p:sp>
          <p:nvSpPr>
            <p:cNvPr id="26" name="Freeform 12">
              <a:extLst>
                <a:ext uri="{FF2B5EF4-FFF2-40B4-BE49-F238E27FC236}">
                  <a16:creationId xmlns:a16="http://schemas.microsoft.com/office/drawing/2014/main" id="{38338226-D6E2-4EEE-B271-DB4BD096DBA1}"/>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2928938" y="2582862"/>
              <a:ext cx="2693987" cy="4275138"/>
            </a:xfrm>
            <a:custGeom>
              <a:avLst/>
              <a:gdLst/>
              <a:ahLst/>
              <a:cxnLst/>
              <a:rect l="0" t="0" r="r" b="b"/>
              <a:pathLst>
                <a:path w="1697" h="2693">
                  <a:moveTo>
                    <a:pt x="0" y="0"/>
                  </a:moveTo>
                  <a:lnTo>
                    <a:pt x="1622" y="2693"/>
                  </a:lnTo>
                  <a:lnTo>
                    <a:pt x="1697" y="2693"/>
                  </a:lnTo>
                  <a:lnTo>
                    <a:pt x="0" y="0"/>
                  </a:lnTo>
                  <a:close/>
                </a:path>
              </a:pathLst>
            </a:custGeom>
            <a:solidFill>
              <a:srgbClr val="262626"/>
            </a:solidFill>
            <a:ln>
              <a:noFill/>
            </a:ln>
          </p:spPr>
          <p:txBody>
            <a:bodyPr/>
            <a:lstStyle/>
            <a:p>
              <a:endParaRPr lang="en-US"/>
            </a:p>
          </p:txBody>
        </p:sp>
        <p:sp>
          <p:nvSpPr>
            <p:cNvPr id="27" name="Freeform 13">
              <a:extLst>
                <a:ext uri="{FF2B5EF4-FFF2-40B4-BE49-F238E27FC236}">
                  <a16:creationId xmlns:a16="http://schemas.microsoft.com/office/drawing/2014/main" id="{4878FB48-17B3-4A11-8025-DE0945CD4E71}"/>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3371850" y="2692400"/>
              <a:ext cx="3332162" cy="4165600"/>
            </a:xfrm>
            <a:custGeom>
              <a:avLst/>
              <a:gdLst/>
              <a:ahLst/>
              <a:cxnLst/>
              <a:rect l="0" t="0" r="r" b="b"/>
              <a:pathLst>
                <a:path w="2099" h="2624">
                  <a:moveTo>
                    <a:pt x="2099" y="2624"/>
                  </a:moveTo>
                  <a:lnTo>
                    <a:pt x="0" y="0"/>
                  </a:lnTo>
                  <a:lnTo>
                    <a:pt x="2021" y="2624"/>
                  </a:lnTo>
                  <a:lnTo>
                    <a:pt x="2099" y="2624"/>
                  </a:lnTo>
                  <a:close/>
                </a:path>
              </a:pathLst>
            </a:custGeom>
            <a:solidFill>
              <a:schemeClr val="accent1">
                <a:lumMod val="50000"/>
              </a:schemeClr>
            </a:solidFill>
            <a:ln>
              <a:noFill/>
            </a:ln>
          </p:spPr>
          <p:txBody>
            <a:bodyPr/>
            <a:lstStyle/>
            <a:p>
              <a:endParaRPr lang="en-US"/>
            </a:p>
          </p:txBody>
        </p:sp>
        <p:sp>
          <p:nvSpPr>
            <p:cNvPr id="28" name="Freeform 14">
              <a:extLst>
                <a:ext uri="{FF2B5EF4-FFF2-40B4-BE49-F238E27FC236}">
                  <a16:creationId xmlns:a16="http://schemas.microsoft.com/office/drawing/2014/main" id="{4150A21C-DD6D-4D3C-9E95-7A3CA263BEB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3367088" y="2687637"/>
              <a:ext cx="4576762" cy="4170363"/>
            </a:xfrm>
            <a:custGeom>
              <a:avLst/>
              <a:gdLst/>
              <a:ahLst/>
              <a:cxnLst/>
              <a:rect l="0" t="0" r="r" b="b"/>
              <a:pathLst>
                <a:path w="2883" h="2627">
                  <a:moveTo>
                    <a:pt x="0" y="0"/>
                  </a:moveTo>
                  <a:lnTo>
                    <a:pt x="3" y="3"/>
                  </a:lnTo>
                  <a:lnTo>
                    <a:pt x="2102" y="2627"/>
                  </a:lnTo>
                  <a:lnTo>
                    <a:pt x="2883" y="2627"/>
                  </a:lnTo>
                  <a:lnTo>
                    <a:pt x="225" y="57"/>
                  </a:lnTo>
                  <a:lnTo>
                    <a:pt x="0" y="0"/>
                  </a:lnTo>
                  <a:close/>
                </a:path>
              </a:pathLst>
            </a:custGeom>
            <a:solidFill>
              <a:schemeClr val="accent1">
                <a:lumMod val="75000"/>
              </a:schemeClr>
            </a:solidFill>
            <a:ln>
              <a:noFill/>
            </a:ln>
          </p:spPr>
          <p:txBody>
            <a:bodyPr/>
            <a:lstStyle/>
            <a:p>
              <a:endParaRPr lang="en-US"/>
            </a:p>
          </p:txBody>
        </p:sp>
        <p:sp>
          <p:nvSpPr>
            <p:cNvPr id="29" name="Freeform 15">
              <a:extLst>
                <a:ext uri="{FF2B5EF4-FFF2-40B4-BE49-F238E27FC236}">
                  <a16:creationId xmlns:a16="http://schemas.microsoft.com/office/drawing/2014/main" id="{7505BF04-104D-4180-A284-42FCD6B04DD6}"/>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2928938" y="2578100"/>
              <a:ext cx="3584575" cy="4279900"/>
            </a:xfrm>
            <a:custGeom>
              <a:avLst/>
              <a:gdLst/>
              <a:ahLst/>
              <a:cxnLst/>
              <a:rect l="0" t="0" r="r" b="b"/>
              <a:pathLst>
                <a:path w="2258" h="2696">
                  <a:moveTo>
                    <a:pt x="2258" y="2696"/>
                  </a:moveTo>
                  <a:lnTo>
                    <a:pt x="264" y="111"/>
                  </a:lnTo>
                  <a:lnTo>
                    <a:pt x="228" y="60"/>
                  </a:lnTo>
                  <a:lnTo>
                    <a:pt x="225" y="57"/>
                  </a:lnTo>
                  <a:lnTo>
                    <a:pt x="0" y="0"/>
                  </a:lnTo>
                  <a:lnTo>
                    <a:pt x="0" y="3"/>
                  </a:lnTo>
                  <a:lnTo>
                    <a:pt x="1697" y="2696"/>
                  </a:lnTo>
                  <a:lnTo>
                    <a:pt x="2258" y="2696"/>
                  </a:lnTo>
                  <a:close/>
                </a:path>
              </a:pathLst>
            </a:custGeom>
            <a:solidFill>
              <a:srgbClr val="404040"/>
            </a:solidFill>
            <a:ln>
              <a:noFill/>
            </a:ln>
          </p:spPr>
          <p:txBody>
            <a:bodyPr/>
            <a:lstStyle/>
            <a:p>
              <a:endParaRPr lang="en-US"/>
            </a:p>
          </p:txBody>
        </p:sp>
      </p:grpSp>
      <p:sp>
        <p:nvSpPr>
          <p:cNvPr id="2" name="Title 1">
            <a:extLst>
              <a:ext uri="{FF2B5EF4-FFF2-40B4-BE49-F238E27FC236}">
                <a16:creationId xmlns:a16="http://schemas.microsoft.com/office/drawing/2014/main" id="{652CD06E-EB43-4697-A9C1-290232C3BAD6}"/>
              </a:ext>
            </a:extLst>
          </p:cNvPr>
          <p:cNvSpPr>
            <a:spLocks noGrp="1"/>
          </p:cNvSpPr>
          <p:nvPr>
            <p:ph type="ctrTitle"/>
          </p:nvPr>
        </p:nvSpPr>
        <p:spPr>
          <a:xfrm>
            <a:off x="473345" y="0"/>
            <a:ext cx="11604355" cy="1223994"/>
          </a:xfrm>
        </p:spPr>
        <p:txBody>
          <a:bodyPr>
            <a:noAutofit/>
          </a:bodyPr>
          <a:lstStyle/>
          <a:p>
            <a:pPr algn="l"/>
            <a:r>
              <a:rPr lang="en-US" sz="5400" b="1" dirty="0">
                <a:latin typeface="Mystical Woods Smooth Script" panose="02000500000000000000" pitchFamily="2" charset="0"/>
                <a:cs typeface="Cavolini" panose="03000502040302020204" pitchFamily="66" charset="0"/>
              </a:rPr>
              <a:t>Conditional Rendering </a:t>
            </a:r>
            <a:r>
              <a:rPr lang="en-US" sz="2100" b="1" dirty="0">
                <a:latin typeface="Cavolini" panose="03000502040302020204" pitchFamily="66" charset="0"/>
                <a:cs typeface="Cavolini" panose="03000502040302020204" pitchFamily="66" charset="0"/>
              </a:rPr>
              <a:t>continued…</a:t>
            </a:r>
          </a:p>
        </p:txBody>
      </p:sp>
      <p:grpSp>
        <p:nvGrpSpPr>
          <p:cNvPr id="6" name="Group 5">
            <a:extLst>
              <a:ext uri="{FF2B5EF4-FFF2-40B4-BE49-F238E27FC236}">
                <a16:creationId xmlns:a16="http://schemas.microsoft.com/office/drawing/2014/main" id="{752A73B4-49EC-E765-1462-2A106F07C3D4}"/>
              </a:ext>
            </a:extLst>
          </p:cNvPr>
          <p:cNvGrpSpPr/>
          <p:nvPr/>
        </p:nvGrpSpPr>
        <p:grpSpPr>
          <a:xfrm>
            <a:off x="481809" y="1152868"/>
            <a:ext cx="8950321" cy="182880"/>
            <a:chOff x="1089027" y="1251583"/>
            <a:chExt cx="8950321" cy="182880"/>
          </a:xfrm>
        </p:grpSpPr>
        <p:cxnSp>
          <p:nvCxnSpPr>
            <p:cNvPr id="4" name="Straight Connector 3">
              <a:extLst>
                <a:ext uri="{FF2B5EF4-FFF2-40B4-BE49-F238E27FC236}">
                  <a16:creationId xmlns:a16="http://schemas.microsoft.com/office/drawing/2014/main" id="{1111542F-3245-DDEC-4B5A-7412E7DBE5FD}"/>
                </a:ext>
              </a:extLst>
            </p:cNvPr>
            <p:cNvCxnSpPr/>
            <p:nvPr/>
          </p:nvCxnSpPr>
          <p:spPr>
            <a:xfrm>
              <a:off x="1089027" y="1347537"/>
              <a:ext cx="8786493" cy="0"/>
            </a:xfrm>
            <a:prstGeom prst="line">
              <a:avLst/>
            </a:prstGeom>
            <a:ln w="38100">
              <a:solidFill>
                <a:srgbClr val="595959"/>
              </a:solidFill>
            </a:ln>
            <a:effectLst>
              <a:reflection blurRad="6350" stA="50000" endA="275" endPos="40000" dist="101600" dir="5400000" sy="-100000" algn="bl" rotWithShape="0"/>
              <a:softEdge rad="12700"/>
            </a:effectLst>
          </p:spPr>
          <p:style>
            <a:lnRef idx="3">
              <a:schemeClr val="dk1"/>
            </a:lnRef>
            <a:fillRef idx="0">
              <a:schemeClr val="dk1"/>
            </a:fillRef>
            <a:effectRef idx="2">
              <a:schemeClr val="dk1"/>
            </a:effectRef>
            <a:fontRef idx="minor">
              <a:schemeClr val="tx1"/>
            </a:fontRef>
          </p:style>
        </p:cxnSp>
        <p:sp>
          <p:nvSpPr>
            <p:cNvPr id="5" name="Flowchart: Connector 4">
              <a:extLst>
                <a:ext uri="{FF2B5EF4-FFF2-40B4-BE49-F238E27FC236}">
                  <a16:creationId xmlns:a16="http://schemas.microsoft.com/office/drawing/2014/main" id="{B2858492-B751-8ED7-57BE-708D61DDCF50}"/>
                </a:ext>
              </a:extLst>
            </p:cNvPr>
            <p:cNvSpPr/>
            <p:nvPr/>
          </p:nvSpPr>
          <p:spPr>
            <a:xfrm>
              <a:off x="9856468" y="1251583"/>
              <a:ext cx="182880" cy="182880"/>
            </a:xfrm>
            <a:prstGeom prst="flowChartConnector">
              <a:avLst/>
            </a:prstGeom>
            <a:ln>
              <a:noFill/>
            </a:ln>
            <a:effectLst>
              <a:outerShdw blurRad="50800" dist="38100" dir="2700000" algn="tl"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3" name="Rectangle 1">
            <a:extLst>
              <a:ext uri="{FF2B5EF4-FFF2-40B4-BE49-F238E27FC236}">
                <a16:creationId xmlns:a16="http://schemas.microsoft.com/office/drawing/2014/main" id="{8B801F13-4ED0-2181-7D1F-F7640C58C8BC}"/>
              </a:ext>
            </a:extLst>
          </p:cNvPr>
          <p:cNvSpPr>
            <a:spLocks noChangeArrowheads="1"/>
          </p:cNvSpPr>
          <p:nvPr/>
        </p:nvSpPr>
        <p:spPr bwMode="auto">
          <a:xfrm>
            <a:off x="0" y="67017"/>
            <a:ext cx="65" cy="323165"/>
          </a:xfrm>
          <a:prstGeom prst="rect">
            <a:avLst/>
          </a:prstGeom>
          <a:solidFill>
            <a:srgbClr val="181A1B"/>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0" tIns="0" rIns="0" bIns="0" numCol="1" anchor="ctr"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2100" b="1" i="0" u="none" strike="noStrike" cap="none" normalizeH="0" baseline="0" dirty="0">
              <a:ln>
                <a:noFill/>
              </a:ln>
              <a:effectLst/>
              <a:latin typeface="Cavolini" panose="03000502040302020204" pitchFamily="66" charset="0"/>
              <a:cs typeface="Cavolini" panose="03000502040302020204" pitchFamily="66" charset="0"/>
            </a:endParaRPr>
          </a:p>
        </p:txBody>
      </p:sp>
      <p:sp>
        <p:nvSpPr>
          <p:cNvPr id="14" name="TextBox 13">
            <a:extLst>
              <a:ext uri="{FF2B5EF4-FFF2-40B4-BE49-F238E27FC236}">
                <a16:creationId xmlns:a16="http://schemas.microsoft.com/office/drawing/2014/main" id="{CD64B2A9-87C6-C316-EF9E-C4E6DC9A9ADB}"/>
              </a:ext>
            </a:extLst>
          </p:cNvPr>
          <p:cNvSpPr txBox="1"/>
          <p:nvPr/>
        </p:nvSpPr>
        <p:spPr>
          <a:xfrm>
            <a:off x="397452" y="1511912"/>
            <a:ext cx="11312739" cy="1708160"/>
          </a:xfrm>
          <a:prstGeom prst="rect">
            <a:avLst/>
          </a:prstGeom>
          <a:noFill/>
        </p:spPr>
        <p:txBody>
          <a:bodyPr wrap="square">
            <a:spAutoFit/>
          </a:bodyPr>
          <a:lstStyle/>
          <a:p>
            <a:r>
              <a:rPr lang="en-US" sz="2100" b="1" dirty="0">
                <a:effectLst/>
                <a:latin typeface="Cavolini" panose="03000502040302020204" pitchFamily="66" charset="0"/>
                <a:cs typeface="Cavolini" panose="03000502040302020204" pitchFamily="66" charset="0"/>
              </a:rPr>
              <a:t>In the example below, we will create a stateful component called </a:t>
            </a:r>
            <a:r>
              <a:rPr lang="en-US" sz="2100" b="1" dirty="0" err="1">
                <a:effectLst/>
                <a:latin typeface="Cavolini" panose="03000502040302020204" pitchFamily="66" charset="0"/>
                <a:cs typeface="Cavolini" panose="03000502040302020204" pitchFamily="66" charset="0"/>
              </a:rPr>
              <a:t>LoginControl</a:t>
            </a:r>
            <a:r>
              <a:rPr lang="en-US" sz="2100" b="1" dirty="0">
                <a:effectLst/>
                <a:latin typeface="Cavolini" panose="03000502040302020204" pitchFamily="66" charset="0"/>
                <a:cs typeface="Cavolini" panose="03000502040302020204" pitchFamily="66" charset="0"/>
              </a:rPr>
              <a:t>.</a:t>
            </a:r>
          </a:p>
          <a:p>
            <a:endParaRPr lang="en-US" sz="2100" b="1" dirty="0">
              <a:effectLst/>
              <a:latin typeface="Cavolini" panose="03000502040302020204" pitchFamily="66" charset="0"/>
              <a:cs typeface="Cavolini" panose="03000502040302020204" pitchFamily="66" charset="0"/>
            </a:endParaRPr>
          </a:p>
          <a:p>
            <a:r>
              <a:rPr lang="en-US" sz="2100" b="1" dirty="0">
                <a:effectLst/>
                <a:latin typeface="Cavolini" panose="03000502040302020204" pitchFamily="66" charset="0"/>
                <a:cs typeface="Cavolini" panose="03000502040302020204" pitchFamily="66" charset="0"/>
              </a:rPr>
              <a:t>It will render either &lt;</a:t>
            </a:r>
            <a:r>
              <a:rPr lang="en-US" sz="2100" b="1" dirty="0" err="1">
                <a:effectLst/>
                <a:latin typeface="Cavolini" panose="03000502040302020204" pitchFamily="66" charset="0"/>
                <a:cs typeface="Cavolini" panose="03000502040302020204" pitchFamily="66" charset="0"/>
              </a:rPr>
              <a:t>LoginButton</a:t>
            </a:r>
            <a:r>
              <a:rPr lang="en-US" sz="2100" b="1" dirty="0">
                <a:effectLst/>
                <a:latin typeface="Cavolini" panose="03000502040302020204" pitchFamily="66" charset="0"/>
                <a:cs typeface="Cavolini" panose="03000502040302020204" pitchFamily="66" charset="0"/>
              </a:rPr>
              <a:t> /&gt; or &lt;</a:t>
            </a:r>
            <a:r>
              <a:rPr lang="en-US" sz="2100" b="1" dirty="0" err="1">
                <a:effectLst/>
                <a:latin typeface="Cavolini" panose="03000502040302020204" pitchFamily="66" charset="0"/>
                <a:cs typeface="Cavolini" panose="03000502040302020204" pitchFamily="66" charset="0"/>
              </a:rPr>
              <a:t>LogoutButton</a:t>
            </a:r>
            <a:r>
              <a:rPr lang="en-US" sz="2100" b="1" dirty="0">
                <a:effectLst/>
                <a:latin typeface="Cavolini" panose="03000502040302020204" pitchFamily="66" charset="0"/>
                <a:cs typeface="Cavolini" panose="03000502040302020204" pitchFamily="66" charset="0"/>
              </a:rPr>
              <a:t> /&gt; depending on its current state. It will also render a &lt;Greeting /&gt; from the previous example:</a:t>
            </a:r>
          </a:p>
        </p:txBody>
      </p:sp>
    </p:spTree>
    <p:extLst>
      <p:ext uri="{BB962C8B-B14F-4D97-AF65-F5344CB8AC3E}">
        <p14:creationId xmlns:p14="http://schemas.microsoft.com/office/powerpoint/2010/main" val="717593385"/>
      </p:ext>
    </p:extLst>
  </p:cSld>
  <p:clrMapOvr>
    <a:overrideClrMapping bg1="dk1" tx1="lt1" bg2="dk2" tx2="lt2" accent1="accent1" accent2="accent2" accent3="accent3" accent4="accent4" accent5="accent5" accent6="accent6" hlink="hlink" folHlink="folHlink"/>
  </p:clrMapOvr>
  <mc:AlternateContent xmlns:mc="http://schemas.openxmlformats.org/markup-compatibility/2006" xmlns:p159="http://schemas.microsoft.com/office/powerpoint/2015/09/main">
    <mc:Choice Requires="p159">
      <p:transition>
        <p159:morph option="byObject"/>
      </p:transition>
    </mc:Choice>
    <mc:Fallback xmlns="">
      <p:transition>
        <p:fade/>
      </p:transition>
    </mc:Fallback>
  </mc:AlternateContent>
</p:sld>
</file>

<file path=ppt/slides/slide48.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sp useBgFill="1">
        <p:nvSpPr>
          <p:cNvPr id="21" name="Rectangle 20">
            <a:extLst>
              <a:ext uri="{FF2B5EF4-FFF2-40B4-BE49-F238E27FC236}">
                <a16:creationId xmlns:a16="http://schemas.microsoft.com/office/drawing/2014/main" id="{E5A92FE9-DB05-4D0D-AF5A-BE8664B9FFB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grpSp>
        <p:nvGrpSpPr>
          <p:cNvPr id="23" name="Group 22">
            <a:extLst>
              <a:ext uri="{FF2B5EF4-FFF2-40B4-BE49-F238E27FC236}">
                <a16:creationId xmlns:a16="http://schemas.microsoft.com/office/drawing/2014/main" id="{53D9B26A-5143-49A7-BA98-D871D5BD719A}"/>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flipH="1">
            <a:off x="6526211" y="1"/>
            <a:ext cx="5014912" cy="6857999"/>
            <a:chOff x="2928938" y="-4763"/>
            <a:chExt cx="5014912" cy="6862763"/>
          </a:xfrm>
        </p:grpSpPr>
        <p:sp>
          <p:nvSpPr>
            <p:cNvPr id="24" name="Freeform 6">
              <a:extLst>
                <a:ext uri="{FF2B5EF4-FFF2-40B4-BE49-F238E27FC236}">
                  <a16:creationId xmlns:a16="http://schemas.microsoft.com/office/drawing/2014/main" id="{68B85E55-A2A1-4682-B891-F201358A92D5}"/>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3367088" y="-4763"/>
              <a:ext cx="1063625" cy="2782888"/>
            </a:xfrm>
            <a:custGeom>
              <a:avLst/>
              <a:gdLst/>
              <a:ahLst/>
              <a:cxnLst/>
              <a:rect l="0" t="0" r="r" b="b"/>
              <a:pathLst>
                <a:path w="670" h="1753">
                  <a:moveTo>
                    <a:pt x="0" y="1696"/>
                  </a:moveTo>
                  <a:lnTo>
                    <a:pt x="225" y="1753"/>
                  </a:lnTo>
                  <a:lnTo>
                    <a:pt x="670" y="0"/>
                  </a:lnTo>
                  <a:lnTo>
                    <a:pt x="430" y="0"/>
                  </a:lnTo>
                  <a:lnTo>
                    <a:pt x="0" y="1696"/>
                  </a:lnTo>
                  <a:close/>
                </a:path>
              </a:pathLst>
            </a:custGeom>
            <a:solidFill>
              <a:schemeClr val="accent1"/>
            </a:solidFill>
            <a:ln>
              <a:noFill/>
            </a:ln>
          </p:spPr>
          <p:txBody>
            <a:bodyPr/>
            <a:lstStyle/>
            <a:p>
              <a:endParaRPr lang="en-US"/>
            </a:p>
          </p:txBody>
        </p:sp>
        <p:sp>
          <p:nvSpPr>
            <p:cNvPr id="25" name="Freeform 7">
              <a:extLst>
                <a:ext uri="{FF2B5EF4-FFF2-40B4-BE49-F238E27FC236}">
                  <a16:creationId xmlns:a16="http://schemas.microsoft.com/office/drawing/2014/main" id="{45EF6EDB-9B5D-49E9-96FA-1AE08BF95E57}"/>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2928938" y="-4763"/>
              <a:ext cx="1035050" cy="2673350"/>
            </a:xfrm>
            <a:custGeom>
              <a:avLst/>
              <a:gdLst/>
              <a:ahLst/>
              <a:cxnLst/>
              <a:rect l="0" t="0" r="r" b="b"/>
              <a:pathLst>
                <a:path w="652" h="1684">
                  <a:moveTo>
                    <a:pt x="225" y="1684"/>
                  </a:moveTo>
                  <a:lnTo>
                    <a:pt x="652" y="0"/>
                  </a:lnTo>
                  <a:lnTo>
                    <a:pt x="411" y="0"/>
                  </a:lnTo>
                  <a:lnTo>
                    <a:pt x="0" y="1627"/>
                  </a:lnTo>
                  <a:lnTo>
                    <a:pt x="219" y="1681"/>
                  </a:lnTo>
                  <a:lnTo>
                    <a:pt x="225" y="1684"/>
                  </a:lnTo>
                  <a:close/>
                </a:path>
              </a:pathLst>
            </a:custGeom>
            <a:solidFill>
              <a:srgbClr val="595959"/>
            </a:solidFill>
            <a:ln>
              <a:noFill/>
            </a:ln>
          </p:spPr>
          <p:txBody>
            <a:bodyPr/>
            <a:lstStyle/>
            <a:p>
              <a:endParaRPr lang="en-US"/>
            </a:p>
          </p:txBody>
        </p:sp>
        <p:sp>
          <p:nvSpPr>
            <p:cNvPr id="26" name="Freeform 12">
              <a:extLst>
                <a:ext uri="{FF2B5EF4-FFF2-40B4-BE49-F238E27FC236}">
                  <a16:creationId xmlns:a16="http://schemas.microsoft.com/office/drawing/2014/main" id="{38338226-D6E2-4EEE-B271-DB4BD096DBA1}"/>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2928938" y="2582862"/>
              <a:ext cx="2693987" cy="4275138"/>
            </a:xfrm>
            <a:custGeom>
              <a:avLst/>
              <a:gdLst/>
              <a:ahLst/>
              <a:cxnLst/>
              <a:rect l="0" t="0" r="r" b="b"/>
              <a:pathLst>
                <a:path w="1697" h="2693">
                  <a:moveTo>
                    <a:pt x="0" y="0"/>
                  </a:moveTo>
                  <a:lnTo>
                    <a:pt x="1622" y="2693"/>
                  </a:lnTo>
                  <a:lnTo>
                    <a:pt x="1697" y="2693"/>
                  </a:lnTo>
                  <a:lnTo>
                    <a:pt x="0" y="0"/>
                  </a:lnTo>
                  <a:close/>
                </a:path>
              </a:pathLst>
            </a:custGeom>
            <a:solidFill>
              <a:srgbClr val="262626"/>
            </a:solidFill>
            <a:ln>
              <a:noFill/>
            </a:ln>
          </p:spPr>
          <p:txBody>
            <a:bodyPr/>
            <a:lstStyle/>
            <a:p>
              <a:endParaRPr lang="en-US"/>
            </a:p>
          </p:txBody>
        </p:sp>
        <p:sp>
          <p:nvSpPr>
            <p:cNvPr id="27" name="Freeform 13">
              <a:extLst>
                <a:ext uri="{FF2B5EF4-FFF2-40B4-BE49-F238E27FC236}">
                  <a16:creationId xmlns:a16="http://schemas.microsoft.com/office/drawing/2014/main" id="{4878FB48-17B3-4A11-8025-DE0945CD4E71}"/>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3371850" y="2692400"/>
              <a:ext cx="3332162" cy="4165600"/>
            </a:xfrm>
            <a:custGeom>
              <a:avLst/>
              <a:gdLst/>
              <a:ahLst/>
              <a:cxnLst/>
              <a:rect l="0" t="0" r="r" b="b"/>
              <a:pathLst>
                <a:path w="2099" h="2624">
                  <a:moveTo>
                    <a:pt x="2099" y="2624"/>
                  </a:moveTo>
                  <a:lnTo>
                    <a:pt x="0" y="0"/>
                  </a:lnTo>
                  <a:lnTo>
                    <a:pt x="2021" y="2624"/>
                  </a:lnTo>
                  <a:lnTo>
                    <a:pt x="2099" y="2624"/>
                  </a:lnTo>
                  <a:close/>
                </a:path>
              </a:pathLst>
            </a:custGeom>
            <a:solidFill>
              <a:schemeClr val="accent1">
                <a:lumMod val="50000"/>
              </a:schemeClr>
            </a:solidFill>
            <a:ln>
              <a:noFill/>
            </a:ln>
          </p:spPr>
          <p:txBody>
            <a:bodyPr/>
            <a:lstStyle/>
            <a:p>
              <a:endParaRPr lang="en-US"/>
            </a:p>
          </p:txBody>
        </p:sp>
        <p:sp>
          <p:nvSpPr>
            <p:cNvPr id="28" name="Freeform 14">
              <a:extLst>
                <a:ext uri="{FF2B5EF4-FFF2-40B4-BE49-F238E27FC236}">
                  <a16:creationId xmlns:a16="http://schemas.microsoft.com/office/drawing/2014/main" id="{4150A21C-DD6D-4D3C-9E95-7A3CA263BEB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3367088" y="2687637"/>
              <a:ext cx="4576762" cy="4170363"/>
            </a:xfrm>
            <a:custGeom>
              <a:avLst/>
              <a:gdLst/>
              <a:ahLst/>
              <a:cxnLst/>
              <a:rect l="0" t="0" r="r" b="b"/>
              <a:pathLst>
                <a:path w="2883" h="2627">
                  <a:moveTo>
                    <a:pt x="0" y="0"/>
                  </a:moveTo>
                  <a:lnTo>
                    <a:pt x="3" y="3"/>
                  </a:lnTo>
                  <a:lnTo>
                    <a:pt x="2102" y="2627"/>
                  </a:lnTo>
                  <a:lnTo>
                    <a:pt x="2883" y="2627"/>
                  </a:lnTo>
                  <a:lnTo>
                    <a:pt x="225" y="57"/>
                  </a:lnTo>
                  <a:lnTo>
                    <a:pt x="0" y="0"/>
                  </a:lnTo>
                  <a:close/>
                </a:path>
              </a:pathLst>
            </a:custGeom>
            <a:solidFill>
              <a:schemeClr val="accent1">
                <a:lumMod val="75000"/>
              </a:schemeClr>
            </a:solidFill>
            <a:ln>
              <a:noFill/>
            </a:ln>
          </p:spPr>
          <p:txBody>
            <a:bodyPr/>
            <a:lstStyle/>
            <a:p>
              <a:endParaRPr lang="en-US"/>
            </a:p>
          </p:txBody>
        </p:sp>
        <p:sp>
          <p:nvSpPr>
            <p:cNvPr id="29" name="Freeform 15">
              <a:extLst>
                <a:ext uri="{FF2B5EF4-FFF2-40B4-BE49-F238E27FC236}">
                  <a16:creationId xmlns:a16="http://schemas.microsoft.com/office/drawing/2014/main" id="{7505BF04-104D-4180-A284-42FCD6B04DD6}"/>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2928938" y="2578100"/>
              <a:ext cx="3584575" cy="4279900"/>
            </a:xfrm>
            <a:custGeom>
              <a:avLst/>
              <a:gdLst/>
              <a:ahLst/>
              <a:cxnLst/>
              <a:rect l="0" t="0" r="r" b="b"/>
              <a:pathLst>
                <a:path w="2258" h="2696">
                  <a:moveTo>
                    <a:pt x="2258" y="2696"/>
                  </a:moveTo>
                  <a:lnTo>
                    <a:pt x="264" y="111"/>
                  </a:lnTo>
                  <a:lnTo>
                    <a:pt x="228" y="60"/>
                  </a:lnTo>
                  <a:lnTo>
                    <a:pt x="225" y="57"/>
                  </a:lnTo>
                  <a:lnTo>
                    <a:pt x="0" y="0"/>
                  </a:lnTo>
                  <a:lnTo>
                    <a:pt x="0" y="3"/>
                  </a:lnTo>
                  <a:lnTo>
                    <a:pt x="1697" y="2696"/>
                  </a:lnTo>
                  <a:lnTo>
                    <a:pt x="2258" y="2696"/>
                  </a:lnTo>
                  <a:close/>
                </a:path>
              </a:pathLst>
            </a:custGeom>
            <a:solidFill>
              <a:srgbClr val="404040"/>
            </a:solidFill>
            <a:ln>
              <a:noFill/>
            </a:ln>
          </p:spPr>
          <p:txBody>
            <a:bodyPr/>
            <a:lstStyle/>
            <a:p>
              <a:endParaRPr lang="en-US"/>
            </a:p>
          </p:txBody>
        </p:sp>
      </p:grpSp>
      <p:sp>
        <p:nvSpPr>
          <p:cNvPr id="2" name="Title 1">
            <a:extLst>
              <a:ext uri="{FF2B5EF4-FFF2-40B4-BE49-F238E27FC236}">
                <a16:creationId xmlns:a16="http://schemas.microsoft.com/office/drawing/2014/main" id="{652CD06E-EB43-4697-A9C1-290232C3BAD6}"/>
              </a:ext>
            </a:extLst>
          </p:cNvPr>
          <p:cNvSpPr>
            <a:spLocks noGrp="1"/>
          </p:cNvSpPr>
          <p:nvPr>
            <p:ph type="ctrTitle"/>
          </p:nvPr>
        </p:nvSpPr>
        <p:spPr>
          <a:xfrm>
            <a:off x="473345" y="0"/>
            <a:ext cx="11604355" cy="1223994"/>
          </a:xfrm>
        </p:spPr>
        <p:txBody>
          <a:bodyPr>
            <a:noAutofit/>
          </a:bodyPr>
          <a:lstStyle/>
          <a:p>
            <a:pPr algn="l"/>
            <a:r>
              <a:rPr lang="en-US" sz="5400" b="1" dirty="0">
                <a:latin typeface="Mystical Woods Smooth Script" panose="02000500000000000000" pitchFamily="2" charset="0"/>
                <a:cs typeface="Cavolini" panose="03000502040302020204" pitchFamily="66" charset="0"/>
              </a:rPr>
              <a:t>Conditional Rendering </a:t>
            </a:r>
            <a:r>
              <a:rPr lang="en-US" sz="2100" b="1" dirty="0">
                <a:latin typeface="Cavolini" panose="03000502040302020204" pitchFamily="66" charset="0"/>
                <a:cs typeface="Cavolini" panose="03000502040302020204" pitchFamily="66" charset="0"/>
              </a:rPr>
              <a:t>continued…</a:t>
            </a:r>
          </a:p>
        </p:txBody>
      </p:sp>
      <p:grpSp>
        <p:nvGrpSpPr>
          <p:cNvPr id="6" name="Group 5">
            <a:extLst>
              <a:ext uri="{FF2B5EF4-FFF2-40B4-BE49-F238E27FC236}">
                <a16:creationId xmlns:a16="http://schemas.microsoft.com/office/drawing/2014/main" id="{752A73B4-49EC-E765-1462-2A106F07C3D4}"/>
              </a:ext>
            </a:extLst>
          </p:cNvPr>
          <p:cNvGrpSpPr/>
          <p:nvPr/>
        </p:nvGrpSpPr>
        <p:grpSpPr>
          <a:xfrm>
            <a:off x="481809" y="1152868"/>
            <a:ext cx="8950321" cy="182880"/>
            <a:chOff x="1089027" y="1251583"/>
            <a:chExt cx="8950321" cy="182880"/>
          </a:xfrm>
        </p:grpSpPr>
        <p:cxnSp>
          <p:nvCxnSpPr>
            <p:cNvPr id="4" name="Straight Connector 3">
              <a:extLst>
                <a:ext uri="{FF2B5EF4-FFF2-40B4-BE49-F238E27FC236}">
                  <a16:creationId xmlns:a16="http://schemas.microsoft.com/office/drawing/2014/main" id="{1111542F-3245-DDEC-4B5A-7412E7DBE5FD}"/>
                </a:ext>
              </a:extLst>
            </p:cNvPr>
            <p:cNvCxnSpPr/>
            <p:nvPr/>
          </p:nvCxnSpPr>
          <p:spPr>
            <a:xfrm>
              <a:off x="1089027" y="1347537"/>
              <a:ext cx="8786493" cy="0"/>
            </a:xfrm>
            <a:prstGeom prst="line">
              <a:avLst/>
            </a:prstGeom>
            <a:ln w="38100">
              <a:solidFill>
                <a:srgbClr val="595959"/>
              </a:solidFill>
            </a:ln>
            <a:effectLst>
              <a:reflection blurRad="6350" stA="50000" endA="275" endPos="40000" dist="101600" dir="5400000" sy="-100000" algn="bl" rotWithShape="0"/>
              <a:softEdge rad="12700"/>
            </a:effectLst>
          </p:spPr>
          <p:style>
            <a:lnRef idx="3">
              <a:schemeClr val="dk1"/>
            </a:lnRef>
            <a:fillRef idx="0">
              <a:schemeClr val="dk1"/>
            </a:fillRef>
            <a:effectRef idx="2">
              <a:schemeClr val="dk1"/>
            </a:effectRef>
            <a:fontRef idx="minor">
              <a:schemeClr val="tx1"/>
            </a:fontRef>
          </p:style>
        </p:cxnSp>
        <p:sp>
          <p:nvSpPr>
            <p:cNvPr id="5" name="Flowchart: Connector 4">
              <a:extLst>
                <a:ext uri="{FF2B5EF4-FFF2-40B4-BE49-F238E27FC236}">
                  <a16:creationId xmlns:a16="http://schemas.microsoft.com/office/drawing/2014/main" id="{B2858492-B751-8ED7-57BE-708D61DDCF50}"/>
                </a:ext>
              </a:extLst>
            </p:cNvPr>
            <p:cNvSpPr/>
            <p:nvPr/>
          </p:nvSpPr>
          <p:spPr>
            <a:xfrm>
              <a:off x="9856468" y="1251583"/>
              <a:ext cx="182880" cy="182880"/>
            </a:xfrm>
            <a:prstGeom prst="flowChartConnector">
              <a:avLst/>
            </a:prstGeom>
            <a:ln>
              <a:noFill/>
            </a:ln>
            <a:effectLst>
              <a:outerShdw blurRad="50800" dist="38100" dir="2700000" algn="tl"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3" name="Rectangle 1">
            <a:extLst>
              <a:ext uri="{FF2B5EF4-FFF2-40B4-BE49-F238E27FC236}">
                <a16:creationId xmlns:a16="http://schemas.microsoft.com/office/drawing/2014/main" id="{8B801F13-4ED0-2181-7D1F-F7640C58C8BC}"/>
              </a:ext>
            </a:extLst>
          </p:cNvPr>
          <p:cNvSpPr>
            <a:spLocks noChangeArrowheads="1"/>
          </p:cNvSpPr>
          <p:nvPr/>
        </p:nvSpPr>
        <p:spPr bwMode="auto">
          <a:xfrm>
            <a:off x="0" y="67017"/>
            <a:ext cx="65" cy="323165"/>
          </a:xfrm>
          <a:prstGeom prst="rect">
            <a:avLst/>
          </a:prstGeom>
          <a:solidFill>
            <a:srgbClr val="181A1B"/>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0" tIns="0" rIns="0" bIns="0" numCol="1" anchor="ctr"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2100" b="1" i="0" u="none" strike="noStrike" cap="none" normalizeH="0" baseline="0" dirty="0">
              <a:ln>
                <a:noFill/>
              </a:ln>
              <a:effectLst/>
              <a:latin typeface="Cavolini" panose="03000502040302020204" pitchFamily="66" charset="0"/>
              <a:cs typeface="Cavolini" panose="03000502040302020204" pitchFamily="66" charset="0"/>
            </a:endParaRPr>
          </a:p>
        </p:txBody>
      </p:sp>
      <p:sp>
        <p:nvSpPr>
          <p:cNvPr id="12" name="TextBox 11">
            <a:extLst>
              <a:ext uri="{FF2B5EF4-FFF2-40B4-BE49-F238E27FC236}">
                <a16:creationId xmlns:a16="http://schemas.microsoft.com/office/drawing/2014/main" id="{60DB7A83-DA0A-A7A7-A749-A23F819B5193}"/>
              </a:ext>
            </a:extLst>
          </p:cNvPr>
          <p:cNvSpPr txBox="1"/>
          <p:nvPr/>
        </p:nvSpPr>
        <p:spPr>
          <a:xfrm>
            <a:off x="481809" y="1279938"/>
            <a:ext cx="11312740" cy="5486400"/>
          </a:xfrm>
          <a:prstGeom prst="rect">
            <a:avLst/>
          </a:prstGeom>
          <a:noFill/>
        </p:spPr>
        <p:txBody>
          <a:bodyPr wrap="square" numCol="2">
            <a:spAutoFit/>
          </a:bodyPr>
          <a:lstStyle/>
          <a:p>
            <a:r>
              <a:rPr lang="en-US" b="1" dirty="0">
                <a:solidFill>
                  <a:srgbClr val="FEDE5D"/>
                </a:solidFill>
                <a:latin typeface="Cascadia Code" panose="020B0609020000020004" pitchFamily="49" charset="0"/>
              </a:rPr>
              <a:t>import React, { </a:t>
            </a:r>
            <a:r>
              <a:rPr lang="en-US" b="1" dirty="0" err="1">
                <a:solidFill>
                  <a:srgbClr val="FEDE5D"/>
                </a:solidFill>
                <a:latin typeface="Cascadia Code" panose="020B0609020000020004" pitchFamily="49" charset="0"/>
              </a:rPr>
              <a:t>useState</a:t>
            </a:r>
            <a:r>
              <a:rPr lang="en-US" b="1" dirty="0">
                <a:solidFill>
                  <a:srgbClr val="FEDE5D"/>
                </a:solidFill>
                <a:latin typeface="Cascadia Code" panose="020B0609020000020004" pitchFamily="49" charset="0"/>
              </a:rPr>
              <a:t> } from "react";</a:t>
            </a:r>
          </a:p>
          <a:p>
            <a:endParaRPr lang="en-US" b="1" dirty="0">
              <a:solidFill>
                <a:srgbClr val="FEDE5D"/>
              </a:solidFill>
              <a:latin typeface="Cascadia Code" panose="020B0609020000020004" pitchFamily="49" charset="0"/>
            </a:endParaRPr>
          </a:p>
          <a:p>
            <a:r>
              <a:rPr lang="en-US" b="1" dirty="0">
                <a:solidFill>
                  <a:srgbClr val="FEDE5D"/>
                </a:solidFill>
                <a:latin typeface="Cascadia Code" panose="020B0609020000020004" pitchFamily="49" charset="0"/>
              </a:rPr>
              <a:t>const </a:t>
            </a:r>
            <a:r>
              <a:rPr lang="en-US" b="1" dirty="0" err="1">
                <a:solidFill>
                  <a:srgbClr val="FEDE5D"/>
                </a:solidFill>
                <a:latin typeface="Cascadia Code" panose="020B0609020000020004" pitchFamily="49" charset="0"/>
              </a:rPr>
              <a:t>LoginControl</a:t>
            </a:r>
            <a:r>
              <a:rPr lang="en-US" b="1" dirty="0">
                <a:solidFill>
                  <a:srgbClr val="FEDE5D"/>
                </a:solidFill>
                <a:latin typeface="Cascadia Code" panose="020B0609020000020004" pitchFamily="49" charset="0"/>
              </a:rPr>
              <a:t> = () =&gt; {</a:t>
            </a:r>
          </a:p>
          <a:p>
            <a:r>
              <a:rPr lang="en-US" b="1" dirty="0">
                <a:solidFill>
                  <a:srgbClr val="FEDE5D"/>
                </a:solidFill>
                <a:latin typeface="Cascadia Code" panose="020B0609020000020004" pitchFamily="49" charset="0"/>
              </a:rPr>
              <a:t>  const [</a:t>
            </a:r>
            <a:r>
              <a:rPr lang="en-US" b="1" dirty="0" err="1">
                <a:solidFill>
                  <a:srgbClr val="FEDE5D"/>
                </a:solidFill>
                <a:latin typeface="Cascadia Code" panose="020B0609020000020004" pitchFamily="49" charset="0"/>
              </a:rPr>
              <a:t>isLoggedIn</a:t>
            </a:r>
            <a:r>
              <a:rPr lang="en-US" b="1" dirty="0">
                <a:solidFill>
                  <a:srgbClr val="FEDE5D"/>
                </a:solidFill>
                <a:latin typeface="Cascadia Code" panose="020B0609020000020004" pitchFamily="49" charset="0"/>
              </a:rPr>
              <a:t>, </a:t>
            </a:r>
            <a:r>
              <a:rPr lang="en-US" b="1" dirty="0" err="1">
                <a:solidFill>
                  <a:srgbClr val="FEDE5D"/>
                </a:solidFill>
                <a:latin typeface="Cascadia Code" panose="020B0609020000020004" pitchFamily="49" charset="0"/>
              </a:rPr>
              <a:t>setIsLoggedIn</a:t>
            </a:r>
            <a:r>
              <a:rPr lang="en-US" b="1" dirty="0">
                <a:solidFill>
                  <a:srgbClr val="FEDE5D"/>
                </a:solidFill>
                <a:latin typeface="Cascadia Code" panose="020B0609020000020004" pitchFamily="49" charset="0"/>
              </a:rPr>
              <a:t>] = </a:t>
            </a:r>
            <a:r>
              <a:rPr lang="en-US" b="1" dirty="0" err="1">
                <a:solidFill>
                  <a:srgbClr val="FEDE5D"/>
                </a:solidFill>
                <a:latin typeface="Cascadia Code" panose="020B0609020000020004" pitchFamily="49" charset="0"/>
              </a:rPr>
              <a:t>useState</a:t>
            </a:r>
            <a:r>
              <a:rPr lang="en-US" b="1" dirty="0">
                <a:solidFill>
                  <a:srgbClr val="FEDE5D"/>
                </a:solidFill>
                <a:latin typeface="Cascadia Code" panose="020B0609020000020004" pitchFamily="49" charset="0"/>
              </a:rPr>
              <a:t>(false);</a:t>
            </a:r>
          </a:p>
          <a:p>
            <a:endParaRPr lang="en-US" b="1" dirty="0">
              <a:solidFill>
                <a:srgbClr val="FEDE5D"/>
              </a:solidFill>
              <a:latin typeface="Cascadia Code" panose="020B0609020000020004" pitchFamily="49" charset="0"/>
            </a:endParaRPr>
          </a:p>
          <a:p>
            <a:r>
              <a:rPr lang="en-US" b="1" dirty="0">
                <a:solidFill>
                  <a:srgbClr val="FEDE5D"/>
                </a:solidFill>
                <a:latin typeface="Cascadia Code" panose="020B0609020000020004" pitchFamily="49" charset="0"/>
              </a:rPr>
              <a:t>  const </a:t>
            </a:r>
            <a:r>
              <a:rPr lang="en-US" b="1" dirty="0" err="1">
                <a:solidFill>
                  <a:srgbClr val="FEDE5D"/>
                </a:solidFill>
                <a:latin typeface="Cascadia Code" panose="020B0609020000020004" pitchFamily="49" charset="0"/>
              </a:rPr>
              <a:t>handleLoginClick</a:t>
            </a:r>
            <a:r>
              <a:rPr lang="en-US" b="1" dirty="0">
                <a:solidFill>
                  <a:srgbClr val="FEDE5D"/>
                </a:solidFill>
                <a:latin typeface="Cascadia Code" panose="020B0609020000020004" pitchFamily="49" charset="0"/>
              </a:rPr>
              <a:t> = () =&gt; </a:t>
            </a:r>
            <a:r>
              <a:rPr lang="en-US" b="1" dirty="0" err="1">
                <a:solidFill>
                  <a:srgbClr val="FEDE5D"/>
                </a:solidFill>
                <a:latin typeface="Cascadia Code" panose="020B0609020000020004" pitchFamily="49" charset="0"/>
              </a:rPr>
              <a:t>setIsLoggedIn</a:t>
            </a:r>
            <a:r>
              <a:rPr lang="en-US" b="1" dirty="0">
                <a:solidFill>
                  <a:srgbClr val="FEDE5D"/>
                </a:solidFill>
                <a:latin typeface="Cascadia Code" panose="020B0609020000020004" pitchFamily="49" charset="0"/>
              </a:rPr>
              <a:t>(true);</a:t>
            </a:r>
          </a:p>
          <a:p>
            <a:r>
              <a:rPr lang="en-US" b="1" dirty="0">
                <a:solidFill>
                  <a:srgbClr val="FEDE5D"/>
                </a:solidFill>
                <a:latin typeface="Cascadia Code" panose="020B0609020000020004" pitchFamily="49" charset="0"/>
              </a:rPr>
              <a:t>  const </a:t>
            </a:r>
            <a:r>
              <a:rPr lang="en-US" b="1" dirty="0" err="1">
                <a:solidFill>
                  <a:srgbClr val="FEDE5D"/>
                </a:solidFill>
                <a:latin typeface="Cascadia Code" panose="020B0609020000020004" pitchFamily="49" charset="0"/>
              </a:rPr>
              <a:t>handleLogoutClick</a:t>
            </a:r>
            <a:r>
              <a:rPr lang="en-US" b="1" dirty="0">
                <a:solidFill>
                  <a:srgbClr val="FEDE5D"/>
                </a:solidFill>
                <a:latin typeface="Cascadia Code" panose="020B0609020000020004" pitchFamily="49" charset="0"/>
              </a:rPr>
              <a:t> = () =&gt; </a:t>
            </a:r>
            <a:r>
              <a:rPr lang="en-US" b="1" dirty="0" err="1">
                <a:solidFill>
                  <a:srgbClr val="FEDE5D"/>
                </a:solidFill>
                <a:latin typeface="Cascadia Code" panose="020B0609020000020004" pitchFamily="49" charset="0"/>
              </a:rPr>
              <a:t>setIsLoggedIn</a:t>
            </a:r>
            <a:r>
              <a:rPr lang="en-US" b="1" dirty="0">
                <a:solidFill>
                  <a:srgbClr val="FEDE5D"/>
                </a:solidFill>
                <a:latin typeface="Cascadia Code" panose="020B0609020000020004" pitchFamily="49" charset="0"/>
              </a:rPr>
              <a:t>(false);</a:t>
            </a:r>
          </a:p>
          <a:p>
            <a:endParaRPr lang="en-US" b="1" dirty="0">
              <a:solidFill>
                <a:srgbClr val="FEDE5D"/>
              </a:solidFill>
              <a:latin typeface="Cascadia Code" panose="020B0609020000020004" pitchFamily="49" charset="0"/>
            </a:endParaRPr>
          </a:p>
          <a:p>
            <a:r>
              <a:rPr lang="en-US" b="1" dirty="0">
                <a:solidFill>
                  <a:srgbClr val="FEDE5D"/>
                </a:solidFill>
                <a:latin typeface="Cascadia Code" panose="020B0609020000020004" pitchFamily="49" charset="0"/>
              </a:rPr>
              <a:t>  let button;</a:t>
            </a:r>
          </a:p>
          <a:p>
            <a:r>
              <a:rPr lang="en-US" b="1" dirty="0">
                <a:solidFill>
                  <a:srgbClr val="FEDE5D"/>
                </a:solidFill>
                <a:latin typeface="Cascadia Code" panose="020B0609020000020004" pitchFamily="49" charset="0"/>
              </a:rPr>
              <a:t>  if (</a:t>
            </a:r>
            <a:r>
              <a:rPr lang="en-US" b="1" dirty="0" err="1">
                <a:solidFill>
                  <a:srgbClr val="FEDE5D"/>
                </a:solidFill>
                <a:latin typeface="Cascadia Code" panose="020B0609020000020004" pitchFamily="49" charset="0"/>
              </a:rPr>
              <a:t>isLoggedIn</a:t>
            </a:r>
            <a:r>
              <a:rPr lang="en-US" b="1" dirty="0">
                <a:solidFill>
                  <a:srgbClr val="FEDE5D"/>
                </a:solidFill>
                <a:latin typeface="Cascadia Code" panose="020B0609020000020004" pitchFamily="49" charset="0"/>
              </a:rPr>
              <a:t>) {</a:t>
            </a:r>
          </a:p>
          <a:p>
            <a:r>
              <a:rPr lang="en-US" b="1" dirty="0">
                <a:solidFill>
                  <a:srgbClr val="FEDE5D"/>
                </a:solidFill>
                <a:latin typeface="Cascadia Code" panose="020B0609020000020004" pitchFamily="49" charset="0"/>
              </a:rPr>
              <a:t>    button = &lt;</a:t>
            </a:r>
            <a:r>
              <a:rPr lang="en-US" b="1" dirty="0" err="1">
                <a:solidFill>
                  <a:srgbClr val="FEDE5D"/>
                </a:solidFill>
                <a:latin typeface="Cascadia Code" panose="020B0609020000020004" pitchFamily="49" charset="0"/>
              </a:rPr>
              <a:t>LogoutButton</a:t>
            </a:r>
            <a:r>
              <a:rPr lang="en-US" b="1" dirty="0">
                <a:solidFill>
                  <a:srgbClr val="FEDE5D"/>
                </a:solidFill>
                <a:latin typeface="Cascadia Code" panose="020B0609020000020004" pitchFamily="49" charset="0"/>
              </a:rPr>
              <a:t> </a:t>
            </a:r>
            <a:r>
              <a:rPr lang="en-US" b="1" dirty="0" err="1">
                <a:solidFill>
                  <a:srgbClr val="FEDE5D"/>
                </a:solidFill>
                <a:latin typeface="Cascadia Code" panose="020B0609020000020004" pitchFamily="49" charset="0"/>
              </a:rPr>
              <a:t>onClick</a:t>
            </a:r>
            <a:r>
              <a:rPr lang="en-US" b="1" dirty="0">
                <a:solidFill>
                  <a:srgbClr val="FEDE5D"/>
                </a:solidFill>
                <a:latin typeface="Cascadia Code" panose="020B0609020000020004" pitchFamily="49" charset="0"/>
              </a:rPr>
              <a:t>={</a:t>
            </a:r>
            <a:r>
              <a:rPr lang="en-US" b="1" dirty="0" err="1">
                <a:solidFill>
                  <a:srgbClr val="FEDE5D"/>
                </a:solidFill>
                <a:latin typeface="Cascadia Code" panose="020B0609020000020004" pitchFamily="49" charset="0"/>
              </a:rPr>
              <a:t>handleLogoutClick</a:t>
            </a:r>
            <a:r>
              <a:rPr lang="en-US" b="1" dirty="0">
                <a:solidFill>
                  <a:srgbClr val="FEDE5D"/>
                </a:solidFill>
                <a:latin typeface="Cascadia Code" panose="020B0609020000020004" pitchFamily="49" charset="0"/>
              </a:rPr>
              <a:t>} /&gt;;</a:t>
            </a:r>
          </a:p>
          <a:p>
            <a:r>
              <a:rPr lang="en-US" b="1" dirty="0">
                <a:solidFill>
                  <a:srgbClr val="FEDE5D"/>
                </a:solidFill>
                <a:latin typeface="Cascadia Code" panose="020B0609020000020004" pitchFamily="49" charset="0"/>
              </a:rPr>
              <a:t>  } else {</a:t>
            </a:r>
          </a:p>
          <a:p>
            <a:r>
              <a:rPr lang="en-US" b="1" dirty="0">
                <a:solidFill>
                  <a:srgbClr val="FEDE5D"/>
                </a:solidFill>
                <a:latin typeface="Cascadia Code" panose="020B0609020000020004" pitchFamily="49" charset="0"/>
              </a:rPr>
              <a:t>    button = &lt;</a:t>
            </a:r>
            <a:r>
              <a:rPr lang="en-US" b="1" dirty="0" err="1">
                <a:solidFill>
                  <a:srgbClr val="FEDE5D"/>
                </a:solidFill>
                <a:latin typeface="Cascadia Code" panose="020B0609020000020004" pitchFamily="49" charset="0"/>
              </a:rPr>
              <a:t>LoginButton</a:t>
            </a:r>
            <a:r>
              <a:rPr lang="en-US" b="1" dirty="0">
                <a:solidFill>
                  <a:srgbClr val="FEDE5D"/>
                </a:solidFill>
                <a:latin typeface="Cascadia Code" panose="020B0609020000020004" pitchFamily="49" charset="0"/>
              </a:rPr>
              <a:t> </a:t>
            </a:r>
            <a:r>
              <a:rPr lang="en-US" b="1" dirty="0" err="1">
                <a:solidFill>
                  <a:srgbClr val="FEDE5D"/>
                </a:solidFill>
                <a:latin typeface="Cascadia Code" panose="020B0609020000020004" pitchFamily="49" charset="0"/>
              </a:rPr>
              <a:t>onClick</a:t>
            </a:r>
            <a:r>
              <a:rPr lang="en-US" b="1" dirty="0">
                <a:solidFill>
                  <a:srgbClr val="FEDE5D"/>
                </a:solidFill>
                <a:latin typeface="Cascadia Code" panose="020B0609020000020004" pitchFamily="49" charset="0"/>
              </a:rPr>
              <a:t>={</a:t>
            </a:r>
            <a:r>
              <a:rPr lang="en-US" b="1" dirty="0" err="1">
                <a:solidFill>
                  <a:srgbClr val="FEDE5D"/>
                </a:solidFill>
                <a:latin typeface="Cascadia Code" panose="020B0609020000020004" pitchFamily="49" charset="0"/>
              </a:rPr>
              <a:t>handleLoginClick</a:t>
            </a:r>
            <a:r>
              <a:rPr lang="en-US" b="1" dirty="0">
                <a:solidFill>
                  <a:srgbClr val="FEDE5D"/>
                </a:solidFill>
                <a:latin typeface="Cascadia Code" panose="020B0609020000020004" pitchFamily="49" charset="0"/>
              </a:rPr>
              <a:t>} /&gt;;</a:t>
            </a:r>
          </a:p>
          <a:p>
            <a:r>
              <a:rPr lang="en-US" b="1" dirty="0">
                <a:solidFill>
                  <a:srgbClr val="FEDE5D"/>
                </a:solidFill>
                <a:latin typeface="Cascadia Code" panose="020B0609020000020004" pitchFamily="49" charset="0"/>
              </a:rPr>
              <a:t>  }</a:t>
            </a:r>
          </a:p>
          <a:p>
            <a:endParaRPr lang="en-US" b="1" dirty="0">
              <a:solidFill>
                <a:srgbClr val="FEDE5D"/>
              </a:solidFill>
              <a:latin typeface="Cascadia Code" panose="020B0609020000020004" pitchFamily="49" charset="0"/>
            </a:endParaRPr>
          </a:p>
          <a:p>
            <a:r>
              <a:rPr lang="en-US" b="1" dirty="0">
                <a:solidFill>
                  <a:srgbClr val="FEDE5D"/>
                </a:solidFill>
                <a:latin typeface="Cascadia Code" panose="020B0609020000020004" pitchFamily="49" charset="0"/>
              </a:rPr>
              <a:t>  return (</a:t>
            </a:r>
          </a:p>
          <a:p>
            <a:r>
              <a:rPr lang="en-US" b="1" dirty="0">
                <a:solidFill>
                  <a:srgbClr val="FEDE5D"/>
                </a:solidFill>
                <a:latin typeface="Cascadia Code" panose="020B0609020000020004" pitchFamily="49" charset="0"/>
              </a:rPr>
              <a:t>    &lt;div&gt;</a:t>
            </a:r>
          </a:p>
          <a:p>
            <a:r>
              <a:rPr lang="en-US" b="1" dirty="0">
                <a:solidFill>
                  <a:srgbClr val="FEDE5D"/>
                </a:solidFill>
                <a:latin typeface="Cascadia Code" panose="020B0609020000020004" pitchFamily="49" charset="0"/>
              </a:rPr>
              <a:t>      &lt;Greeting </a:t>
            </a:r>
            <a:r>
              <a:rPr lang="en-US" b="1" dirty="0" err="1">
                <a:solidFill>
                  <a:srgbClr val="FEDE5D"/>
                </a:solidFill>
                <a:latin typeface="Cascadia Code" panose="020B0609020000020004" pitchFamily="49" charset="0"/>
              </a:rPr>
              <a:t>isLoggedIn</a:t>
            </a:r>
            <a:r>
              <a:rPr lang="en-US" b="1" dirty="0">
                <a:solidFill>
                  <a:srgbClr val="FEDE5D"/>
                </a:solidFill>
                <a:latin typeface="Cascadia Code" panose="020B0609020000020004" pitchFamily="49" charset="0"/>
              </a:rPr>
              <a:t>={</a:t>
            </a:r>
            <a:r>
              <a:rPr lang="en-US" b="1" dirty="0" err="1">
                <a:solidFill>
                  <a:srgbClr val="FEDE5D"/>
                </a:solidFill>
                <a:latin typeface="Cascadia Code" panose="020B0609020000020004" pitchFamily="49" charset="0"/>
              </a:rPr>
              <a:t>isLoggedIn</a:t>
            </a:r>
            <a:r>
              <a:rPr lang="en-US" b="1" dirty="0">
                <a:solidFill>
                  <a:srgbClr val="FEDE5D"/>
                </a:solidFill>
                <a:latin typeface="Cascadia Code" panose="020B0609020000020004" pitchFamily="49" charset="0"/>
              </a:rPr>
              <a:t>} /&gt;</a:t>
            </a:r>
          </a:p>
          <a:p>
            <a:r>
              <a:rPr lang="en-US" b="1" dirty="0">
                <a:solidFill>
                  <a:srgbClr val="FEDE5D"/>
                </a:solidFill>
                <a:latin typeface="Cascadia Code" panose="020B0609020000020004" pitchFamily="49" charset="0"/>
              </a:rPr>
              <a:t>      {button}</a:t>
            </a:r>
          </a:p>
          <a:p>
            <a:r>
              <a:rPr lang="en-US" b="1" dirty="0">
                <a:solidFill>
                  <a:srgbClr val="FEDE5D"/>
                </a:solidFill>
                <a:latin typeface="Cascadia Code" panose="020B0609020000020004" pitchFamily="49" charset="0"/>
              </a:rPr>
              <a:t>    &lt;/div&gt;</a:t>
            </a:r>
          </a:p>
          <a:p>
            <a:r>
              <a:rPr lang="en-US" b="1" dirty="0">
                <a:solidFill>
                  <a:srgbClr val="FEDE5D"/>
                </a:solidFill>
                <a:latin typeface="Cascadia Code" panose="020B0609020000020004" pitchFamily="49" charset="0"/>
              </a:rPr>
              <a:t>  );</a:t>
            </a:r>
          </a:p>
          <a:p>
            <a:r>
              <a:rPr lang="en-US" b="1" dirty="0">
                <a:solidFill>
                  <a:srgbClr val="FEDE5D"/>
                </a:solidFill>
                <a:latin typeface="Cascadia Code" panose="020B0609020000020004" pitchFamily="49" charset="0"/>
              </a:rPr>
              <a:t>};</a:t>
            </a:r>
          </a:p>
          <a:p>
            <a:endParaRPr lang="en-US" b="1" dirty="0">
              <a:solidFill>
                <a:srgbClr val="FEDE5D"/>
              </a:solidFill>
              <a:latin typeface="Cascadia Code" panose="020B0609020000020004" pitchFamily="49" charset="0"/>
            </a:endParaRPr>
          </a:p>
          <a:p>
            <a:r>
              <a:rPr lang="en-US" b="1" dirty="0">
                <a:solidFill>
                  <a:srgbClr val="FEDE5D"/>
                </a:solidFill>
                <a:latin typeface="Cascadia Code" panose="020B0609020000020004" pitchFamily="49" charset="0"/>
              </a:rPr>
              <a:t>export default </a:t>
            </a:r>
            <a:r>
              <a:rPr lang="en-US" b="1" dirty="0" err="1">
                <a:solidFill>
                  <a:srgbClr val="FEDE5D"/>
                </a:solidFill>
                <a:latin typeface="Cascadia Code" panose="020B0609020000020004" pitchFamily="49" charset="0"/>
              </a:rPr>
              <a:t>LoginControl</a:t>
            </a:r>
            <a:r>
              <a:rPr lang="en-US" b="1" dirty="0">
                <a:solidFill>
                  <a:srgbClr val="FEDE5D"/>
                </a:solidFill>
                <a:latin typeface="Cascadia Code" panose="020B0609020000020004" pitchFamily="49" charset="0"/>
              </a:rPr>
              <a:t>;</a:t>
            </a:r>
          </a:p>
        </p:txBody>
      </p:sp>
    </p:spTree>
    <p:extLst>
      <p:ext uri="{BB962C8B-B14F-4D97-AF65-F5344CB8AC3E}">
        <p14:creationId xmlns:p14="http://schemas.microsoft.com/office/powerpoint/2010/main" val="79821386"/>
      </p:ext>
    </p:extLst>
  </p:cSld>
  <p:clrMapOvr>
    <a:overrideClrMapping bg1="dk1" tx1="lt1" bg2="dk2" tx2="lt2" accent1="accent1" accent2="accent2" accent3="accent3" accent4="accent4" accent5="accent5" accent6="accent6" hlink="hlink" folHlink="folHlink"/>
  </p:clrMapOvr>
  <mc:AlternateContent xmlns:mc="http://schemas.openxmlformats.org/markup-compatibility/2006" xmlns:p159="http://schemas.microsoft.com/office/powerpoint/2015/09/main">
    <mc:Choice Requires="p159">
      <p:transition>
        <p159:morph option="byObject"/>
      </p:transition>
    </mc:Choice>
    <mc:Fallback xmlns="">
      <p:transition>
        <p:fade/>
      </p:transition>
    </mc:Fallback>
  </mc:AlternateContent>
</p:sld>
</file>

<file path=ppt/slides/slide49.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sp useBgFill="1">
        <p:nvSpPr>
          <p:cNvPr id="21" name="Rectangle 20">
            <a:extLst>
              <a:ext uri="{FF2B5EF4-FFF2-40B4-BE49-F238E27FC236}">
                <a16:creationId xmlns:a16="http://schemas.microsoft.com/office/drawing/2014/main" id="{E5A92FE9-DB05-4D0D-AF5A-BE8664B9FFB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grpSp>
        <p:nvGrpSpPr>
          <p:cNvPr id="23" name="Group 22">
            <a:extLst>
              <a:ext uri="{FF2B5EF4-FFF2-40B4-BE49-F238E27FC236}">
                <a16:creationId xmlns:a16="http://schemas.microsoft.com/office/drawing/2014/main" id="{53D9B26A-5143-49A7-BA98-D871D5BD719A}"/>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flipH="1">
            <a:off x="6526211" y="1"/>
            <a:ext cx="5014912" cy="6857999"/>
            <a:chOff x="2928938" y="-4763"/>
            <a:chExt cx="5014912" cy="6862763"/>
          </a:xfrm>
        </p:grpSpPr>
        <p:sp>
          <p:nvSpPr>
            <p:cNvPr id="24" name="Freeform 6">
              <a:extLst>
                <a:ext uri="{FF2B5EF4-FFF2-40B4-BE49-F238E27FC236}">
                  <a16:creationId xmlns:a16="http://schemas.microsoft.com/office/drawing/2014/main" id="{68B85E55-A2A1-4682-B891-F201358A92D5}"/>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3367088" y="-4763"/>
              <a:ext cx="1063625" cy="2782888"/>
            </a:xfrm>
            <a:custGeom>
              <a:avLst/>
              <a:gdLst/>
              <a:ahLst/>
              <a:cxnLst/>
              <a:rect l="0" t="0" r="r" b="b"/>
              <a:pathLst>
                <a:path w="670" h="1753">
                  <a:moveTo>
                    <a:pt x="0" y="1696"/>
                  </a:moveTo>
                  <a:lnTo>
                    <a:pt x="225" y="1753"/>
                  </a:lnTo>
                  <a:lnTo>
                    <a:pt x="670" y="0"/>
                  </a:lnTo>
                  <a:lnTo>
                    <a:pt x="430" y="0"/>
                  </a:lnTo>
                  <a:lnTo>
                    <a:pt x="0" y="1696"/>
                  </a:lnTo>
                  <a:close/>
                </a:path>
              </a:pathLst>
            </a:custGeom>
            <a:solidFill>
              <a:schemeClr val="accent1"/>
            </a:solidFill>
            <a:ln>
              <a:noFill/>
            </a:ln>
          </p:spPr>
          <p:txBody>
            <a:bodyPr/>
            <a:lstStyle/>
            <a:p>
              <a:endParaRPr lang="en-US"/>
            </a:p>
          </p:txBody>
        </p:sp>
        <p:sp>
          <p:nvSpPr>
            <p:cNvPr id="25" name="Freeform 7">
              <a:extLst>
                <a:ext uri="{FF2B5EF4-FFF2-40B4-BE49-F238E27FC236}">
                  <a16:creationId xmlns:a16="http://schemas.microsoft.com/office/drawing/2014/main" id="{45EF6EDB-9B5D-49E9-96FA-1AE08BF95E57}"/>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2928938" y="-4763"/>
              <a:ext cx="1035050" cy="2673350"/>
            </a:xfrm>
            <a:custGeom>
              <a:avLst/>
              <a:gdLst/>
              <a:ahLst/>
              <a:cxnLst/>
              <a:rect l="0" t="0" r="r" b="b"/>
              <a:pathLst>
                <a:path w="652" h="1684">
                  <a:moveTo>
                    <a:pt x="225" y="1684"/>
                  </a:moveTo>
                  <a:lnTo>
                    <a:pt x="652" y="0"/>
                  </a:lnTo>
                  <a:lnTo>
                    <a:pt x="411" y="0"/>
                  </a:lnTo>
                  <a:lnTo>
                    <a:pt x="0" y="1627"/>
                  </a:lnTo>
                  <a:lnTo>
                    <a:pt x="219" y="1681"/>
                  </a:lnTo>
                  <a:lnTo>
                    <a:pt x="225" y="1684"/>
                  </a:lnTo>
                  <a:close/>
                </a:path>
              </a:pathLst>
            </a:custGeom>
            <a:solidFill>
              <a:srgbClr val="595959"/>
            </a:solidFill>
            <a:ln>
              <a:noFill/>
            </a:ln>
          </p:spPr>
          <p:txBody>
            <a:bodyPr/>
            <a:lstStyle/>
            <a:p>
              <a:endParaRPr lang="en-US"/>
            </a:p>
          </p:txBody>
        </p:sp>
        <p:sp>
          <p:nvSpPr>
            <p:cNvPr id="26" name="Freeform 12">
              <a:extLst>
                <a:ext uri="{FF2B5EF4-FFF2-40B4-BE49-F238E27FC236}">
                  <a16:creationId xmlns:a16="http://schemas.microsoft.com/office/drawing/2014/main" id="{38338226-D6E2-4EEE-B271-DB4BD096DBA1}"/>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2928938" y="2582862"/>
              <a:ext cx="2693987" cy="4275138"/>
            </a:xfrm>
            <a:custGeom>
              <a:avLst/>
              <a:gdLst/>
              <a:ahLst/>
              <a:cxnLst/>
              <a:rect l="0" t="0" r="r" b="b"/>
              <a:pathLst>
                <a:path w="1697" h="2693">
                  <a:moveTo>
                    <a:pt x="0" y="0"/>
                  </a:moveTo>
                  <a:lnTo>
                    <a:pt x="1622" y="2693"/>
                  </a:lnTo>
                  <a:lnTo>
                    <a:pt x="1697" y="2693"/>
                  </a:lnTo>
                  <a:lnTo>
                    <a:pt x="0" y="0"/>
                  </a:lnTo>
                  <a:close/>
                </a:path>
              </a:pathLst>
            </a:custGeom>
            <a:solidFill>
              <a:srgbClr val="262626"/>
            </a:solidFill>
            <a:ln>
              <a:noFill/>
            </a:ln>
          </p:spPr>
          <p:txBody>
            <a:bodyPr/>
            <a:lstStyle/>
            <a:p>
              <a:endParaRPr lang="en-US"/>
            </a:p>
          </p:txBody>
        </p:sp>
        <p:sp>
          <p:nvSpPr>
            <p:cNvPr id="27" name="Freeform 13">
              <a:extLst>
                <a:ext uri="{FF2B5EF4-FFF2-40B4-BE49-F238E27FC236}">
                  <a16:creationId xmlns:a16="http://schemas.microsoft.com/office/drawing/2014/main" id="{4878FB48-17B3-4A11-8025-DE0945CD4E71}"/>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3371850" y="2692400"/>
              <a:ext cx="3332162" cy="4165600"/>
            </a:xfrm>
            <a:custGeom>
              <a:avLst/>
              <a:gdLst/>
              <a:ahLst/>
              <a:cxnLst/>
              <a:rect l="0" t="0" r="r" b="b"/>
              <a:pathLst>
                <a:path w="2099" h="2624">
                  <a:moveTo>
                    <a:pt x="2099" y="2624"/>
                  </a:moveTo>
                  <a:lnTo>
                    <a:pt x="0" y="0"/>
                  </a:lnTo>
                  <a:lnTo>
                    <a:pt x="2021" y="2624"/>
                  </a:lnTo>
                  <a:lnTo>
                    <a:pt x="2099" y="2624"/>
                  </a:lnTo>
                  <a:close/>
                </a:path>
              </a:pathLst>
            </a:custGeom>
            <a:solidFill>
              <a:schemeClr val="accent1">
                <a:lumMod val="50000"/>
              </a:schemeClr>
            </a:solidFill>
            <a:ln>
              <a:noFill/>
            </a:ln>
          </p:spPr>
          <p:txBody>
            <a:bodyPr/>
            <a:lstStyle/>
            <a:p>
              <a:endParaRPr lang="en-US"/>
            </a:p>
          </p:txBody>
        </p:sp>
        <p:sp>
          <p:nvSpPr>
            <p:cNvPr id="28" name="Freeform 14">
              <a:extLst>
                <a:ext uri="{FF2B5EF4-FFF2-40B4-BE49-F238E27FC236}">
                  <a16:creationId xmlns:a16="http://schemas.microsoft.com/office/drawing/2014/main" id="{4150A21C-DD6D-4D3C-9E95-7A3CA263BEB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3367088" y="2687637"/>
              <a:ext cx="4576762" cy="4170363"/>
            </a:xfrm>
            <a:custGeom>
              <a:avLst/>
              <a:gdLst/>
              <a:ahLst/>
              <a:cxnLst/>
              <a:rect l="0" t="0" r="r" b="b"/>
              <a:pathLst>
                <a:path w="2883" h="2627">
                  <a:moveTo>
                    <a:pt x="0" y="0"/>
                  </a:moveTo>
                  <a:lnTo>
                    <a:pt x="3" y="3"/>
                  </a:lnTo>
                  <a:lnTo>
                    <a:pt x="2102" y="2627"/>
                  </a:lnTo>
                  <a:lnTo>
                    <a:pt x="2883" y="2627"/>
                  </a:lnTo>
                  <a:lnTo>
                    <a:pt x="225" y="57"/>
                  </a:lnTo>
                  <a:lnTo>
                    <a:pt x="0" y="0"/>
                  </a:lnTo>
                  <a:close/>
                </a:path>
              </a:pathLst>
            </a:custGeom>
            <a:solidFill>
              <a:schemeClr val="accent1">
                <a:lumMod val="75000"/>
              </a:schemeClr>
            </a:solidFill>
            <a:ln>
              <a:noFill/>
            </a:ln>
          </p:spPr>
          <p:txBody>
            <a:bodyPr/>
            <a:lstStyle/>
            <a:p>
              <a:endParaRPr lang="en-US"/>
            </a:p>
          </p:txBody>
        </p:sp>
        <p:sp>
          <p:nvSpPr>
            <p:cNvPr id="29" name="Freeform 15">
              <a:extLst>
                <a:ext uri="{FF2B5EF4-FFF2-40B4-BE49-F238E27FC236}">
                  <a16:creationId xmlns:a16="http://schemas.microsoft.com/office/drawing/2014/main" id="{7505BF04-104D-4180-A284-42FCD6B04DD6}"/>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2928938" y="2578100"/>
              <a:ext cx="3584575" cy="4279900"/>
            </a:xfrm>
            <a:custGeom>
              <a:avLst/>
              <a:gdLst/>
              <a:ahLst/>
              <a:cxnLst/>
              <a:rect l="0" t="0" r="r" b="b"/>
              <a:pathLst>
                <a:path w="2258" h="2696">
                  <a:moveTo>
                    <a:pt x="2258" y="2696"/>
                  </a:moveTo>
                  <a:lnTo>
                    <a:pt x="264" y="111"/>
                  </a:lnTo>
                  <a:lnTo>
                    <a:pt x="228" y="60"/>
                  </a:lnTo>
                  <a:lnTo>
                    <a:pt x="225" y="57"/>
                  </a:lnTo>
                  <a:lnTo>
                    <a:pt x="0" y="0"/>
                  </a:lnTo>
                  <a:lnTo>
                    <a:pt x="0" y="3"/>
                  </a:lnTo>
                  <a:lnTo>
                    <a:pt x="1697" y="2696"/>
                  </a:lnTo>
                  <a:lnTo>
                    <a:pt x="2258" y="2696"/>
                  </a:lnTo>
                  <a:close/>
                </a:path>
              </a:pathLst>
            </a:custGeom>
            <a:solidFill>
              <a:srgbClr val="404040"/>
            </a:solidFill>
            <a:ln>
              <a:noFill/>
            </a:ln>
          </p:spPr>
          <p:txBody>
            <a:bodyPr/>
            <a:lstStyle/>
            <a:p>
              <a:endParaRPr lang="en-US"/>
            </a:p>
          </p:txBody>
        </p:sp>
      </p:grpSp>
      <p:sp>
        <p:nvSpPr>
          <p:cNvPr id="2" name="Title 1">
            <a:extLst>
              <a:ext uri="{FF2B5EF4-FFF2-40B4-BE49-F238E27FC236}">
                <a16:creationId xmlns:a16="http://schemas.microsoft.com/office/drawing/2014/main" id="{652CD06E-EB43-4697-A9C1-290232C3BAD6}"/>
              </a:ext>
            </a:extLst>
          </p:cNvPr>
          <p:cNvSpPr>
            <a:spLocks noGrp="1"/>
          </p:cNvSpPr>
          <p:nvPr>
            <p:ph type="ctrTitle"/>
          </p:nvPr>
        </p:nvSpPr>
        <p:spPr>
          <a:xfrm>
            <a:off x="473345" y="0"/>
            <a:ext cx="11604355" cy="1223994"/>
          </a:xfrm>
        </p:spPr>
        <p:txBody>
          <a:bodyPr>
            <a:noAutofit/>
          </a:bodyPr>
          <a:lstStyle/>
          <a:p>
            <a:pPr algn="l"/>
            <a:r>
              <a:rPr lang="en-US" sz="5400" b="1" dirty="0">
                <a:latin typeface="Mystical Woods Smooth Script" panose="02000500000000000000" pitchFamily="2" charset="0"/>
                <a:cs typeface="Cavolini" panose="03000502040302020204" pitchFamily="66" charset="0"/>
              </a:rPr>
              <a:t>Conditional Rendering </a:t>
            </a:r>
            <a:r>
              <a:rPr lang="en-US" sz="2100" b="1" dirty="0">
                <a:latin typeface="Cavolini" panose="03000502040302020204" pitchFamily="66" charset="0"/>
                <a:cs typeface="Cavolini" panose="03000502040302020204" pitchFamily="66" charset="0"/>
              </a:rPr>
              <a:t>continued…</a:t>
            </a:r>
          </a:p>
        </p:txBody>
      </p:sp>
      <p:grpSp>
        <p:nvGrpSpPr>
          <p:cNvPr id="6" name="Group 5">
            <a:extLst>
              <a:ext uri="{FF2B5EF4-FFF2-40B4-BE49-F238E27FC236}">
                <a16:creationId xmlns:a16="http://schemas.microsoft.com/office/drawing/2014/main" id="{752A73B4-49EC-E765-1462-2A106F07C3D4}"/>
              </a:ext>
            </a:extLst>
          </p:cNvPr>
          <p:cNvGrpSpPr/>
          <p:nvPr/>
        </p:nvGrpSpPr>
        <p:grpSpPr>
          <a:xfrm>
            <a:off x="481809" y="1152868"/>
            <a:ext cx="8950321" cy="182880"/>
            <a:chOff x="1089027" y="1251583"/>
            <a:chExt cx="8950321" cy="182880"/>
          </a:xfrm>
        </p:grpSpPr>
        <p:cxnSp>
          <p:nvCxnSpPr>
            <p:cNvPr id="4" name="Straight Connector 3">
              <a:extLst>
                <a:ext uri="{FF2B5EF4-FFF2-40B4-BE49-F238E27FC236}">
                  <a16:creationId xmlns:a16="http://schemas.microsoft.com/office/drawing/2014/main" id="{1111542F-3245-DDEC-4B5A-7412E7DBE5FD}"/>
                </a:ext>
              </a:extLst>
            </p:cNvPr>
            <p:cNvCxnSpPr/>
            <p:nvPr/>
          </p:nvCxnSpPr>
          <p:spPr>
            <a:xfrm>
              <a:off x="1089027" y="1347537"/>
              <a:ext cx="8786493" cy="0"/>
            </a:xfrm>
            <a:prstGeom prst="line">
              <a:avLst/>
            </a:prstGeom>
            <a:ln w="38100">
              <a:solidFill>
                <a:srgbClr val="595959"/>
              </a:solidFill>
            </a:ln>
            <a:effectLst>
              <a:reflection blurRad="6350" stA="50000" endA="275" endPos="40000" dist="101600" dir="5400000" sy="-100000" algn="bl" rotWithShape="0"/>
              <a:softEdge rad="12700"/>
            </a:effectLst>
          </p:spPr>
          <p:style>
            <a:lnRef idx="3">
              <a:schemeClr val="dk1"/>
            </a:lnRef>
            <a:fillRef idx="0">
              <a:schemeClr val="dk1"/>
            </a:fillRef>
            <a:effectRef idx="2">
              <a:schemeClr val="dk1"/>
            </a:effectRef>
            <a:fontRef idx="minor">
              <a:schemeClr val="tx1"/>
            </a:fontRef>
          </p:style>
        </p:cxnSp>
        <p:sp>
          <p:nvSpPr>
            <p:cNvPr id="5" name="Flowchart: Connector 4">
              <a:extLst>
                <a:ext uri="{FF2B5EF4-FFF2-40B4-BE49-F238E27FC236}">
                  <a16:creationId xmlns:a16="http://schemas.microsoft.com/office/drawing/2014/main" id="{B2858492-B751-8ED7-57BE-708D61DDCF50}"/>
                </a:ext>
              </a:extLst>
            </p:cNvPr>
            <p:cNvSpPr/>
            <p:nvPr/>
          </p:nvSpPr>
          <p:spPr>
            <a:xfrm>
              <a:off x="9856468" y="1251583"/>
              <a:ext cx="182880" cy="182880"/>
            </a:xfrm>
            <a:prstGeom prst="flowChartConnector">
              <a:avLst/>
            </a:prstGeom>
            <a:ln>
              <a:noFill/>
            </a:ln>
            <a:effectLst>
              <a:outerShdw blurRad="50800" dist="38100" dir="2700000" algn="tl"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3" name="Rectangle 1">
            <a:extLst>
              <a:ext uri="{FF2B5EF4-FFF2-40B4-BE49-F238E27FC236}">
                <a16:creationId xmlns:a16="http://schemas.microsoft.com/office/drawing/2014/main" id="{8B801F13-4ED0-2181-7D1F-F7640C58C8BC}"/>
              </a:ext>
            </a:extLst>
          </p:cNvPr>
          <p:cNvSpPr>
            <a:spLocks noChangeArrowheads="1"/>
          </p:cNvSpPr>
          <p:nvPr/>
        </p:nvSpPr>
        <p:spPr bwMode="auto">
          <a:xfrm>
            <a:off x="0" y="67017"/>
            <a:ext cx="65" cy="323165"/>
          </a:xfrm>
          <a:prstGeom prst="rect">
            <a:avLst/>
          </a:prstGeom>
          <a:solidFill>
            <a:srgbClr val="181A1B"/>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0" tIns="0" rIns="0" bIns="0" numCol="1" anchor="ctr"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2100" b="1" i="0" u="none" strike="noStrike" cap="none" normalizeH="0" baseline="0" dirty="0">
              <a:ln>
                <a:noFill/>
              </a:ln>
              <a:effectLst/>
              <a:latin typeface="Cavolini" panose="03000502040302020204" pitchFamily="66" charset="0"/>
              <a:cs typeface="Cavolini" panose="03000502040302020204" pitchFamily="66" charset="0"/>
            </a:endParaRPr>
          </a:p>
        </p:txBody>
      </p:sp>
      <p:sp>
        <p:nvSpPr>
          <p:cNvPr id="8" name="TextBox 7">
            <a:extLst>
              <a:ext uri="{FF2B5EF4-FFF2-40B4-BE49-F238E27FC236}">
                <a16:creationId xmlns:a16="http://schemas.microsoft.com/office/drawing/2014/main" id="{ECA5F3D5-7B14-5555-944E-24BDDE361DEC}"/>
              </a:ext>
            </a:extLst>
          </p:cNvPr>
          <p:cNvSpPr txBox="1"/>
          <p:nvPr/>
        </p:nvSpPr>
        <p:spPr>
          <a:xfrm>
            <a:off x="423844" y="1476213"/>
            <a:ext cx="11039843" cy="1708160"/>
          </a:xfrm>
          <a:prstGeom prst="rect">
            <a:avLst/>
          </a:prstGeom>
          <a:noFill/>
        </p:spPr>
        <p:txBody>
          <a:bodyPr wrap="square">
            <a:spAutoFit/>
          </a:bodyPr>
          <a:lstStyle/>
          <a:p>
            <a:r>
              <a:rPr lang="en-US" sz="2100" b="1" dirty="0">
                <a:effectLst/>
                <a:latin typeface="Cavolini" panose="03000502040302020204" pitchFamily="66" charset="0"/>
                <a:cs typeface="Cavolini" panose="03000502040302020204" pitchFamily="66" charset="0"/>
              </a:rPr>
              <a:t>While declaring a variable and using an if statement is a fine way to conditionally render a component, sometimes you might want to use a shorter syntax. </a:t>
            </a:r>
          </a:p>
          <a:p>
            <a:endParaRPr lang="en-US" sz="2100" b="1" dirty="0">
              <a:latin typeface="Cavolini" panose="03000502040302020204" pitchFamily="66" charset="0"/>
              <a:cs typeface="Cavolini" panose="03000502040302020204" pitchFamily="66" charset="0"/>
            </a:endParaRPr>
          </a:p>
          <a:p>
            <a:r>
              <a:rPr lang="en-US" sz="2100" b="1" dirty="0">
                <a:effectLst/>
                <a:latin typeface="Cavolini" panose="03000502040302020204" pitchFamily="66" charset="0"/>
                <a:cs typeface="Cavolini" panose="03000502040302020204" pitchFamily="66" charset="0"/>
              </a:rPr>
              <a:t>There are a few ways to inline conditions in JSX, explained below.</a:t>
            </a:r>
          </a:p>
        </p:txBody>
      </p:sp>
      <p:graphicFrame>
        <p:nvGraphicFramePr>
          <p:cNvPr id="9" name="Table 7">
            <a:extLst>
              <a:ext uri="{FF2B5EF4-FFF2-40B4-BE49-F238E27FC236}">
                <a16:creationId xmlns:a16="http://schemas.microsoft.com/office/drawing/2014/main" id="{20FE5895-2219-22C7-3A8F-32E79B1D9C3C}"/>
              </a:ext>
            </a:extLst>
          </p:cNvPr>
          <p:cNvGraphicFramePr>
            <a:graphicFrameLocks noGrp="1"/>
          </p:cNvGraphicFramePr>
          <p:nvPr>
            <p:extLst>
              <p:ext uri="{D42A27DB-BD31-4B8C-83A1-F6EECF244321}">
                <p14:modId xmlns:p14="http://schemas.microsoft.com/office/powerpoint/2010/main" val="3427311709"/>
              </p:ext>
            </p:extLst>
          </p:nvPr>
        </p:nvGraphicFramePr>
        <p:xfrm>
          <a:off x="473345" y="3429000"/>
          <a:ext cx="11604354" cy="1463040"/>
        </p:xfrm>
        <a:graphic>
          <a:graphicData uri="http://schemas.openxmlformats.org/drawingml/2006/table">
            <a:tbl>
              <a:tblPr firstRow="1" bandRow="1">
                <a:tableStyleId>{5C22544A-7EE6-4342-B048-85BDC9FD1C3A}</a:tableStyleId>
              </a:tblPr>
              <a:tblGrid>
                <a:gridCol w="720310">
                  <a:extLst>
                    <a:ext uri="{9D8B030D-6E8A-4147-A177-3AD203B41FA5}">
                      <a16:colId xmlns:a16="http://schemas.microsoft.com/office/drawing/2014/main" val="2473130284"/>
                    </a:ext>
                  </a:extLst>
                </a:gridCol>
                <a:gridCol w="10884044">
                  <a:extLst>
                    <a:ext uri="{9D8B030D-6E8A-4147-A177-3AD203B41FA5}">
                      <a16:colId xmlns:a16="http://schemas.microsoft.com/office/drawing/2014/main" val="3159472711"/>
                    </a:ext>
                  </a:extLst>
                </a:gridCol>
              </a:tblGrid>
              <a:tr h="731520">
                <a:tc>
                  <a:txBody>
                    <a:bodyPr/>
                    <a:lstStyle/>
                    <a:p>
                      <a:pPr algn="l"/>
                      <a:r>
                        <a:rPr lang="en-US" sz="2100" b="1" dirty="0">
                          <a:solidFill>
                            <a:srgbClr val="30ACEC"/>
                          </a:solidFill>
                          <a:latin typeface="Mystical Woods Smooth Script" panose="02000500000000000000" pitchFamily="2" charset="0"/>
                          <a:cs typeface="Cavolini" panose="03000502040302020204" pitchFamily="66" charset="0"/>
                        </a:rPr>
                        <a:t>&lt;/&gt;</a:t>
                      </a: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mpd="sng">
                      <a:noFill/>
                    </a:lnT>
                    <a:lnB w="38100" cmpd="sng">
                      <a:noFill/>
                    </a:lnB>
                    <a:lnTlToBr w="12700" cmpd="sng">
                      <a:noFill/>
                      <a:prstDash val="solid"/>
                    </a:lnTlToBr>
                    <a:lnBlToTr w="12700" cmpd="sng">
                      <a:noFill/>
                      <a:prstDash val="solid"/>
                    </a:lnBlToTr>
                    <a:noFill/>
                  </a:tcPr>
                </a:tc>
                <a:tc>
                  <a:txBody>
                    <a:bodyPr/>
                    <a:lstStyle/>
                    <a:p>
                      <a:r>
                        <a:rPr lang="en-US" sz="2100" b="1" kern="1200" dirty="0">
                          <a:solidFill>
                            <a:schemeClr val="tx1"/>
                          </a:solidFill>
                          <a:effectLst/>
                          <a:latin typeface="Cavolini" panose="03000502040302020204" pitchFamily="66" charset="0"/>
                          <a:ea typeface="+mn-ea"/>
                          <a:cs typeface="Cavolini" panose="03000502040302020204" pitchFamily="66" charset="0"/>
                        </a:rPr>
                        <a:t>Inline If with Logical &amp;&amp; Operator</a:t>
                      </a:r>
                    </a:p>
                  </a:txBody>
                  <a:tcPr anchor="ctr">
                    <a:lnL w="12700" cap="flat" cmpd="sng" algn="ctr">
                      <a:noFill/>
                      <a:prstDash val="solid"/>
                      <a:round/>
                      <a:headEnd type="none" w="med" len="med"/>
                      <a:tailEnd type="none" w="med" len="med"/>
                    </a:lnL>
                    <a:lnR w="12700" cmpd="sng">
                      <a:noFill/>
                    </a:lnR>
                    <a:lnT w="12700" cmpd="sng">
                      <a:noFill/>
                    </a:lnT>
                    <a:lnB w="38100" cmpd="sng">
                      <a:noFill/>
                    </a:lnB>
                    <a:lnTlToBr w="12700" cmpd="sng">
                      <a:noFill/>
                      <a:prstDash val="solid"/>
                    </a:lnTlToBr>
                    <a:lnBlToTr w="12700" cmpd="sng">
                      <a:noFill/>
                      <a:prstDash val="solid"/>
                    </a:lnBlToTr>
                    <a:noFill/>
                  </a:tcPr>
                </a:tc>
                <a:extLst>
                  <a:ext uri="{0D108BD9-81ED-4DB2-BD59-A6C34878D82A}">
                    <a16:rowId xmlns:a16="http://schemas.microsoft.com/office/drawing/2014/main" val="808283890"/>
                  </a:ext>
                </a:extLst>
              </a:tr>
              <a:tr h="731520">
                <a:tc>
                  <a:txBody>
                    <a:bodyPr/>
                    <a:lstStyle/>
                    <a:p>
                      <a:pPr algn="l"/>
                      <a:r>
                        <a:rPr lang="en-US" sz="2100" b="1" dirty="0">
                          <a:solidFill>
                            <a:srgbClr val="30ACEC"/>
                          </a:solidFill>
                          <a:latin typeface="Mystical Woods Smooth Script" panose="02000500000000000000" pitchFamily="2" charset="0"/>
                          <a:cs typeface="Cavolini" panose="03000502040302020204" pitchFamily="66" charset="0"/>
                        </a:rPr>
                        <a:t>&lt;/&gt;</a:t>
                      </a: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mpd="sng">
                      <a:noFill/>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r>
                        <a:rPr lang="en-US" sz="2100" b="1" kern="1200" dirty="0">
                          <a:solidFill>
                            <a:schemeClr val="tx1"/>
                          </a:solidFill>
                          <a:effectLst/>
                          <a:latin typeface="Cavolini" panose="03000502040302020204" pitchFamily="66" charset="0"/>
                          <a:ea typeface="+mn-ea"/>
                          <a:cs typeface="Cavolini" panose="03000502040302020204" pitchFamily="66" charset="0"/>
                        </a:rPr>
                        <a:t>Inline If-Else with Conditional Operator</a:t>
                      </a:r>
                    </a:p>
                  </a:txBody>
                  <a:tcPr anchor="ctr">
                    <a:lnL w="12700" cap="flat" cmpd="sng" algn="ctr">
                      <a:noFill/>
                      <a:prstDash val="solid"/>
                      <a:round/>
                      <a:headEnd type="none" w="med" len="med"/>
                      <a:tailEnd type="none" w="med" len="med"/>
                    </a:lnL>
                    <a:lnR w="12700" cmpd="sng">
                      <a:noFill/>
                    </a:lnR>
                    <a:lnT w="12700" cmpd="sng">
                      <a:noFill/>
                    </a:lnT>
                    <a:lnB w="38100" cmpd="sng">
                      <a:noFill/>
                    </a:lnB>
                    <a:lnTlToBr w="12700" cmpd="sng">
                      <a:noFill/>
                      <a:prstDash val="solid"/>
                    </a:lnTlToBr>
                    <a:lnBlToTr w="12700" cmpd="sng">
                      <a:noFill/>
                      <a:prstDash val="solid"/>
                    </a:lnBlToTr>
                    <a:noFill/>
                  </a:tcPr>
                </a:tc>
                <a:extLst>
                  <a:ext uri="{0D108BD9-81ED-4DB2-BD59-A6C34878D82A}">
                    <a16:rowId xmlns:a16="http://schemas.microsoft.com/office/drawing/2014/main" val="1896127124"/>
                  </a:ext>
                </a:extLst>
              </a:tr>
            </a:tbl>
          </a:graphicData>
        </a:graphic>
      </p:graphicFrame>
    </p:spTree>
    <p:extLst>
      <p:ext uri="{BB962C8B-B14F-4D97-AF65-F5344CB8AC3E}">
        <p14:creationId xmlns:p14="http://schemas.microsoft.com/office/powerpoint/2010/main" val="2565462018"/>
      </p:ext>
    </p:extLst>
  </p:cSld>
  <p:clrMapOvr>
    <a:overrideClrMapping bg1="dk1" tx1="lt1" bg2="dk2" tx2="lt2" accent1="accent1" accent2="accent2" accent3="accent3" accent4="accent4" accent5="accent5" accent6="accent6" hlink="hlink" folHlink="folHlink"/>
  </p:clrMapOvr>
  <mc:AlternateContent xmlns:mc="http://schemas.openxmlformats.org/markup-compatibility/2006" xmlns:p159="http://schemas.microsoft.com/office/powerpoint/2015/09/main">
    <mc:Choice Requires="p159">
      <p:transition>
        <p159:morph option="byObject"/>
      </p:transition>
    </mc:Choice>
    <mc:Fallback xmlns="">
      <p:transition>
        <p:fade/>
      </p:transition>
    </mc:Fallback>
  </mc:AlternateContent>
</p:sld>
</file>

<file path=ppt/slides/slide50.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sp useBgFill="1">
        <p:nvSpPr>
          <p:cNvPr id="21" name="Rectangle 20">
            <a:extLst>
              <a:ext uri="{FF2B5EF4-FFF2-40B4-BE49-F238E27FC236}">
                <a16:creationId xmlns:a16="http://schemas.microsoft.com/office/drawing/2014/main" id="{E5A92FE9-DB05-4D0D-AF5A-BE8664B9FFB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grpSp>
        <p:nvGrpSpPr>
          <p:cNvPr id="23" name="Group 22">
            <a:extLst>
              <a:ext uri="{FF2B5EF4-FFF2-40B4-BE49-F238E27FC236}">
                <a16:creationId xmlns:a16="http://schemas.microsoft.com/office/drawing/2014/main" id="{53D9B26A-5143-49A7-BA98-D871D5BD719A}"/>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flipH="1">
            <a:off x="6526211" y="1"/>
            <a:ext cx="5014912" cy="6857999"/>
            <a:chOff x="2928938" y="-4763"/>
            <a:chExt cx="5014912" cy="6862763"/>
          </a:xfrm>
        </p:grpSpPr>
        <p:sp>
          <p:nvSpPr>
            <p:cNvPr id="24" name="Freeform 6">
              <a:extLst>
                <a:ext uri="{FF2B5EF4-FFF2-40B4-BE49-F238E27FC236}">
                  <a16:creationId xmlns:a16="http://schemas.microsoft.com/office/drawing/2014/main" id="{68B85E55-A2A1-4682-B891-F201358A92D5}"/>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3367088" y="-4763"/>
              <a:ext cx="1063625" cy="2782888"/>
            </a:xfrm>
            <a:custGeom>
              <a:avLst/>
              <a:gdLst/>
              <a:ahLst/>
              <a:cxnLst/>
              <a:rect l="0" t="0" r="r" b="b"/>
              <a:pathLst>
                <a:path w="670" h="1753">
                  <a:moveTo>
                    <a:pt x="0" y="1696"/>
                  </a:moveTo>
                  <a:lnTo>
                    <a:pt x="225" y="1753"/>
                  </a:lnTo>
                  <a:lnTo>
                    <a:pt x="670" y="0"/>
                  </a:lnTo>
                  <a:lnTo>
                    <a:pt x="430" y="0"/>
                  </a:lnTo>
                  <a:lnTo>
                    <a:pt x="0" y="1696"/>
                  </a:lnTo>
                  <a:close/>
                </a:path>
              </a:pathLst>
            </a:custGeom>
            <a:solidFill>
              <a:schemeClr val="accent1"/>
            </a:solidFill>
            <a:ln>
              <a:noFill/>
            </a:ln>
          </p:spPr>
          <p:txBody>
            <a:bodyPr/>
            <a:lstStyle/>
            <a:p>
              <a:endParaRPr lang="en-US"/>
            </a:p>
          </p:txBody>
        </p:sp>
        <p:sp>
          <p:nvSpPr>
            <p:cNvPr id="25" name="Freeform 7">
              <a:extLst>
                <a:ext uri="{FF2B5EF4-FFF2-40B4-BE49-F238E27FC236}">
                  <a16:creationId xmlns:a16="http://schemas.microsoft.com/office/drawing/2014/main" id="{45EF6EDB-9B5D-49E9-96FA-1AE08BF95E57}"/>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2928938" y="-4763"/>
              <a:ext cx="1035050" cy="2673350"/>
            </a:xfrm>
            <a:custGeom>
              <a:avLst/>
              <a:gdLst/>
              <a:ahLst/>
              <a:cxnLst/>
              <a:rect l="0" t="0" r="r" b="b"/>
              <a:pathLst>
                <a:path w="652" h="1684">
                  <a:moveTo>
                    <a:pt x="225" y="1684"/>
                  </a:moveTo>
                  <a:lnTo>
                    <a:pt x="652" y="0"/>
                  </a:lnTo>
                  <a:lnTo>
                    <a:pt x="411" y="0"/>
                  </a:lnTo>
                  <a:lnTo>
                    <a:pt x="0" y="1627"/>
                  </a:lnTo>
                  <a:lnTo>
                    <a:pt x="219" y="1681"/>
                  </a:lnTo>
                  <a:lnTo>
                    <a:pt x="225" y="1684"/>
                  </a:lnTo>
                  <a:close/>
                </a:path>
              </a:pathLst>
            </a:custGeom>
            <a:solidFill>
              <a:srgbClr val="595959"/>
            </a:solidFill>
            <a:ln>
              <a:noFill/>
            </a:ln>
          </p:spPr>
          <p:txBody>
            <a:bodyPr/>
            <a:lstStyle/>
            <a:p>
              <a:endParaRPr lang="en-US"/>
            </a:p>
          </p:txBody>
        </p:sp>
        <p:sp>
          <p:nvSpPr>
            <p:cNvPr id="26" name="Freeform 12">
              <a:extLst>
                <a:ext uri="{FF2B5EF4-FFF2-40B4-BE49-F238E27FC236}">
                  <a16:creationId xmlns:a16="http://schemas.microsoft.com/office/drawing/2014/main" id="{38338226-D6E2-4EEE-B271-DB4BD096DBA1}"/>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2928938" y="2582862"/>
              <a:ext cx="2693987" cy="4275138"/>
            </a:xfrm>
            <a:custGeom>
              <a:avLst/>
              <a:gdLst/>
              <a:ahLst/>
              <a:cxnLst/>
              <a:rect l="0" t="0" r="r" b="b"/>
              <a:pathLst>
                <a:path w="1697" h="2693">
                  <a:moveTo>
                    <a:pt x="0" y="0"/>
                  </a:moveTo>
                  <a:lnTo>
                    <a:pt x="1622" y="2693"/>
                  </a:lnTo>
                  <a:lnTo>
                    <a:pt x="1697" y="2693"/>
                  </a:lnTo>
                  <a:lnTo>
                    <a:pt x="0" y="0"/>
                  </a:lnTo>
                  <a:close/>
                </a:path>
              </a:pathLst>
            </a:custGeom>
            <a:solidFill>
              <a:srgbClr val="262626"/>
            </a:solidFill>
            <a:ln>
              <a:noFill/>
            </a:ln>
          </p:spPr>
          <p:txBody>
            <a:bodyPr/>
            <a:lstStyle/>
            <a:p>
              <a:endParaRPr lang="en-US"/>
            </a:p>
          </p:txBody>
        </p:sp>
        <p:sp>
          <p:nvSpPr>
            <p:cNvPr id="27" name="Freeform 13">
              <a:extLst>
                <a:ext uri="{FF2B5EF4-FFF2-40B4-BE49-F238E27FC236}">
                  <a16:creationId xmlns:a16="http://schemas.microsoft.com/office/drawing/2014/main" id="{4878FB48-17B3-4A11-8025-DE0945CD4E71}"/>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3371850" y="2692400"/>
              <a:ext cx="3332162" cy="4165600"/>
            </a:xfrm>
            <a:custGeom>
              <a:avLst/>
              <a:gdLst/>
              <a:ahLst/>
              <a:cxnLst/>
              <a:rect l="0" t="0" r="r" b="b"/>
              <a:pathLst>
                <a:path w="2099" h="2624">
                  <a:moveTo>
                    <a:pt x="2099" y="2624"/>
                  </a:moveTo>
                  <a:lnTo>
                    <a:pt x="0" y="0"/>
                  </a:lnTo>
                  <a:lnTo>
                    <a:pt x="2021" y="2624"/>
                  </a:lnTo>
                  <a:lnTo>
                    <a:pt x="2099" y="2624"/>
                  </a:lnTo>
                  <a:close/>
                </a:path>
              </a:pathLst>
            </a:custGeom>
            <a:solidFill>
              <a:schemeClr val="accent1">
                <a:lumMod val="50000"/>
              </a:schemeClr>
            </a:solidFill>
            <a:ln>
              <a:noFill/>
            </a:ln>
          </p:spPr>
          <p:txBody>
            <a:bodyPr/>
            <a:lstStyle/>
            <a:p>
              <a:endParaRPr lang="en-US"/>
            </a:p>
          </p:txBody>
        </p:sp>
        <p:sp>
          <p:nvSpPr>
            <p:cNvPr id="28" name="Freeform 14">
              <a:extLst>
                <a:ext uri="{FF2B5EF4-FFF2-40B4-BE49-F238E27FC236}">
                  <a16:creationId xmlns:a16="http://schemas.microsoft.com/office/drawing/2014/main" id="{4150A21C-DD6D-4D3C-9E95-7A3CA263BEB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3367088" y="2687637"/>
              <a:ext cx="4576762" cy="4170363"/>
            </a:xfrm>
            <a:custGeom>
              <a:avLst/>
              <a:gdLst/>
              <a:ahLst/>
              <a:cxnLst/>
              <a:rect l="0" t="0" r="r" b="b"/>
              <a:pathLst>
                <a:path w="2883" h="2627">
                  <a:moveTo>
                    <a:pt x="0" y="0"/>
                  </a:moveTo>
                  <a:lnTo>
                    <a:pt x="3" y="3"/>
                  </a:lnTo>
                  <a:lnTo>
                    <a:pt x="2102" y="2627"/>
                  </a:lnTo>
                  <a:lnTo>
                    <a:pt x="2883" y="2627"/>
                  </a:lnTo>
                  <a:lnTo>
                    <a:pt x="225" y="57"/>
                  </a:lnTo>
                  <a:lnTo>
                    <a:pt x="0" y="0"/>
                  </a:lnTo>
                  <a:close/>
                </a:path>
              </a:pathLst>
            </a:custGeom>
            <a:solidFill>
              <a:schemeClr val="accent1">
                <a:lumMod val="75000"/>
              </a:schemeClr>
            </a:solidFill>
            <a:ln>
              <a:noFill/>
            </a:ln>
          </p:spPr>
          <p:txBody>
            <a:bodyPr/>
            <a:lstStyle/>
            <a:p>
              <a:endParaRPr lang="en-US"/>
            </a:p>
          </p:txBody>
        </p:sp>
        <p:sp>
          <p:nvSpPr>
            <p:cNvPr id="29" name="Freeform 15">
              <a:extLst>
                <a:ext uri="{FF2B5EF4-FFF2-40B4-BE49-F238E27FC236}">
                  <a16:creationId xmlns:a16="http://schemas.microsoft.com/office/drawing/2014/main" id="{7505BF04-104D-4180-A284-42FCD6B04DD6}"/>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2928938" y="2578100"/>
              <a:ext cx="3584575" cy="4279900"/>
            </a:xfrm>
            <a:custGeom>
              <a:avLst/>
              <a:gdLst/>
              <a:ahLst/>
              <a:cxnLst/>
              <a:rect l="0" t="0" r="r" b="b"/>
              <a:pathLst>
                <a:path w="2258" h="2696">
                  <a:moveTo>
                    <a:pt x="2258" y="2696"/>
                  </a:moveTo>
                  <a:lnTo>
                    <a:pt x="264" y="111"/>
                  </a:lnTo>
                  <a:lnTo>
                    <a:pt x="228" y="60"/>
                  </a:lnTo>
                  <a:lnTo>
                    <a:pt x="225" y="57"/>
                  </a:lnTo>
                  <a:lnTo>
                    <a:pt x="0" y="0"/>
                  </a:lnTo>
                  <a:lnTo>
                    <a:pt x="0" y="3"/>
                  </a:lnTo>
                  <a:lnTo>
                    <a:pt x="1697" y="2696"/>
                  </a:lnTo>
                  <a:lnTo>
                    <a:pt x="2258" y="2696"/>
                  </a:lnTo>
                  <a:close/>
                </a:path>
              </a:pathLst>
            </a:custGeom>
            <a:solidFill>
              <a:srgbClr val="404040"/>
            </a:solidFill>
            <a:ln>
              <a:noFill/>
            </a:ln>
          </p:spPr>
          <p:txBody>
            <a:bodyPr/>
            <a:lstStyle/>
            <a:p>
              <a:endParaRPr lang="en-US"/>
            </a:p>
          </p:txBody>
        </p:sp>
      </p:grpSp>
      <p:sp>
        <p:nvSpPr>
          <p:cNvPr id="2" name="Title 1">
            <a:extLst>
              <a:ext uri="{FF2B5EF4-FFF2-40B4-BE49-F238E27FC236}">
                <a16:creationId xmlns:a16="http://schemas.microsoft.com/office/drawing/2014/main" id="{652CD06E-EB43-4697-A9C1-290232C3BAD6}"/>
              </a:ext>
            </a:extLst>
          </p:cNvPr>
          <p:cNvSpPr>
            <a:spLocks noGrp="1"/>
          </p:cNvSpPr>
          <p:nvPr>
            <p:ph type="ctrTitle"/>
          </p:nvPr>
        </p:nvSpPr>
        <p:spPr>
          <a:xfrm>
            <a:off x="473345" y="0"/>
            <a:ext cx="11604355" cy="1223994"/>
          </a:xfrm>
        </p:spPr>
        <p:txBody>
          <a:bodyPr>
            <a:noAutofit/>
          </a:bodyPr>
          <a:lstStyle/>
          <a:p>
            <a:pPr algn="l"/>
            <a:r>
              <a:rPr lang="en-US" sz="5400" b="1" dirty="0">
                <a:latin typeface="Mystical Woods Smooth Script" panose="02000500000000000000" pitchFamily="2" charset="0"/>
                <a:cs typeface="Cavolini" panose="03000502040302020204" pitchFamily="66" charset="0"/>
              </a:rPr>
              <a:t>Conditional Rendering </a:t>
            </a:r>
            <a:r>
              <a:rPr lang="en-US" sz="2100" b="1" dirty="0">
                <a:latin typeface="Cavolini" panose="03000502040302020204" pitchFamily="66" charset="0"/>
                <a:cs typeface="Cavolini" panose="03000502040302020204" pitchFamily="66" charset="0"/>
              </a:rPr>
              <a:t>continued…</a:t>
            </a:r>
          </a:p>
        </p:txBody>
      </p:sp>
      <p:grpSp>
        <p:nvGrpSpPr>
          <p:cNvPr id="6" name="Group 5">
            <a:extLst>
              <a:ext uri="{FF2B5EF4-FFF2-40B4-BE49-F238E27FC236}">
                <a16:creationId xmlns:a16="http://schemas.microsoft.com/office/drawing/2014/main" id="{752A73B4-49EC-E765-1462-2A106F07C3D4}"/>
              </a:ext>
            </a:extLst>
          </p:cNvPr>
          <p:cNvGrpSpPr/>
          <p:nvPr/>
        </p:nvGrpSpPr>
        <p:grpSpPr>
          <a:xfrm>
            <a:off x="481809" y="1152868"/>
            <a:ext cx="8950321" cy="182880"/>
            <a:chOff x="1089027" y="1251583"/>
            <a:chExt cx="8950321" cy="182880"/>
          </a:xfrm>
        </p:grpSpPr>
        <p:cxnSp>
          <p:nvCxnSpPr>
            <p:cNvPr id="4" name="Straight Connector 3">
              <a:extLst>
                <a:ext uri="{FF2B5EF4-FFF2-40B4-BE49-F238E27FC236}">
                  <a16:creationId xmlns:a16="http://schemas.microsoft.com/office/drawing/2014/main" id="{1111542F-3245-DDEC-4B5A-7412E7DBE5FD}"/>
                </a:ext>
              </a:extLst>
            </p:cNvPr>
            <p:cNvCxnSpPr/>
            <p:nvPr/>
          </p:nvCxnSpPr>
          <p:spPr>
            <a:xfrm>
              <a:off x="1089027" y="1347537"/>
              <a:ext cx="8786493" cy="0"/>
            </a:xfrm>
            <a:prstGeom prst="line">
              <a:avLst/>
            </a:prstGeom>
            <a:ln w="38100">
              <a:solidFill>
                <a:srgbClr val="595959"/>
              </a:solidFill>
            </a:ln>
            <a:effectLst>
              <a:reflection blurRad="6350" stA="50000" endA="275" endPos="40000" dist="101600" dir="5400000" sy="-100000" algn="bl" rotWithShape="0"/>
              <a:softEdge rad="12700"/>
            </a:effectLst>
          </p:spPr>
          <p:style>
            <a:lnRef idx="3">
              <a:schemeClr val="dk1"/>
            </a:lnRef>
            <a:fillRef idx="0">
              <a:schemeClr val="dk1"/>
            </a:fillRef>
            <a:effectRef idx="2">
              <a:schemeClr val="dk1"/>
            </a:effectRef>
            <a:fontRef idx="minor">
              <a:schemeClr val="tx1"/>
            </a:fontRef>
          </p:style>
        </p:cxnSp>
        <p:sp>
          <p:nvSpPr>
            <p:cNvPr id="5" name="Flowchart: Connector 4">
              <a:extLst>
                <a:ext uri="{FF2B5EF4-FFF2-40B4-BE49-F238E27FC236}">
                  <a16:creationId xmlns:a16="http://schemas.microsoft.com/office/drawing/2014/main" id="{B2858492-B751-8ED7-57BE-708D61DDCF50}"/>
                </a:ext>
              </a:extLst>
            </p:cNvPr>
            <p:cNvSpPr/>
            <p:nvPr/>
          </p:nvSpPr>
          <p:spPr>
            <a:xfrm>
              <a:off x="9856468" y="1251583"/>
              <a:ext cx="182880" cy="182880"/>
            </a:xfrm>
            <a:prstGeom prst="flowChartConnector">
              <a:avLst/>
            </a:prstGeom>
            <a:ln>
              <a:noFill/>
            </a:ln>
            <a:effectLst>
              <a:outerShdw blurRad="50800" dist="38100" dir="2700000" algn="tl"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3" name="Rectangle 1">
            <a:extLst>
              <a:ext uri="{FF2B5EF4-FFF2-40B4-BE49-F238E27FC236}">
                <a16:creationId xmlns:a16="http://schemas.microsoft.com/office/drawing/2014/main" id="{8B801F13-4ED0-2181-7D1F-F7640C58C8BC}"/>
              </a:ext>
            </a:extLst>
          </p:cNvPr>
          <p:cNvSpPr>
            <a:spLocks noChangeArrowheads="1"/>
          </p:cNvSpPr>
          <p:nvPr/>
        </p:nvSpPr>
        <p:spPr bwMode="auto">
          <a:xfrm>
            <a:off x="0" y="67017"/>
            <a:ext cx="65" cy="323165"/>
          </a:xfrm>
          <a:prstGeom prst="rect">
            <a:avLst/>
          </a:prstGeom>
          <a:solidFill>
            <a:srgbClr val="181A1B"/>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0" tIns="0" rIns="0" bIns="0" numCol="1" anchor="ctr"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2100" b="1" i="0" u="none" strike="noStrike" cap="none" normalizeH="0" baseline="0" dirty="0">
              <a:ln>
                <a:noFill/>
              </a:ln>
              <a:effectLst/>
              <a:latin typeface="Cavolini" panose="03000502040302020204" pitchFamily="66" charset="0"/>
              <a:cs typeface="Cavolini" panose="03000502040302020204" pitchFamily="66" charset="0"/>
            </a:endParaRPr>
          </a:p>
        </p:txBody>
      </p:sp>
      <p:sp>
        <p:nvSpPr>
          <p:cNvPr id="14" name="TextBox 13">
            <a:extLst>
              <a:ext uri="{FF2B5EF4-FFF2-40B4-BE49-F238E27FC236}">
                <a16:creationId xmlns:a16="http://schemas.microsoft.com/office/drawing/2014/main" id="{CD64B2A9-87C6-C316-EF9E-C4E6DC9A9ADB}"/>
              </a:ext>
            </a:extLst>
          </p:cNvPr>
          <p:cNvSpPr txBox="1"/>
          <p:nvPr/>
        </p:nvSpPr>
        <p:spPr>
          <a:xfrm>
            <a:off x="468582" y="2295583"/>
            <a:ext cx="11312739" cy="1061829"/>
          </a:xfrm>
          <a:prstGeom prst="rect">
            <a:avLst/>
          </a:prstGeom>
          <a:noFill/>
        </p:spPr>
        <p:txBody>
          <a:bodyPr wrap="square">
            <a:spAutoFit/>
          </a:bodyPr>
          <a:lstStyle/>
          <a:p>
            <a:r>
              <a:rPr lang="en-US" sz="2100" b="1" dirty="0">
                <a:effectLst/>
                <a:latin typeface="Cavolini" panose="03000502040302020204" pitchFamily="66" charset="0"/>
                <a:cs typeface="Cavolini" panose="03000502040302020204" pitchFamily="66" charset="0"/>
              </a:rPr>
              <a:t>You may embed expressions in JSX by wrapping them in curly braces. This includes the JavaScript logical &amp;&amp; operator. It can be handy for conditionally including an element:</a:t>
            </a:r>
          </a:p>
        </p:txBody>
      </p:sp>
      <p:pic>
        <p:nvPicPr>
          <p:cNvPr id="8" name="Graphic 7" descr="Atom with solid fill">
            <a:extLst>
              <a:ext uri="{FF2B5EF4-FFF2-40B4-BE49-F238E27FC236}">
                <a16:creationId xmlns:a16="http://schemas.microsoft.com/office/drawing/2014/main" id="{09984D74-8566-2D7F-A9A7-F6B0BD34C985}"/>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473345" y="1484034"/>
            <a:ext cx="685800" cy="685800"/>
          </a:xfrm>
          <a:prstGeom prst="rect">
            <a:avLst/>
          </a:prstGeom>
        </p:spPr>
      </p:pic>
      <p:sp>
        <p:nvSpPr>
          <p:cNvPr id="9" name="TextBox 8">
            <a:extLst>
              <a:ext uri="{FF2B5EF4-FFF2-40B4-BE49-F238E27FC236}">
                <a16:creationId xmlns:a16="http://schemas.microsoft.com/office/drawing/2014/main" id="{93C4C4E5-03B2-D168-3F50-9539B6EA95AB}"/>
              </a:ext>
            </a:extLst>
          </p:cNvPr>
          <p:cNvSpPr txBox="1"/>
          <p:nvPr/>
        </p:nvSpPr>
        <p:spPr>
          <a:xfrm flipH="1">
            <a:off x="1250396" y="1619185"/>
            <a:ext cx="7596740" cy="415498"/>
          </a:xfrm>
          <a:prstGeom prst="rect">
            <a:avLst/>
          </a:prstGeom>
          <a:noFill/>
        </p:spPr>
        <p:txBody>
          <a:bodyPr wrap="square" rtlCol="0">
            <a:spAutoFit/>
          </a:bodyPr>
          <a:lstStyle/>
          <a:p>
            <a:pPr algn="l"/>
            <a:r>
              <a:rPr lang="en-US" sz="2100" b="1" i="0" dirty="0">
                <a:effectLst/>
                <a:latin typeface="Cavolini" panose="03000502040302020204" pitchFamily="66" charset="0"/>
                <a:cs typeface="Cavolini" panose="03000502040302020204" pitchFamily="66" charset="0"/>
              </a:rPr>
              <a:t>Inline If with Logical &amp;&amp; Operator</a:t>
            </a:r>
          </a:p>
        </p:txBody>
      </p:sp>
      <p:sp>
        <p:nvSpPr>
          <p:cNvPr id="12" name="TextBox 11">
            <a:extLst>
              <a:ext uri="{FF2B5EF4-FFF2-40B4-BE49-F238E27FC236}">
                <a16:creationId xmlns:a16="http://schemas.microsoft.com/office/drawing/2014/main" id="{60DB7A83-DA0A-A7A7-A749-A23F819B5193}"/>
              </a:ext>
            </a:extLst>
          </p:cNvPr>
          <p:cNvSpPr txBox="1"/>
          <p:nvPr/>
        </p:nvSpPr>
        <p:spPr>
          <a:xfrm>
            <a:off x="481809" y="3485519"/>
            <a:ext cx="11312739" cy="3139321"/>
          </a:xfrm>
          <a:prstGeom prst="rect">
            <a:avLst/>
          </a:prstGeom>
          <a:noFill/>
        </p:spPr>
        <p:txBody>
          <a:bodyPr wrap="square" numCol="2">
            <a:spAutoFit/>
          </a:bodyPr>
          <a:lstStyle/>
          <a:p>
            <a:r>
              <a:rPr lang="en-US" b="1" dirty="0">
                <a:solidFill>
                  <a:srgbClr val="FEDE5D"/>
                </a:solidFill>
                <a:effectLst/>
                <a:latin typeface="Cascadia Code" panose="020B0609020000020004" pitchFamily="49" charset="0"/>
              </a:rPr>
              <a:t>function</a:t>
            </a:r>
            <a:r>
              <a:rPr lang="en-US" b="1" dirty="0">
                <a:solidFill>
                  <a:srgbClr val="BBBBBB"/>
                </a:solidFill>
                <a:effectLst/>
                <a:latin typeface="Cascadia Code" panose="020B0609020000020004" pitchFamily="49" charset="0"/>
              </a:rPr>
              <a:t> </a:t>
            </a:r>
            <a:r>
              <a:rPr lang="en-US" b="1" dirty="0">
                <a:solidFill>
                  <a:srgbClr val="36F9F6"/>
                </a:solidFill>
                <a:effectLst/>
                <a:latin typeface="Cascadia Code" panose="020B0609020000020004" pitchFamily="49" charset="0"/>
              </a:rPr>
              <a:t>Mailbox</a:t>
            </a:r>
            <a:r>
              <a:rPr lang="en-US" b="1" dirty="0">
                <a:solidFill>
                  <a:srgbClr val="BBBBBB"/>
                </a:solidFill>
                <a:effectLst/>
                <a:latin typeface="Cascadia Code" panose="020B0609020000020004" pitchFamily="49" charset="0"/>
              </a:rPr>
              <a:t>(</a:t>
            </a:r>
            <a:r>
              <a:rPr lang="en-US" b="1" i="1" dirty="0">
                <a:solidFill>
                  <a:srgbClr val="FF7EDB"/>
                </a:solidFill>
                <a:effectLst/>
                <a:latin typeface="Cascadia Code" panose="020B0609020000020004" pitchFamily="49" charset="0"/>
              </a:rPr>
              <a:t>props</a:t>
            </a:r>
            <a:r>
              <a:rPr lang="en-US" b="1" dirty="0">
                <a:solidFill>
                  <a:srgbClr val="BBBBBB"/>
                </a:solidFill>
                <a:effectLst/>
                <a:latin typeface="Cascadia Code" panose="020B0609020000020004" pitchFamily="49" charset="0"/>
              </a:rPr>
              <a:t>) {</a:t>
            </a:r>
          </a:p>
          <a:p>
            <a:r>
              <a:rPr lang="en-US" b="1" dirty="0">
                <a:solidFill>
                  <a:srgbClr val="BBBBBB"/>
                </a:solidFill>
                <a:effectLst/>
                <a:latin typeface="Cascadia Code" panose="020B0609020000020004" pitchFamily="49" charset="0"/>
              </a:rPr>
              <a:t>  </a:t>
            </a:r>
            <a:r>
              <a:rPr lang="en-US" b="1" dirty="0">
                <a:solidFill>
                  <a:srgbClr val="FEDE5D"/>
                </a:solidFill>
                <a:effectLst/>
                <a:latin typeface="Cascadia Code" panose="020B0609020000020004" pitchFamily="49" charset="0"/>
              </a:rPr>
              <a:t>const</a:t>
            </a:r>
            <a:r>
              <a:rPr lang="en-US" b="1" dirty="0">
                <a:solidFill>
                  <a:srgbClr val="BBBBBB"/>
                </a:solidFill>
                <a:effectLst/>
                <a:latin typeface="Cascadia Code" panose="020B0609020000020004" pitchFamily="49" charset="0"/>
              </a:rPr>
              <a:t> </a:t>
            </a:r>
            <a:r>
              <a:rPr lang="en-US" b="1" dirty="0" err="1">
                <a:solidFill>
                  <a:srgbClr val="FF7EDB"/>
                </a:solidFill>
                <a:effectLst/>
                <a:latin typeface="Cascadia Code" panose="020B0609020000020004" pitchFamily="49" charset="0"/>
              </a:rPr>
              <a:t>unreadMessages</a:t>
            </a:r>
            <a:r>
              <a:rPr lang="en-US" b="1" dirty="0">
                <a:solidFill>
                  <a:srgbClr val="BBBBBB"/>
                </a:solidFill>
                <a:effectLst/>
                <a:latin typeface="Cascadia Code" panose="020B0609020000020004" pitchFamily="49" charset="0"/>
              </a:rPr>
              <a:t> </a:t>
            </a:r>
            <a:r>
              <a:rPr lang="en-US" b="1" dirty="0">
                <a:solidFill>
                  <a:srgbClr val="FFFFFF"/>
                </a:solidFill>
                <a:effectLst/>
                <a:latin typeface="Cascadia Code" panose="020B0609020000020004" pitchFamily="49" charset="0"/>
              </a:rPr>
              <a:t>=</a:t>
            </a:r>
            <a:r>
              <a:rPr lang="en-US" b="1" dirty="0">
                <a:solidFill>
                  <a:srgbClr val="BBBBBB"/>
                </a:solidFill>
                <a:effectLst/>
                <a:latin typeface="Cascadia Code" panose="020B0609020000020004" pitchFamily="49" charset="0"/>
              </a:rPr>
              <a:t> </a:t>
            </a:r>
            <a:r>
              <a:rPr lang="en-US" b="1" i="1" dirty="0" err="1">
                <a:solidFill>
                  <a:srgbClr val="FF7EDB"/>
                </a:solidFill>
                <a:effectLst/>
                <a:latin typeface="Cascadia Code" panose="020B0609020000020004" pitchFamily="49" charset="0"/>
              </a:rPr>
              <a:t>props</a:t>
            </a:r>
            <a:r>
              <a:rPr lang="en-US" b="1" dirty="0" err="1">
                <a:solidFill>
                  <a:srgbClr val="BBBBBB"/>
                </a:solidFill>
                <a:effectLst/>
                <a:latin typeface="Cascadia Code" panose="020B0609020000020004" pitchFamily="49" charset="0"/>
              </a:rPr>
              <a:t>.</a:t>
            </a:r>
            <a:r>
              <a:rPr lang="en-US" b="1" dirty="0" err="1">
                <a:solidFill>
                  <a:srgbClr val="2EE2FA"/>
                </a:solidFill>
                <a:effectLst/>
                <a:latin typeface="Cascadia Code" panose="020B0609020000020004" pitchFamily="49" charset="0"/>
              </a:rPr>
              <a:t>unreadMessages</a:t>
            </a:r>
            <a:r>
              <a:rPr lang="en-US" b="1" dirty="0">
                <a:solidFill>
                  <a:srgbClr val="BBBBBB"/>
                </a:solidFill>
                <a:effectLst/>
                <a:latin typeface="Cascadia Code" panose="020B0609020000020004" pitchFamily="49" charset="0"/>
              </a:rPr>
              <a:t>;</a:t>
            </a:r>
          </a:p>
          <a:p>
            <a:r>
              <a:rPr lang="en-US" b="1" dirty="0">
                <a:solidFill>
                  <a:srgbClr val="BBBBBB"/>
                </a:solidFill>
                <a:effectLst/>
                <a:latin typeface="Cascadia Code" panose="020B0609020000020004" pitchFamily="49" charset="0"/>
              </a:rPr>
              <a:t>  </a:t>
            </a:r>
            <a:r>
              <a:rPr lang="en-US" b="1" dirty="0">
                <a:solidFill>
                  <a:srgbClr val="FEDE5D"/>
                </a:solidFill>
                <a:effectLst/>
                <a:latin typeface="Cascadia Code" panose="020B0609020000020004" pitchFamily="49" charset="0"/>
              </a:rPr>
              <a:t>return</a:t>
            </a:r>
            <a:r>
              <a:rPr lang="en-US" b="1" dirty="0">
                <a:solidFill>
                  <a:srgbClr val="BBBBBB"/>
                </a:solidFill>
                <a:effectLst/>
                <a:latin typeface="Cascadia Code" panose="020B0609020000020004" pitchFamily="49" charset="0"/>
              </a:rPr>
              <a:t> (</a:t>
            </a:r>
          </a:p>
          <a:p>
            <a:r>
              <a:rPr lang="en-US" b="1" dirty="0">
                <a:solidFill>
                  <a:srgbClr val="BBBBBB"/>
                </a:solidFill>
                <a:effectLst/>
                <a:latin typeface="Cascadia Code" panose="020B0609020000020004" pitchFamily="49" charset="0"/>
              </a:rPr>
              <a:t>    </a:t>
            </a:r>
            <a:r>
              <a:rPr lang="en-US" b="1" dirty="0">
                <a:solidFill>
                  <a:srgbClr val="36F9F6"/>
                </a:solidFill>
                <a:effectLst/>
                <a:latin typeface="Cascadia Code" panose="020B0609020000020004" pitchFamily="49" charset="0"/>
              </a:rPr>
              <a:t>&lt;</a:t>
            </a:r>
            <a:r>
              <a:rPr lang="en-US" b="1" dirty="0">
                <a:solidFill>
                  <a:srgbClr val="72F1B8"/>
                </a:solidFill>
                <a:effectLst/>
                <a:latin typeface="Cascadia Code" panose="020B0609020000020004" pitchFamily="49" charset="0"/>
              </a:rPr>
              <a:t>div</a:t>
            </a:r>
            <a:r>
              <a:rPr lang="en-US" b="1" dirty="0">
                <a:solidFill>
                  <a:srgbClr val="36F9F6"/>
                </a:solidFill>
                <a:effectLst/>
                <a:latin typeface="Cascadia Code" panose="020B0609020000020004" pitchFamily="49" charset="0"/>
              </a:rPr>
              <a:t>&gt;</a:t>
            </a:r>
            <a:endParaRPr lang="en-US" b="1" dirty="0">
              <a:solidFill>
                <a:srgbClr val="BBBBBB"/>
              </a:solidFill>
              <a:effectLst/>
              <a:latin typeface="Cascadia Code" panose="020B0609020000020004" pitchFamily="49" charset="0"/>
            </a:endParaRPr>
          </a:p>
          <a:p>
            <a:r>
              <a:rPr lang="en-US" b="1" dirty="0">
                <a:solidFill>
                  <a:srgbClr val="BBBBBB"/>
                </a:solidFill>
                <a:effectLst/>
                <a:latin typeface="Cascadia Code" panose="020B0609020000020004" pitchFamily="49" charset="0"/>
              </a:rPr>
              <a:t>      </a:t>
            </a:r>
            <a:r>
              <a:rPr lang="en-US" b="1" dirty="0">
                <a:solidFill>
                  <a:srgbClr val="36F9F6"/>
                </a:solidFill>
                <a:effectLst/>
                <a:latin typeface="Cascadia Code" panose="020B0609020000020004" pitchFamily="49" charset="0"/>
              </a:rPr>
              <a:t>&lt;</a:t>
            </a:r>
            <a:r>
              <a:rPr lang="en-US" b="1" dirty="0">
                <a:solidFill>
                  <a:srgbClr val="72F1B8"/>
                </a:solidFill>
                <a:effectLst/>
                <a:latin typeface="Cascadia Code" panose="020B0609020000020004" pitchFamily="49" charset="0"/>
              </a:rPr>
              <a:t>h1</a:t>
            </a:r>
            <a:r>
              <a:rPr lang="en-US" b="1" dirty="0">
                <a:solidFill>
                  <a:srgbClr val="36F9F6"/>
                </a:solidFill>
                <a:effectLst/>
                <a:latin typeface="Cascadia Code" panose="020B0609020000020004" pitchFamily="49" charset="0"/>
              </a:rPr>
              <a:t>&gt;</a:t>
            </a:r>
            <a:r>
              <a:rPr lang="en-US" b="1" dirty="0">
                <a:solidFill>
                  <a:srgbClr val="BBBBBB"/>
                </a:solidFill>
                <a:effectLst/>
                <a:latin typeface="Cascadia Code" panose="020B0609020000020004" pitchFamily="49" charset="0"/>
              </a:rPr>
              <a:t>Hello!</a:t>
            </a:r>
            <a:r>
              <a:rPr lang="en-US" b="1" dirty="0">
                <a:solidFill>
                  <a:srgbClr val="36F9F6"/>
                </a:solidFill>
                <a:effectLst/>
                <a:latin typeface="Cascadia Code" panose="020B0609020000020004" pitchFamily="49" charset="0"/>
              </a:rPr>
              <a:t>&lt;/</a:t>
            </a:r>
            <a:r>
              <a:rPr lang="en-US" b="1" dirty="0">
                <a:solidFill>
                  <a:srgbClr val="72F1B8"/>
                </a:solidFill>
                <a:effectLst/>
                <a:latin typeface="Cascadia Code" panose="020B0609020000020004" pitchFamily="49" charset="0"/>
              </a:rPr>
              <a:t>h1</a:t>
            </a:r>
            <a:r>
              <a:rPr lang="en-US" b="1" dirty="0">
                <a:solidFill>
                  <a:srgbClr val="36F9F6"/>
                </a:solidFill>
                <a:effectLst/>
                <a:latin typeface="Cascadia Code" panose="020B0609020000020004" pitchFamily="49" charset="0"/>
              </a:rPr>
              <a:t>&gt;</a:t>
            </a:r>
            <a:endParaRPr lang="en-US" b="1" dirty="0">
              <a:solidFill>
                <a:srgbClr val="BBBBBB"/>
              </a:solidFill>
              <a:effectLst/>
              <a:latin typeface="Cascadia Code" panose="020B0609020000020004" pitchFamily="49" charset="0"/>
            </a:endParaRPr>
          </a:p>
          <a:p>
            <a:r>
              <a:rPr lang="en-US" b="1" dirty="0">
                <a:solidFill>
                  <a:srgbClr val="BBBBBB"/>
                </a:solidFill>
                <a:effectLst/>
                <a:latin typeface="Cascadia Code" panose="020B0609020000020004" pitchFamily="49" charset="0"/>
              </a:rPr>
              <a:t>      </a:t>
            </a:r>
            <a:r>
              <a:rPr lang="en-US" b="1" dirty="0">
                <a:solidFill>
                  <a:srgbClr val="FEDE5D"/>
                </a:solidFill>
                <a:effectLst/>
                <a:latin typeface="Cascadia Code" panose="020B0609020000020004" pitchFamily="49" charset="0"/>
              </a:rPr>
              <a:t>{</a:t>
            </a:r>
            <a:r>
              <a:rPr lang="en-US" b="1" dirty="0" err="1">
                <a:solidFill>
                  <a:srgbClr val="FF7EDB"/>
                </a:solidFill>
                <a:effectLst/>
                <a:latin typeface="Cascadia Code" panose="020B0609020000020004" pitchFamily="49" charset="0"/>
              </a:rPr>
              <a:t>unreadMessages</a:t>
            </a:r>
            <a:r>
              <a:rPr lang="en-US" b="1" dirty="0" err="1">
                <a:solidFill>
                  <a:srgbClr val="BBBBBB"/>
                </a:solidFill>
                <a:effectLst/>
                <a:latin typeface="Cascadia Code" panose="020B0609020000020004" pitchFamily="49" charset="0"/>
              </a:rPr>
              <a:t>.</a:t>
            </a:r>
            <a:r>
              <a:rPr lang="en-US" b="1" dirty="0" err="1">
                <a:solidFill>
                  <a:srgbClr val="FF7EDB"/>
                </a:solidFill>
                <a:effectLst/>
                <a:latin typeface="Cascadia Code" panose="020B0609020000020004" pitchFamily="49" charset="0"/>
              </a:rPr>
              <a:t>length</a:t>
            </a:r>
            <a:r>
              <a:rPr lang="en-US" b="1" dirty="0">
                <a:solidFill>
                  <a:srgbClr val="BBBBBB"/>
                </a:solidFill>
                <a:effectLst/>
                <a:latin typeface="Cascadia Code" panose="020B0609020000020004" pitchFamily="49" charset="0"/>
              </a:rPr>
              <a:t> </a:t>
            </a:r>
            <a:r>
              <a:rPr lang="en-US" b="1" dirty="0">
                <a:solidFill>
                  <a:srgbClr val="FEDE5D"/>
                </a:solidFill>
                <a:effectLst/>
                <a:latin typeface="Cascadia Code" panose="020B0609020000020004" pitchFamily="49" charset="0"/>
              </a:rPr>
              <a:t>&gt;</a:t>
            </a:r>
            <a:r>
              <a:rPr lang="en-US" b="1" dirty="0">
                <a:solidFill>
                  <a:srgbClr val="BBBBBB"/>
                </a:solidFill>
                <a:effectLst/>
                <a:latin typeface="Cascadia Code" panose="020B0609020000020004" pitchFamily="49" charset="0"/>
              </a:rPr>
              <a:t> </a:t>
            </a:r>
            <a:r>
              <a:rPr lang="en-US" b="1" dirty="0">
                <a:solidFill>
                  <a:srgbClr val="2EE2FA"/>
                </a:solidFill>
                <a:effectLst/>
                <a:latin typeface="Cascadia Code" panose="020B0609020000020004" pitchFamily="49" charset="0"/>
              </a:rPr>
              <a:t>0</a:t>
            </a:r>
            <a:r>
              <a:rPr lang="en-US" b="1" dirty="0">
                <a:solidFill>
                  <a:srgbClr val="BBBBBB"/>
                </a:solidFill>
                <a:effectLst/>
                <a:latin typeface="Cascadia Code" panose="020B0609020000020004" pitchFamily="49" charset="0"/>
              </a:rPr>
              <a:t> </a:t>
            </a:r>
            <a:r>
              <a:rPr lang="en-US" b="1" dirty="0">
                <a:solidFill>
                  <a:srgbClr val="FEDE5D"/>
                </a:solidFill>
                <a:effectLst/>
                <a:latin typeface="Cascadia Code" panose="020B0609020000020004" pitchFamily="49" charset="0"/>
              </a:rPr>
              <a:t>&amp;&amp;</a:t>
            </a:r>
            <a:r>
              <a:rPr lang="en-US" b="1" dirty="0">
                <a:solidFill>
                  <a:srgbClr val="BBBBBB"/>
                </a:solidFill>
                <a:effectLst/>
                <a:latin typeface="Cascadia Code" panose="020B0609020000020004" pitchFamily="49" charset="0"/>
              </a:rPr>
              <a:t> (</a:t>
            </a:r>
          </a:p>
          <a:p>
            <a:r>
              <a:rPr lang="en-US" b="1" dirty="0">
                <a:solidFill>
                  <a:srgbClr val="BBBBBB"/>
                </a:solidFill>
                <a:effectLst/>
                <a:latin typeface="Cascadia Code" panose="020B0609020000020004" pitchFamily="49" charset="0"/>
              </a:rPr>
              <a:t>        </a:t>
            </a:r>
            <a:r>
              <a:rPr lang="en-US" b="1" dirty="0">
                <a:solidFill>
                  <a:srgbClr val="36F9F6"/>
                </a:solidFill>
                <a:effectLst/>
                <a:latin typeface="Cascadia Code" panose="020B0609020000020004" pitchFamily="49" charset="0"/>
              </a:rPr>
              <a:t>&lt;</a:t>
            </a:r>
            <a:r>
              <a:rPr lang="en-US" b="1" dirty="0">
                <a:solidFill>
                  <a:srgbClr val="72F1B8"/>
                </a:solidFill>
                <a:effectLst/>
                <a:latin typeface="Cascadia Code" panose="020B0609020000020004" pitchFamily="49" charset="0"/>
              </a:rPr>
              <a:t>h2</a:t>
            </a:r>
            <a:r>
              <a:rPr lang="en-US" b="1" dirty="0">
                <a:solidFill>
                  <a:srgbClr val="36F9F6"/>
                </a:solidFill>
                <a:effectLst/>
                <a:latin typeface="Cascadia Code" panose="020B0609020000020004" pitchFamily="49" charset="0"/>
              </a:rPr>
              <a:t>&gt;</a:t>
            </a:r>
            <a:r>
              <a:rPr lang="en-US" b="1" dirty="0">
                <a:solidFill>
                  <a:srgbClr val="BBBBBB"/>
                </a:solidFill>
                <a:effectLst/>
                <a:latin typeface="Cascadia Code" panose="020B0609020000020004" pitchFamily="49" charset="0"/>
              </a:rPr>
              <a:t>You have </a:t>
            </a:r>
            <a:r>
              <a:rPr lang="en-US" b="1" dirty="0">
                <a:solidFill>
                  <a:srgbClr val="FEDE5D"/>
                </a:solidFill>
                <a:effectLst/>
                <a:latin typeface="Cascadia Code" panose="020B0609020000020004" pitchFamily="49" charset="0"/>
              </a:rPr>
              <a:t>{</a:t>
            </a:r>
            <a:r>
              <a:rPr lang="en-US" b="1" dirty="0" err="1">
                <a:solidFill>
                  <a:srgbClr val="FF7EDB"/>
                </a:solidFill>
                <a:effectLst/>
                <a:latin typeface="Cascadia Code" panose="020B0609020000020004" pitchFamily="49" charset="0"/>
              </a:rPr>
              <a:t>unreadMessages</a:t>
            </a:r>
            <a:r>
              <a:rPr lang="en-US" b="1" dirty="0" err="1">
                <a:solidFill>
                  <a:srgbClr val="BBBBBB"/>
                </a:solidFill>
                <a:effectLst/>
                <a:latin typeface="Cascadia Code" panose="020B0609020000020004" pitchFamily="49" charset="0"/>
              </a:rPr>
              <a:t>.</a:t>
            </a:r>
            <a:r>
              <a:rPr lang="en-US" b="1" dirty="0" err="1">
                <a:solidFill>
                  <a:srgbClr val="FF7EDB"/>
                </a:solidFill>
                <a:effectLst/>
                <a:latin typeface="Cascadia Code" panose="020B0609020000020004" pitchFamily="49" charset="0"/>
              </a:rPr>
              <a:t>length</a:t>
            </a:r>
            <a:r>
              <a:rPr lang="en-US" b="1" dirty="0">
                <a:solidFill>
                  <a:srgbClr val="FEDE5D"/>
                </a:solidFill>
                <a:effectLst/>
                <a:latin typeface="Cascadia Code" panose="020B0609020000020004" pitchFamily="49" charset="0"/>
              </a:rPr>
              <a:t>}</a:t>
            </a:r>
            <a:r>
              <a:rPr lang="en-US" b="1" dirty="0">
                <a:solidFill>
                  <a:srgbClr val="BBBBBB"/>
                </a:solidFill>
                <a:effectLst/>
                <a:latin typeface="Cascadia Code" panose="020B0609020000020004" pitchFamily="49" charset="0"/>
              </a:rPr>
              <a:t> unread messages.</a:t>
            </a:r>
            <a:r>
              <a:rPr lang="en-US" b="1" dirty="0">
                <a:solidFill>
                  <a:srgbClr val="36F9F6"/>
                </a:solidFill>
                <a:effectLst/>
                <a:latin typeface="Cascadia Code" panose="020B0609020000020004" pitchFamily="49" charset="0"/>
              </a:rPr>
              <a:t>&lt;/</a:t>
            </a:r>
            <a:r>
              <a:rPr lang="en-US" b="1" dirty="0">
                <a:solidFill>
                  <a:srgbClr val="72F1B8"/>
                </a:solidFill>
                <a:effectLst/>
                <a:latin typeface="Cascadia Code" panose="020B0609020000020004" pitchFamily="49" charset="0"/>
              </a:rPr>
              <a:t>h2</a:t>
            </a:r>
            <a:r>
              <a:rPr lang="en-US" b="1" dirty="0">
                <a:solidFill>
                  <a:srgbClr val="36F9F6"/>
                </a:solidFill>
                <a:effectLst/>
                <a:latin typeface="Cascadia Code" panose="020B0609020000020004" pitchFamily="49" charset="0"/>
              </a:rPr>
              <a:t>&gt;</a:t>
            </a:r>
            <a:endParaRPr lang="en-US" b="1" dirty="0">
              <a:solidFill>
                <a:srgbClr val="BBBBBB"/>
              </a:solidFill>
              <a:effectLst/>
              <a:latin typeface="Cascadia Code" panose="020B0609020000020004" pitchFamily="49" charset="0"/>
            </a:endParaRPr>
          </a:p>
          <a:p>
            <a:r>
              <a:rPr lang="en-US" b="1" dirty="0">
                <a:solidFill>
                  <a:srgbClr val="BBBBBB"/>
                </a:solidFill>
                <a:effectLst/>
                <a:latin typeface="Cascadia Code" panose="020B0609020000020004" pitchFamily="49" charset="0"/>
              </a:rPr>
              <a:t>      )</a:t>
            </a:r>
            <a:r>
              <a:rPr lang="en-US" b="1" dirty="0">
                <a:solidFill>
                  <a:srgbClr val="FEDE5D"/>
                </a:solidFill>
                <a:effectLst/>
                <a:latin typeface="Cascadia Code" panose="020B0609020000020004" pitchFamily="49" charset="0"/>
              </a:rPr>
              <a:t>}</a:t>
            </a:r>
            <a:endParaRPr lang="en-US" b="1" dirty="0">
              <a:solidFill>
                <a:srgbClr val="BBBBBB"/>
              </a:solidFill>
              <a:effectLst/>
              <a:latin typeface="Cascadia Code" panose="020B0609020000020004" pitchFamily="49" charset="0"/>
            </a:endParaRPr>
          </a:p>
          <a:p>
            <a:r>
              <a:rPr lang="en-US" b="1" dirty="0">
                <a:solidFill>
                  <a:srgbClr val="BBBBBB"/>
                </a:solidFill>
                <a:effectLst/>
                <a:latin typeface="Cascadia Code" panose="020B0609020000020004" pitchFamily="49" charset="0"/>
              </a:rPr>
              <a:t>    </a:t>
            </a:r>
            <a:r>
              <a:rPr lang="en-US" b="1" dirty="0">
                <a:solidFill>
                  <a:srgbClr val="36F9F6"/>
                </a:solidFill>
                <a:effectLst/>
                <a:latin typeface="Cascadia Code" panose="020B0609020000020004" pitchFamily="49" charset="0"/>
              </a:rPr>
              <a:t>&lt;/</a:t>
            </a:r>
            <a:r>
              <a:rPr lang="en-US" b="1" dirty="0">
                <a:solidFill>
                  <a:srgbClr val="72F1B8"/>
                </a:solidFill>
                <a:effectLst/>
                <a:latin typeface="Cascadia Code" panose="020B0609020000020004" pitchFamily="49" charset="0"/>
              </a:rPr>
              <a:t>div</a:t>
            </a:r>
            <a:r>
              <a:rPr lang="en-US" b="1" dirty="0">
                <a:solidFill>
                  <a:srgbClr val="36F9F6"/>
                </a:solidFill>
                <a:effectLst/>
                <a:latin typeface="Cascadia Code" panose="020B0609020000020004" pitchFamily="49" charset="0"/>
              </a:rPr>
              <a:t>&gt;</a:t>
            </a:r>
            <a:endParaRPr lang="en-US" b="1" dirty="0">
              <a:solidFill>
                <a:srgbClr val="BBBBBB"/>
              </a:solidFill>
              <a:effectLst/>
              <a:latin typeface="Cascadia Code" panose="020B0609020000020004" pitchFamily="49" charset="0"/>
            </a:endParaRPr>
          </a:p>
          <a:p>
            <a:r>
              <a:rPr lang="en-US" b="1" dirty="0">
                <a:solidFill>
                  <a:srgbClr val="BBBBBB"/>
                </a:solidFill>
                <a:effectLst/>
                <a:latin typeface="Cascadia Code" panose="020B0609020000020004" pitchFamily="49" charset="0"/>
              </a:rPr>
              <a:t>  );</a:t>
            </a:r>
          </a:p>
          <a:p>
            <a:r>
              <a:rPr lang="en-US" b="1" dirty="0">
                <a:solidFill>
                  <a:srgbClr val="BBBBBB"/>
                </a:solidFill>
                <a:effectLst/>
                <a:latin typeface="Cascadia Code" panose="020B0609020000020004" pitchFamily="49" charset="0"/>
              </a:rPr>
              <a:t>}</a:t>
            </a:r>
          </a:p>
          <a:p>
            <a:br>
              <a:rPr lang="en-US" b="1" dirty="0">
                <a:solidFill>
                  <a:srgbClr val="BBBBBB"/>
                </a:solidFill>
                <a:effectLst/>
                <a:latin typeface="Cascadia Code" panose="020B0609020000020004" pitchFamily="49" charset="0"/>
              </a:rPr>
            </a:br>
            <a:r>
              <a:rPr lang="en-US" b="1" dirty="0">
                <a:solidFill>
                  <a:srgbClr val="FEDE5D"/>
                </a:solidFill>
                <a:effectLst/>
                <a:latin typeface="Cascadia Code" panose="020B0609020000020004" pitchFamily="49" charset="0"/>
              </a:rPr>
              <a:t>const</a:t>
            </a:r>
            <a:r>
              <a:rPr lang="en-US" b="1" dirty="0">
                <a:solidFill>
                  <a:srgbClr val="BBBBBB"/>
                </a:solidFill>
                <a:effectLst/>
                <a:latin typeface="Cascadia Code" panose="020B0609020000020004" pitchFamily="49" charset="0"/>
              </a:rPr>
              <a:t> </a:t>
            </a:r>
            <a:r>
              <a:rPr lang="en-US" b="1" dirty="0">
                <a:solidFill>
                  <a:srgbClr val="FF7EDB"/>
                </a:solidFill>
                <a:effectLst/>
                <a:latin typeface="Cascadia Code" panose="020B0609020000020004" pitchFamily="49" charset="0"/>
              </a:rPr>
              <a:t>messages</a:t>
            </a:r>
            <a:r>
              <a:rPr lang="en-US" b="1" dirty="0">
                <a:solidFill>
                  <a:srgbClr val="BBBBBB"/>
                </a:solidFill>
                <a:effectLst/>
                <a:latin typeface="Cascadia Code" panose="020B0609020000020004" pitchFamily="49" charset="0"/>
              </a:rPr>
              <a:t> </a:t>
            </a:r>
            <a:r>
              <a:rPr lang="en-US" b="1" dirty="0">
                <a:solidFill>
                  <a:srgbClr val="FFFFFF"/>
                </a:solidFill>
                <a:effectLst/>
                <a:latin typeface="Cascadia Code" panose="020B0609020000020004" pitchFamily="49" charset="0"/>
              </a:rPr>
              <a:t>=</a:t>
            </a:r>
            <a:r>
              <a:rPr lang="en-US" b="1" dirty="0">
                <a:solidFill>
                  <a:srgbClr val="BBBBBB"/>
                </a:solidFill>
                <a:effectLst/>
                <a:latin typeface="Cascadia Code" panose="020B0609020000020004" pitchFamily="49" charset="0"/>
              </a:rPr>
              <a:t> [</a:t>
            </a:r>
            <a:r>
              <a:rPr lang="en-US" b="1" dirty="0">
                <a:solidFill>
                  <a:srgbClr val="FF8B39"/>
                </a:solidFill>
                <a:effectLst/>
                <a:latin typeface="Cascadia Code" panose="020B0609020000020004" pitchFamily="49" charset="0"/>
              </a:rPr>
              <a:t>"React"</a:t>
            </a:r>
            <a:r>
              <a:rPr lang="en-US" b="1" dirty="0">
                <a:solidFill>
                  <a:srgbClr val="BBBBBB"/>
                </a:solidFill>
                <a:effectLst/>
                <a:latin typeface="Cascadia Code" panose="020B0609020000020004" pitchFamily="49" charset="0"/>
              </a:rPr>
              <a:t>, </a:t>
            </a:r>
            <a:r>
              <a:rPr lang="en-US" b="1" dirty="0">
                <a:solidFill>
                  <a:srgbClr val="FF8B39"/>
                </a:solidFill>
                <a:effectLst/>
                <a:latin typeface="Cascadia Code" panose="020B0609020000020004" pitchFamily="49" charset="0"/>
              </a:rPr>
              <a:t>"Re: React"</a:t>
            </a:r>
            <a:r>
              <a:rPr lang="en-US" b="1" dirty="0">
                <a:solidFill>
                  <a:srgbClr val="BBBBBB"/>
                </a:solidFill>
                <a:effectLst/>
                <a:latin typeface="Cascadia Code" panose="020B0609020000020004" pitchFamily="49" charset="0"/>
              </a:rPr>
              <a:t>, </a:t>
            </a:r>
            <a:r>
              <a:rPr lang="en-US" b="1" dirty="0">
                <a:solidFill>
                  <a:srgbClr val="FF8B39"/>
                </a:solidFill>
                <a:effectLst/>
                <a:latin typeface="Cascadia Code" panose="020B0609020000020004" pitchFamily="49" charset="0"/>
              </a:rPr>
              <a:t>"</a:t>
            </a:r>
            <a:r>
              <a:rPr lang="en-US" b="1" dirty="0" err="1">
                <a:solidFill>
                  <a:srgbClr val="FF8B39"/>
                </a:solidFill>
                <a:effectLst/>
                <a:latin typeface="Cascadia Code" panose="020B0609020000020004" pitchFamily="49" charset="0"/>
              </a:rPr>
              <a:t>Re:Re</a:t>
            </a:r>
            <a:r>
              <a:rPr lang="en-US" b="1" dirty="0">
                <a:solidFill>
                  <a:srgbClr val="FF8B39"/>
                </a:solidFill>
                <a:effectLst/>
                <a:latin typeface="Cascadia Code" panose="020B0609020000020004" pitchFamily="49" charset="0"/>
              </a:rPr>
              <a:t>: React"</a:t>
            </a:r>
            <a:r>
              <a:rPr lang="en-US" b="1" dirty="0">
                <a:solidFill>
                  <a:srgbClr val="BBBBBB"/>
                </a:solidFill>
                <a:effectLst/>
                <a:latin typeface="Cascadia Code" panose="020B0609020000020004" pitchFamily="49" charset="0"/>
              </a:rPr>
              <a:t>];</a:t>
            </a:r>
          </a:p>
          <a:p>
            <a:br>
              <a:rPr lang="en-US" b="1" dirty="0">
                <a:solidFill>
                  <a:srgbClr val="BBBBBB"/>
                </a:solidFill>
                <a:effectLst/>
                <a:latin typeface="Cascadia Code" panose="020B0609020000020004" pitchFamily="49" charset="0"/>
              </a:rPr>
            </a:br>
            <a:r>
              <a:rPr lang="en-US" b="1" dirty="0">
                <a:solidFill>
                  <a:srgbClr val="36F9F6"/>
                </a:solidFill>
                <a:effectLst/>
                <a:latin typeface="Cascadia Code" panose="020B0609020000020004" pitchFamily="49" charset="0"/>
              </a:rPr>
              <a:t>&lt;</a:t>
            </a:r>
            <a:r>
              <a:rPr lang="en-US" b="1" dirty="0">
                <a:solidFill>
                  <a:srgbClr val="FE4450"/>
                </a:solidFill>
                <a:effectLst/>
                <a:latin typeface="Cascadia Code" panose="020B0609020000020004" pitchFamily="49" charset="0"/>
              </a:rPr>
              <a:t>Mailbox</a:t>
            </a:r>
            <a:r>
              <a:rPr lang="en-US" b="1" dirty="0">
                <a:solidFill>
                  <a:srgbClr val="BBBBBB"/>
                </a:solidFill>
                <a:effectLst/>
                <a:latin typeface="Cascadia Code" panose="020B0609020000020004" pitchFamily="49" charset="0"/>
              </a:rPr>
              <a:t> </a:t>
            </a:r>
            <a:r>
              <a:rPr lang="en-US" b="1" dirty="0" err="1">
                <a:solidFill>
                  <a:srgbClr val="FEDE5D"/>
                </a:solidFill>
                <a:effectLst/>
                <a:latin typeface="Cascadia Code" panose="020B0609020000020004" pitchFamily="49" charset="0"/>
              </a:rPr>
              <a:t>unreadMessages</a:t>
            </a:r>
            <a:r>
              <a:rPr lang="en-US" b="1" dirty="0">
                <a:solidFill>
                  <a:srgbClr val="FFFFFF"/>
                </a:solidFill>
                <a:effectLst/>
                <a:latin typeface="Cascadia Code" panose="020B0609020000020004" pitchFamily="49" charset="0"/>
              </a:rPr>
              <a:t>=</a:t>
            </a:r>
            <a:r>
              <a:rPr lang="en-US" b="1" dirty="0">
                <a:solidFill>
                  <a:srgbClr val="FEDE5D"/>
                </a:solidFill>
                <a:effectLst/>
                <a:latin typeface="Cascadia Code" panose="020B0609020000020004" pitchFamily="49" charset="0"/>
              </a:rPr>
              <a:t>{</a:t>
            </a:r>
            <a:r>
              <a:rPr lang="en-US" b="1" dirty="0">
                <a:solidFill>
                  <a:srgbClr val="FF7EDB"/>
                </a:solidFill>
                <a:effectLst/>
                <a:latin typeface="Cascadia Code" panose="020B0609020000020004" pitchFamily="49" charset="0"/>
              </a:rPr>
              <a:t>messages</a:t>
            </a:r>
            <a:r>
              <a:rPr lang="en-US" b="1" dirty="0">
                <a:solidFill>
                  <a:srgbClr val="FEDE5D"/>
                </a:solidFill>
                <a:effectLst/>
                <a:latin typeface="Cascadia Code" panose="020B0609020000020004" pitchFamily="49" charset="0"/>
              </a:rPr>
              <a:t>}</a:t>
            </a:r>
            <a:r>
              <a:rPr lang="en-US" b="1" dirty="0">
                <a:solidFill>
                  <a:srgbClr val="BBBBBB"/>
                </a:solidFill>
                <a:effectLst/>
                <a:latin typeface="Cascadia Code" panose="020B0609020000020004" pitchFamily="49" charset="0"/>
              </a:rPr>
              <a:t> </a:t>
            </a:r>
            <a:r>
              <a:rPr lang="en-US" b="1" dirty="0">
                <a:solidFill>
                  <a:srgbClr val="36F9F6"/>
                </a:solidFill>
                <a:effectLst/>
                <a:latin typeface="Cascadia Code" panose="020B0609020000020004" pitchFamily="49" charset="0"/>
              </a:rPr>
              <a:t>/&gt;</a:t>
            </a:r>
            <a:r>
              <a:rPr lang="en-US" b="1" dirty="0">
                <a:solidFill>
                  <a:srgbClr val="BBBBBB"/>
                </a:solidFill>
                <a:effectLst/>
                <a:latin typeface="Cascadia Code" panose="020B0609020000020004" pitchFamily="49" charset="0"/>
              </a:rPr>
              <a:t>;</a:t>
            </a:r>
          </a:p>
        </p:txBody>
      </p:sp>
    </p:spTree>
    <p:extLst>
      <p:ext uri="{BB962C8B-B14F-4D97-AF65-F5344CB8AC3E}">
        <p14:creationId xmlns:p14="http://schemas.microsoft.com/office/powerpoint/2010/main" val="1958820533"/>
      </p:ext>
    </p:extLst>
  </p:cSld>
  <p:clrMapOvr>
    <a:overrideClrMapping bg1="dk1" tx1="lt1" bg2="dk2" tx2="lt2" accent1="accent1" accent2="accent2" accent3="accent3" accent4="accent4" accent5="accent5" accent6="accent6" hlink="hlink" folHlink="folHlink"/>
  </p:clrMapOvr>
  <mc:AlternateContent xmlns:mc="http://schemas.openxmlformats.org/markup-compatibility/2006" xmlns:p159="http://schemas.microsoft.com/office/powerpoint/2015/09/main">
    <mc:Choice Requires="p159">
      <p:transition>
        <p159:morph option="byObject"/>
      </p:transition>
    </mc:Choice>
    <mc:Fallback xmlns="">
      <p:transition>
        <p:fade/>
      </p:transition>
    </mc:Fallback>
  </mc:AlternateContent>
</p:sld>
</file>

<file path=ppt/slides/slide51.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sp useBgFill="1">
        <p:nvSpPr>
          <p:cNvPr id="21" name="Rectangle 20">
            <a:extLst>
              <a:ext uri="{FF2B5EF4-FFF2-40B4-BE49-F238E27FC236}">
                <a16:creationId xmlns:a16="http://schemas.microsoft.com/office/drawing/2014/main" id="{E5A92FE9-DB05-4D0D-AF5A-BE8664B9FFB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grpSp>
        <p:nvGrpSpPr>
          <p:cNvPr id="23" name="Group 22">
            <a:extLst>
              <a:ext uri="{FF2B5EF4-FFF2-40B4-BE49-F238E27FC236}">
                <a16:creationId xmlns:a16="http://schemas.microsoft.com/office/drawing/2014/main" id="{53D9B26A-5143-49A7-BA98-D871D5BD719A}"/>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flipH="1">
            <a:off x="6526211" y="1"/>
            <a:ext cx="5014912" cy="6857999"/>
            <a:chOff x="2928938" y="-4763"/>
            <a:chExt cx="5014912" cy="6862763"/>
          </a:xfrm>
        </p:grpSpPr>
        <p:sp>
          <p:nvSpPr>
            <p:cNvPr id="24" name="Freeform 6">
              <a:extLst>
                <a:ext uri="{FF2B5EF4-FFF2-40B4-BE49-F238E27FC236}">
                  <a16:creationId xmlns:a16="http://schemas.microsoft.com/office/drawing/2014/main" id="{68B85E55-A2A1-4682-B891-F201358A92D5}"/>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3367088" y="-4763"/>
              <a:ext cx="1063625" cy="2782888"/>
            </a:xfrm>
            <a:custGeom>
              <a:avLst/>
              <a:gdLst/>
              <a:ahLst/>
              <a:cxnLst/>
              <a:rect l="0" t="0" r="r" b="b"/>
              <a:pathLst>
                <a:path w="670" h="1753">
                  <a:moveTo>
                    <a:pt x="0" y="1696"/>
                  </a:moveTo>
                  <a:lnTo>
                    <a:pt x="225" y="1753"/>
                  </a:lnTo>
                  <a:lnTo>
                    <a:pt x="670" y="0"/>
                  </a:lnTo>
                  <a:lnTo>
                    <a:pt x="430" y="0"/>
                  </a:lnTo>
                  <a:lnTo>
                    <a:pt x="0" y="1696"/>
                  </a:lnTo>
                  <a:close/>
                </a:path>
              </a:pathLst>
            </a:custGeom>
            <a:solidFill>
              <a:schemeClr val="accent1"/>
            </a:solidFill>
            <a:ln>
              <a:noFill/>
            </a:ln>
          </p:spPr>
          <p:txBody>
            <a:bodyPr/>
            <a:lstStyle/>
            <a:p>
              <a:endParaRPr lang="en-US"/>
            </a:p>
          </p:txBody>
        </p:sp>
        <p:sp>
          <p:nvSpPr>
            <p:cNvPr id="25" name="Freeform 7">
              <a:extLst>
                <a:ext uri="{FF2B5EF4-FFF2-40B4-BE49-F238E27FC236}">
                  <a16:creationId xmlns:a16="http://schemas.microsoft.com/office/drawing/2014/main" id="{45EF6EDB-9B5D-49E9-96FA-1AE08BF95E57}"/>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2928938" y="-4763"/>
              <a:ext cx="1035050" cy="2673350"/>
            </a:xfrm>
            <a:custGeom>
              <a:avLst/>
              <a:gdLst/>
              <a:ahLst/>
              <a:cxnLst/>
              <a:rect l="0" t="0" r="r" b="b"/>
              <a:pathLst>
                <a:path w="652" h="1684">
                  <a:moveTo>
                    <a:pt x="225" y="1684"/>
                  </a:moveTo>
                  <a:lnTo>
                    <a:pt x="652" y="0"/>
                  </a:lnTo>
                  <a:lnTo>
                    <a:pt x="411" y="0"/>
                  </a:lnTo>
                  <a:lnTo>
                    <a:pt x="0" y="1627"/>
                  </a:lnTo>
                  <a:lnTo>
                    <a:pt x="219" y="1681"/>
                  </a:lnTo>
                  <a:lnTo>
                    <a:pt x="225" y="1684"/>
                  </a:lnTo>
                  <a:close/>
                </a:path>
              </a:pathLst>
            </a:custGeom>
            <a:solidFill>
              <a:srgbClr val="595959"/>
            </a:solidFill>
            <a:ln>
              <a:noFill/>
            </a:ln>
          </p:spPr>
          <p:txBody>
            <a:bodyPr/>
            <a:lstStyle/>
            <a:p>
              <a:endParaRPr lang="en-US"/>
            </a:p>
          </p:txBody>
        </p:sp>
        <p:sp>
          <p:nvSpPr>
            <p:cNvPr id="26" name="Freeform 12">
              <a:extLst>
                <a:ext uri="{FF2B5EF4-FFF2-40B4-BE49-F238E27FC236}">
                  <a16:creationId xmlns:a16="http://schemas.microsoft.com/office/drawing/2014/main" id="{38338226-D6E2-4EEE-B271-DB4BD096DBA1}"/>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2928938" y="2582862"/>
              <a:ext cx="2693987" cy="4275138"/>
            </a:xfrm>
            <a:custGeom>
              <a:avLst/>
              <a:gdLst/>
              <a:ahLst/>
              <a:cxnLst/>
              <a:rect l="0" t="0" r="r" b="b"/>
              <a:pathLst>
                <a:path w="1697" h="2693">
                  <a:moveTo>
                    <a:pt x="0" y="0"/>
                  </a:moveTo>
                  <a:lnTo>
                    <a:pt x="1622" y="2693"/>
                  </a:lnTo>
                  <a:lnTo>
                    <a:pt x="1697" y="2693"/>
                  </a:lnTo>
                  <a:lnTo>
                    <a:pt x="0" y="0"/>
                  </a:lnTo>
                  <a:close/>
                </a:path>
              </a:pathLst>
            </a:custGeom>
            <a:solidFill>
              <a:srgbClr val="262626"/>
            </a:solidFill>
            <a:ln>
              <a:noFill/>
            </a:ln>
          </p:spPr>
          <p:txBody>
            <a:bodyPr/>
            <a:lstStyle/>
            <a:p>
              <a:endParaRPr lang="en-US"/>
            </a:p>
          </p:txBody>
        </p:sp>
        <p:sp>
          <p:nvSpPr>
            <p:cNvPr id="27" name="Freeform 13">
              <a:extLst>
                <a:ext uri="{FF2B5EF4-FFF2-40B4-BE49-F238E27FC236}">
                  <a16:creationId xmlns:a16="http://schemas.microsoft.com/office/drawing/2014/main" id="{4878FB48-17B3-4A11-8025-DE0945CD4E71}"/>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3371850" y="2692400"/>
              <a:ext cx="3332162" cy="4165600"/>
            </a:xfrm>
            <a:custGeom>
              <a:avLst/>
              <a:gdLst/>
              <a:ahLst/>
              <a:cxnLst/>
              <a:rect l="0" t="0" r="r" b="b"/>
              <a:pathLst>
                <a:path w="2099" h="2624">
                  <a:moveTo>
                    <a:pt x="2099" y="2624"/>
                  </a:moveTo>
                  <a:lnTo>
                    <a:pt x="0" y="0"/>
                  </a:lnTo>
                  <a:lnTo>
                    <a:pt x="2021" y="2624"/>
                  </a:lnTo>
                  <a:lnTo>
                    <a:pt x="2099" y="2624"/>
                  </a:lnTo>
                  <a:close/>
                </a:path>
              </a:pathLst>
            </a:custGeom>
            <a:solidFill>
              <a:schemeClr val="accent1">
                <a:lumMod val="50000"/>
              </a:schemeClr>
            </a:solidFill>
            <a:ln>
              <a:noFill/>
            </a:ln>
          </p:spPr>
          <p:txBody>
            <a:bodyPr/>
            <a:lstStyle/>
            <a:p>
              <a:endParaRPr lang="en-US"/>
            </a:p>
          </p:txBody>
        </p:sp>
        <p:sp>
          <p:nvSpPr>
            <p:cNvPr id="28" name="Freeform 14">
              <a:extLst>
                <a:ext uri="{FF2B5EF4-FFF2-40B4-BE49-F238E27FC236}">
                  <a16:creationId xmlns:a16="http://schemas.microsoft.com/office/drawing/2014/main" id="{4150A21C-DD6D-4D3C-9E95-7A3CA263BEB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3367088" y="2687637"/>
              <a:ext cx="4576762" cy="4170363"/>
            </a:xfrm>
            <a:custGeom>
              <a:avLst/>
              <a:gdLst/>
              <a:ahLst/>
              <a:cxnLst/>
              <a:rect l="0" t="0" r="r" b="b"/>
              <a:pathLst>
                <a:path w="2883" h="2627">
                  <a:moveTo>
                    <a:pt x="0" y="0"/>
                  </a:moveTo>
                  <a:lnTo>
                    <a:pt x="3" y="3"/>
                  </a:lnTo>
                  <a:lnTo>
                    <a:pt x="2102" y="2627"/>
                  </a:lnTo>
                  <a:lnTo>
                    <a:pt x="2883" y="2627"/>
                  </a:lnTo>
                  <a:lnTo>
                    <a:pt x="225" y="57"/>
                  </a:lnTo>
                  <a:lnTo>
                    <a:pt x="0" y="0"/>
                  </a:lnTo>
                  <a:close/>
                </a:path>
              </a:pathLst>
            </a:custGeom>
            <a:solidFill>
              <a:schemeClr val="accent1">
                <a:lumMod val="75000"/>
              </a:schemeClr>
            </a:solidFill>
            <a:ln>
              <a:noFill/>
            </a:ln>
          </p:spPr>
          <p:txBody>
            <a:bodyPr/>
            <a:lstStyle/>
            <a:p>
              <a:endParaRPr lang="en-US"/>
            </a:p>
          </p:txBody>
        </p:sp>
        <p:sp>
          <p:nvSpPr>
            <p:cNvPr id="29" name="Freeform 15">
              <a:extLst>
                <a:ext uri="{FF2B5EF4-FFF2-40B4-BE49-F238E27FC236}">
                  <a16:creationId xmlns:a16="http://schemas.microsoft.com/office/drawing/2014/main" id="{7505BF04-104D-4180-A284-42FCD6B04DD6}"/>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2928938" y="2578100"/>
              <a:ext cx="3584575" cy="4279900"/>
            </a:xfrm>
            <a:custGeom>
              <a:avLst/>
              <a:gdLst/>
              <a:ahLst/>
              <a:cxnLst/>
              <a:rect l="0" t="0" r="r" b="b"/>
              <a:pathLst>
                <a:path w="2258" h="2696">
                  <a:moveTo>
                    <a:pt x="2258" y="2696"/>
                  </a:moveTo>
                  <a:lnTo>
                    <a:pt x="264" y="111"/>
                  </a:lnTo>
                  <a:lnTo>
                    <a:pt x="228" y="60"/>
                  </a:lnTo>
                  <a:lnTo>
                    <a:pt x="225" y="57"/>
                  </a:lnTo>
                  <a:lnTo>
                    <a:pt x="0" y="0"/>
                  </a:lnTo>
                  <a:lnTo>
                    <a:pt x="0" y="3"/>
                  </a:lnTo>
                  <a:lnTo>
                    <a:pt x="1697" y="2696"/>
                  </a:lnTo>
                  <a:lnTo>
                    <a:pt x="2258" y="2696"/>
                  </a:lnTo>
                  <a:close/>
                </a:path>
              </a:pathLst>
            </a:custGeom>
            <a:solidFill>
              <a:srgbClr val="404040"/>
            </a:solidFill>
            <a:ln>
              <a:noFill/>
            </a:ln>
          </p:spPr>
          <p:txBody>
            <a:bodyPr/>
            <a:lstStyle/>
            <a:p>
              <a:endParaRPr lang="en-US"/>
            </a:p>
          </p:txBody>
        </p:sp>
      </p:grpSp>
      <p:sp>
        <p:nvSpPr>
          <p:cNvPr id="2" name="Title 1">
            <a:extLst>
              <a:ext uri="{FF2B5EF4-FFF2-40B4-BE49-F238E27FC236}">
                <a16:creationId xmlns:a16="http://schemas.microsoft.com/office/drawing/2014/main" id="{652CD06E-EB43-4697-A9C1-290232C3BAD6}"/>
              </a:ext>
            </a:extLst>
          </p:cNvPr>
          <p:cNvSpPr>
            <a:spLocks noGrp="1"/>
          </p:cNvSpPr>
          <p:nvPr>
            <p:ph type="ctrTitle"/>
          </p:nvPr>
        </p:nvSpPr>
        <p:spPr>
          <a:xfrm>
            <a:off x="473345" y="0"/>
            <a:ext cx="11604355" cy="1223994"/>
          </a:xfrm>
        </p:spPr>
        <p:txBody>
          <a:bodyPr>
            <a:noAutofit/>
          </a:bodyPr>
          <a:lstStyle/>
          <a:p>
            <a:pPr algn="l"/>
            <a:r>
              <a:rPr lang="en-US" sz="5400" b="1" dirty="0">
                <a:latin typeface="Mystical Woods Smooth Script" panose="02000500000000000000" pitchFamily="2" charset="0"/>
                <a:cs typeface="Cavolini" panose="03000502040302020204" pitchFamily="66" charset="0"/>
              </a:rPr>
              <a:t>Conditional Rendering </a:t>
            </a:r>
            <a:r>
              <a:rPr lang="en-US" sz="2100" b="1" dirty="0">
                <a:latin typeface="Cavolini" panose="03000502040302020204" pitchFamily="66" charset="0"/>
                <a:cs typeface="Cavolini" panose="03000502040302020204" pitchFamily="66" charset="0"/>
              </a:rPr>
              <a:t>continued…</a:t>
            </a:r>
          </a:p>
        </p:txBody>
      </p:sp>
      <p:grpSp>
        <p:nvGrpSpPr>
          <p:cNvPr id="6" name="Group 5">
            <a:extLst>
              <a:ext uri="{FF2B5EF4-FFF2-40B4-BE49-F238E27FC236}">
                <a16:creationId xmlns:a16="http://schemas.microsoft.com/office/drawing/2014/main" id="{752A73B4-49EC-E765-1462-2A106F07C3D4}"/>
              </a:ext>
            </a:extLst>
          </p:cNvPr>
          <p:cNvGrpSpPr/>
          <p:nvPr/>
        </p:nvGrpSpPr>
        <p:grpSpPr>
          <a:xfrm>
            <a:off x="481809" y="1152868"/>
            <a:ext cx="8950321" cy="182880"/>
            <a:chOff x="1089027" y="1251583"/>
            <a:chExt cx="8950321" cy="182880"/>
          </a:xfrm>
        </p:grpSpPr>
        <p:cxnSp>
          <p:nvCxnSpPr>
            <p:cNvPr id="4" name="Straight Connector 3">
              <a:extLst>
                <a:ext uri="{FF2B5EF4-FFF2-40B4-BE49-F238E27FC236}">
                  <a16:creationId xmlns:a16="http://schemas.microsoft.com/office/drawing/2014/main" id="{1111542F-3245-DDEC-4B5A-7412E7DBE5FD}"/>
                </a:ext>
              </a:extLst>
            </p:cNvPr>
            <p:cNvCxnSpPr/>
            <p:nvPr/>
          </p:nvCxnSpPr>
          <p:spPr>
            <a:xfrm>
              <a:off x="1089027" y="1347537"/>
              <a:ext cx="8786493" cy="0"/>
            </a:xfrm>
            <a:prstGeom prst="line">
              <a:avLst/>
            </a:prstGeom>
            <a:ln w="38100">
              <a:solidFill>
                <a:srgbClr val="595959"/>
              </a:solidFill>
            </a:ln>
            <a:effectLst>
              <a:reflection blurRad="6350" stA="50000" endA="275" endPos="40000" dist="101600" dir="5400000" sy="-100000" algn="bl" rotWithShape="0"/>
              <a:softEdge rad="12700"/>
            </a:effectLst>
          </p:spPr>
          <p:style>
            <a:lnRef idx="3">
              <a:schemeClr val="dk1"/>
            </a:lnRef>
            <a:fillRef idx="0">
              <a:schemeClr val="dk1"/>
            </a:fillRef>
            <a:effectRef idx="2">
              <a:schemeClr val="dk1"/>
            </a:effectRef>
            <a:fontRef idx="minor">
              <a:schemeClr val="tx1"/>
            </a:fontRef>
          </p:style>
        </p:cxnSp>
        <p:sp>
          <p:nvSpPr>
            <p:cNvPr id="5" name="Flowchart: Connector 4">
              <a:extLst>
                <a:ext uri="{FF2B5EF4-FFF2-40B4-BE49-F238E27FC236}">
                  <a16:creationId xmlns:a16="http://schemas.microsoft.com/office/drawing/2014/main" id="{B2858492-B751-8ED7-57BE-708D61DDCF50}"/>
                </a:ext>
              </a:extLst>
            </p:cNvPr>
            <p:cNvSpPr/>
            <p:nvPr/>
          </p:nvSpPr>
          <p:spPr>
            <a:xfrm>
              <a:off x="9856468" y="1251583"/>
              <a:ext cx="182880" cy="182880"/>
            </a:xfrm>
            <a:prstGeom prst="flowChartConnector">
              <a:avLst/>
            </a:prstGeom>
            <a:ln>
              <a:noFill/>
            </a:ln>
            <a:effectLst>
              <a:outerShdw blurRad="50800" dist="38100" dir="2700000" algn="tl"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3" name="Rectangle 1">
            <a:extLst>
              <a:ext uri="{FF2B5EF4-FFF2-40B4-BE49-F238E27FC236}">
                <a16:creationId xmlns:a16="http://schemas.microsoft.com/office/drawing/2014/main" id="{8B801F13-4ED0-2181-7D1F-F7640C58C8BC}"/>
              </a:ext>
            </a:extLst>
          </p:cNvPr>
          <p:cNvSpPr>
            <a:spLocks noChangeArrowheads="1"/>
          </p:cNvSpPr>
          <p:nvPr/>
        </p:nvSpPr>
        <p:spPr bwMode="auto">
          <a:xfrm>
            <a:off x="0" y="67017"/>
            <a:ext cx="65" cy="323165"/>
          </a:xfrm>
          <a:prstGeom prst="rect">
            <a:avLst/>
          </a:prstGeom>
          <a:solidFill>
            <a:srgbClr val="181A1B"/>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0" tIns="0" rIns="0" bIns="0" numCol="1" anchor="ctr"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2100" b="1" i="0" u="none" strike="noStrike" cap="none" normalizeH="0" baseline="0" dirty="0">
              <a:ln>
                <a:noFill/>
              </a:ln>
              <a:effectLst/>
              <a:latin typeface="Cavolini" panose="03000502040302020204" pitchFamily="66" charset="0"/>
              <a:cs typeface="Cavolini" panose="03000502040302020204" pitchFamily="66" charset="0"/>
            </a:endParaRPr>
          </a:p>
        </p:txBody>
      </p:sp>
      <p:sp>
        <p:nvSpPr>
          <p:cNvPr id="14" name="TextBox 13">
            <a:extLst>
              <a:ext uri="{FF2B5EF4-FFF2-40B4-BE49-F238E27FC236}">
                <a16:creationId xmlns:a16="http://schemas.microsoft.com/office/drawing/2014/main" id="{CD64B2A9-87C6-C316-EF9E-C4E6DC9A9ADB}"/>
              </a:ext>
            </a:extLst>
          </p:cNvPr>
          <p:cNvSpPr txBox="1"/>
          <p:nvPr/>
        </p:nvSpPr>
        <p:spPr>
          <a:xfrm>
            <a:off x="439630" y="1440450"/>
            <a:ext cx="11312739" cy="3000821"/>
          </a:xfrm>
          <a:prstGeom prst="rect">
            <a:avLst/>
          </a:prstGeom>
          <a:noFill/>
        </p:spPr>
        <p:txBody>
          <a:bodyPr wrap="square">
            <a:spAutoFit/>
          </a:bodyPr>
          <a:lstStyle/>
          <a:p>
            <a:r>
              <a:rPr lang="en-US" sz="2100" b="1" dirty="0">
                <a:effectLst/>
                <a:latin typeface="Cavolini" panose="03000502040302020204" pitchFamily="66" charset="0"/>
                <a:cs typeface="Cavolini" panose="03000502040302020204" pitchFamily="66" charset="0"/>
              </a:rPr>
              <a:t>It works because in JavaScript, true &amp;&amp; expression always evaluates to expression, and false &amp;&amp; expression always evaluates to false.</a:t>
            </a:r>
          </a:p>
          <a:p>
            <a:br>
              <a:rPr lang="en-US" sz="2100" b="1" dirty="0">
                <a:effectLst/>
                <a:latin typeface="Cavolini" panose="03000502040302020204" pitchFamily="66" charset="0"/>
                <a:cs typeface="Cavolini" panose="03000502040302020204" pitchFamily="66" charset="0"/>
              </a:rPr>
            </a:br>
            <a:r>
              <a:rPr lang="en-US" sz="2100" b="1" dirty="0">
                <a:effectLst/>
                <a:latin typeface="Cavolini" panose="03000502040302020204" pitchFamily="66" charset="0"/>
                <a:cs typeface="Cavolini" panose="03000502040302020204" pitchFamily="66" charset="0"/>
              </a:rPr>
              <a:t>Therefore, if the condition is true, the element right after &amp;&amp; will appear in the output. If it is false, React will ignore and skip it.</a:t>
            </a:r>
          </a:p>
          <a:p>
            <a:br>
              <a:rPr lang="en-US" sz="2100" b="1" dirty="0">
                <a:effectLst/>
                <a:latin typeface="Cavolini" panose="03000502040302020204" pitchFamily="66" charset="0"/>
                <a:cs typeface="Cavolini" panose="03000502040302020204" pitchFamily="66" charset="0"/>
              </a:rPr>
            </a:br>
            <a:r>
              <a:rPr lang="en-US" sz="2100" b="1" dirty="0">
                <a:effectLst/>
                <a:latin typeface="Cavolini" panose="03000502040302020204" pitchFamily="66" charset="0"/>
                <a:cs typeface="Cavolini" panose="03000502040302020204" pitchFamily="66" charset="0"/>
              </a:rPr>
              <a:t>Note that returning a </a:t>
            </a:r>
            <a:r>
              <a:rPr lang="en-US" sz="2100" b="1" dirty="0" err="1">
                <a:effectLst/>
                <a:latin typeface="Cavolini" panose="03000502040302020204" pitchFamily="66" charset="0"/>
                <a:cs typeface="Cavolini" panose="03000502040302020204" pitchFamily="66" charset="0"/>
              </a:rPr>
              <a:t>falsy</a:t>
            </a:r>
            <a:r>
              <a:rPr lang="en-US" sz="2100" b="1" dirty="0">
                <a:effectLst/>
                <a:latin typeface="Cavolini" panose="03000502040302020204" pitchFamily="66" charset="0"/>
                <a:cs typeface="Cavolini" panose="03000502040302020204" pitchFamily="66" charset="0"/>
              </a:rPr>
              <a:t> expression will still cause the element after &amp;&amp; to be skipped but will return the </a:t>
            </a:r>
            <a:r>
              <a:rPr lang="en-US" sz="2100" b="1" dirty="0" err="1">
                <a:effectLst/>
                <a:latin typeface="Cavolini" panose="03000502040302020204" pitchFamily="66" charset="0"/>
                <a:cs typeface="Cavolini" panose="03000502040302020204" pitchFamily="66" charset="0"/>
              </a:rPr>
              <a:t>falsy</a:t>
            </a:r>
            <a:r>
              <a:rPr lang="en-US" sz="2100" b="1" dirty="0">
                <a:effectLst/>
                <a:latin typeface="Cavolini" panose="03000502040302020204" pitchFamily="66" charset="0"/>
                <a:cs typeface="Cavolini" panose="03000502040302020204" pitchFamily="66" charset="0"/>
              </a:rPr>
              <a:t> expression. In the example below, </a:t>
            </a:r>
            <a:r>
              <a:rPr lang="en-US" sz="2100" b="1" dirty="0">
                <a:solidFill>
                  <a:srgbClr val="30ACEC"/>
                </a:solidFill>
                <a:effectLst/>
                <a:latin typeface="Cavolini" panose="03000502040302020204" pitchFamily="66" charset="0"/>
                <a:cs typeface="Cavolini" panose="03000502040302020204" pitchFamily="66" charset="0"/>
              </a:rPr>
              <a:t>&lt;div&gt;0&lt;/div&gt;</a:t>
            </a:r>
            <a:r>
              <a:rPr lang="en-US" sz="2100" b="1" dirty="0">
                <a:effectLst/>
                <a:latin typeface="Cavolini" panose="03000502040302020204" pitchFamily="66" charset="0"/>
                <a:cs typeface="Cavolini" panose="03000502040302020204" pitchFamily="66" charset="0"/>
              </a:rPr>
              <a:t> will be returned by the render method.</a:t>
            </a:r>
          </a:p>
        </p:txBody>
      </p:sp>
      <p:sp>
        <p:nvSpPr>
          <p:cNvPr id="10" name="TextBox 9">
            <a:extLst>
              <a:ext uri="{FF2B5EF4-FFF2-40B4-BE49-F238E27FC236}">
                <a16:creationId xmlns:a16="http://schemas.microsoft.com/office/drawing/2014/main" id="{F79867F1-833E-4676-E094-9C0BAEFA185F}"/>
              </a:ext>
            </a:extLst>
          </p:cNvPr>
          <p:cNvSpPr txBox="1"/>
          <p:nvPr/>
        </p:nvSpPr>
        <p:spPr>
          <a:xfrm>
            <a:off x="481809" y="4441271"/>
            <a:ext cx="6097604" cy="2308324"/>
          </a:xfrm>
          <a:prstGeom prst="rect">
            <a:avLst/>
          </a:prstGeom>
          <a:noFill/>
        </p:spPr>
        <p:txBody>
          <a:bodyPr wrap="square">
            <a:spAutoFit/>
          </a:bodyPr>
          <a:lstStyle/>
          <a:p>
            <a:r>
              <a:rPr lang="en-US" b="1" dirty="0">
                <a:solidFill>
                  <a:srgbClr val="36F9F6"/>
                </a:solidFill>
                <a:effectLst/>
                <a:latin typeface="Cascadia Code" panose="020B0609020000020004" pitchFamily="49" charset="0"/>
              </a:rPr>
              <a:t>render</a:t>
            </a:r>
            <a:r>
              <a:rPr lang="en-US" b="1" dirty="0">
                <a:solidFill>
                  <a:srgbClr val="BBBBBB"/>
                </a:solidFill>
                <a:effectLst/>
                <a:latin typeface="Cascadia Code" panose="020B0609020000020004" pitchFamily="49" charset="0"/>
              </a:rPr>
              <a:t>() {</a:t>
            </a:r>
          </a:p>
          <a:p>
            <a:r>
              <a:rPr lang="en-US" b="1" dirty="0">
                <a:solidFill>
                  <a:srgbClr val="BBBBBB"/>
                </a:solidFill>
                <a:effectLst/>
                <a:latin typeface="Cascadia Code" panose="020B0609020000020004" pitchFamily="49" charset="0"/>
              </a:rPr>
              <a:t>  </a:t>
            </a:r>
            <a:r>
              <a:rPr lang="en-US" b="1" dirty="0">
                <a:solidFill>
                  <a:srgbClr val="FEDE5D"/>
                </a:solidFill>
                <a:effectLst/>
                <a:latin typeface="Cascadia Code" panose="020B0609020000020004" pitchFamily="49" charset="0"/>
              </a:rPr>
              <a:t>const</a:t>
            </a:r>
            <a:r>
              <a:rPr lang="en-US" b="1" dirty="0">
                <a:solidFill>
                  <a:srgbClr val="BBBBBB"/>
                </a:solidFill>
                <a:effectLst/>
                <a:latin typeface="Cascadia Code" panose="020B0609020000020004" pitchFamily="49" charset="0"/>
              </a:rPr>
              <a:t> </a:t>
            </a:r>
            <a:r>
              <a:rPr lang="en-US" b="1" dirty="0">
                <a:solidFill>
                  <a:srgbClr val="FF7EDB"/>
                </a:solidFill>
                <a:effectLst/>
                <a:latin typeface="Cascadia Code" panose="020B0609020000020004" pitchFamily="49" charset="0"/>
              </a:rPr>
              <a:t>count</a:t>
            </a:r>
            <a:r>
              <a:rPr lang="en-US" b="1" dirty="0">
                <a:solidFill>
                  <a:srgbClr val="BBBBBB"/>
                </a:solidFill>
                <a:effectLst/>
                <a:latin typeface="Cascadia Code" panose="020B0609020000020004" pitchFamily="49" charset="0"/>
              </a:rPr>
              <a:t> </a:t>
            </a:r>
            <a:r>
              <a:rPr lang="en-US" b="1" dirty="0">
                <a:solidFill>
                  <a:srgbClr val="FFFFFF"/>
                </a:solidFill>
                <a:effectLst/>
                <a:latin typeface="Cascadia Code" panose="020B0609020000020004" pitchFamily="49" charset="0"/>
              </a:rPr>
              <a:t>=</a:t>
            </a:r>
            <a:r>
              <a:rPr lang="en-US" b="1" dirty="0">
                <a:solidFill>
                  <a:srgbClr val="BBBBBB"/>
                </a:solidFill>
                <a:effectLst/>
                <a:latin typeface="Cascadia Code" panose="020B0609020000020004" pitchFamily="49" charset="0"/>
              </a:rPr>
              <a:t> </a:t>
            </a:r>
            <a:r>
              <a:rPr lang="en-US" b="1" dirty="0">
                <a:solidFill>
                  <a:srgbClr val="2EE2FA"/>
                </a:solidFill>
                <a:effectLst/>
                <a:latin typeface="Cascadia Code" panose="020B0609020000020004" pitchFamily="49" charset="0"/>
              </a:rPr>
              <a:t>0</a:t>
            </a:r>
            <a:r>
              <a:rPr lang="en-US" b="1" dirty="0">
                <a:solidFill>
                  <a:srgbClr val="BBBBBB"/>
                </a:solidFill>
                <a:effectLst/>
                <a:latin typeface="Cascadia Code" panose="020B0609020000020004" pitchFamily="49" charset="0"/>
              </a:rPr>
              <a:t>;</a:t>
            </a:r>
          </a:p>
          <a:p>
            <a:r>
              <a:rPr lang="en-US" b="1" dirty="0">
                <a:solidFill>
                  <a:srgbClr val="BBBBBB"/>
                </a:solidFill>
                <a:effectLst/>
                <a:latin typeface="Cascadia Code" panose="020B0609020000020004" pitchFamily="49" charset="0"/>
              </a:rPr>
              <a:t>  </a:t>
            </a:r>
            <a:r>
              <a:rPr lang="en-US" b="1" dirty="0">
                <a:solidFill>
                  <a:srgbClr val="FEDE5D"/>
                </a:solidFill>
                <a:effectLst/>
                <a:latin typeface="Cascadia Code" panose="020B0609020000020004" pitchFamily="49" charset="0"/>
              </a:rPr>
              <a:t>return</a:t>
            </a:r>
            <a:r>
              <a:rPr lang="en-US" b="1" dirty="0">
                <a:solidFill>
                  <a:srgbClr val="BBBBBB"/>
                </a:solidFill>
                <a:effectLst/>
                <a:latin typeface="Cascadia Code" panose="020B0609020000020004" pitchFamily="49" charset="0"/>
              </a:rPr>
              <a:t> (</a:t>
            </a:r>
          </a:p>
          <a:p>
            <a:r>
              <a:rPr lang="en-US" b="1" dirty="0">
                <a:solidFill>
                  <a:srgbClr val="BBBBBB"/>
                </a:solidFill>
                <a:effectLst/>
                <a:latin typeface="Cascadia Code" panose="020B0609020000020004" pitchFamily="49" charset="0"/>
              </a:rPr>
              <a:t>    </a:t>
            </a:r>
            <a:r>
              <a:rPr lang="en-US" b="1" dirty="0">
                <a:solidFill>
                  <a:srgbClr val="36F9F6"/>
                </a:solidFill>
                <a:effectLst/>
                <a:latin typeface="Cascadia Code" panose="020B0609020000020004" pitchFamily="49" charset="0"/>
              </a:rPr>
              <a:t>&lt;</a:t>
            </a:r>
            <a:r>
              <a:rPr lang="en-US" b="1" dirty="0">
                <a:solidFill>
                  <a:srgbClr val="72F1B8"/>
                </a:solidFill>
                <a:effectLst/>
                <a:latin typeface="Cascadia Code" panose="020B0609020000020004" pitchFamily="49" charset="0"/>
              </a:rPr>
              <a:t>div</a:t>
            </a:r>
            <a:r>
              <a:rPr lang="en-US" b="1" dirty="0">
                <a:solidFill>
                  <a:srgbClr val="36F9F6"/>
                </a:solidFill>
                <a:effectLst/>
                <a:latin typeface="Cascadia Code" panose="020B0609020000020004" pitchFamily="49" charset="0"/>
              </a:rPr>
              <a:t>&gt;</a:t>
            </a:r>
            <a:endParaRPr lang="en-US" b="1" dirty="0">
              <a:solidFill>
                <a:srgbClr val="BBBBBB"/>
              </a:solidFill>
              <a:effectLst/>
              <a:latin typeface="Cascadia Code" panose="020B0609020000020004" pitchFamily="49" charset="0"/>
            </a:endParaRPr>
          </a:p>
          <a:p>
            <a:r>
              <a:rPr lang="en-US" b="1" dirty="0">
                <a:solidFill>
                  <a:srgbClr val="BBBBBB"/>
                </a:solidFill>
                <a:effectLst/>
                <a:latin typeface="Cascadia Code" panose="020B0609020000020004" pitchFamily="49" charset="0"/>
              </a:rPr>
              <a:t>      </a:t>
            </a:r>
            <a:r>
              <a:rPr lang="en-US" b="1" dirty="0">
                <a:solidFill>
                  <a:srgbClr val="FEDE5D"/>
                </a:solidFill>
                <a:effectLst/>
                <a:latin typeface="Cascadia Code" panose="020B0609020000020004" pitchFamily="49" charset="0"/>
              </a:rPr>
              <a:t>{</a:t>
            </a:r>
            <a:r>
              <a:rPr lang="en-US" b="1" dirty="0">
                <a:solidFill>
                  <a:srgbClr val="FF7EDB"/>
                </a:solidFill>
                <a:effectLst/>
                <a:latin typeface="Cascadia Code" panose="020B0609020000020004" pitchFamily="49" charset="0"/>
              </a:rPr>
              <a:t>count</a:t>
            </a:r>
            <a:r>
              <a:rPr lang="en-US" b="1" dirty="0">
                <a:solidFill>
                  <a:srgbClr val="BBBBBB"/>
                </a:solidFill>
                <a:effectLst/>
                <a:latin typeface="Cascadia Code" panose="020B0609020000020004" pitchFamily="49" charset="0"/>
              </a:rPr>
              <a:t> </a:t>
            </a:r>
            <a:r>
              <a:rPr lang="en-US" b="1" dirty="0">
                <a:solidFill>
                  <a:srgbClr val="FEDE5D"/>
                </a:solidFill>
                <a:effectLst/>
                <a:latin typeface="Cascadia Code" panose="020B0609020000020004" pitchFamily="49" charset="0"/>
              </a:rPr>
              <a:t>&amp;&amp;</a:t>
            </a:r>
            <a:r>
              <a:rPr lang="en-US" b="1" dirty="0">
                <a:solidFill>
                  <a:srgbClr val="BBBBBB"/>
                </a:solidFill>
                <a:effectLst/>
                <a:latin typeface="Cascadia Code" panose="020B0609020000020004" pitchFamily="49" charset="0"/>
              </a:rPr>
              <a:t> </a:t>
            </a:r>
            <a:r>
              <a:rPr lang="en-US" b="1" dirty="0">
                <a:solidFill>
                  <a:srgbClr val="36F9F6"/>
                </a:solidFill>
                <a:effectLst/>
                <a:latin typeface="Cascadia Code" panose="020B0609020000020004" pitchFamily="49" charset="0"/>
              </a:rPr>
              <a:t>&lt;</a:t>
            </a:r>
            <a:r>
              <a:rPr lang="en-US" b="1" dirty="0">
                <a:solidFill>
                  <a:srgbClr val="72F1B8"/>
                </a:solidFill>
                <a:effectLst/>
                <a:latin typeface="Cascadia Code" panose="020B0609020000020004" pitchFamily="49" charset="0"/>
              </a:rPr>
              <a:t>h1</a:t>
            </a:r>
            <a:r>
              <a:rPr lang="en-US" b="1" dirty="0">
                <a:solidFill>
                  <a:srgbClr val="36F9F6"/>
                </a:solidFill>
                <a:effectLst/>
                <a:latin typeface="Cascadia Code" panose="020B0609020000020004" pitchFamily="49" charset="0"/>
              </a:rPr>
              <a:t>&gt;</a:t>
            </a:r>
            <a:r>
              <a:rPr lang="en-US" b="1" dirty="0">
                <a:solidFill>
                  <a:srgbClr val="BBBBBB"/>
                </a:solidFill>
                <a:effectLst/>
                <a:latin typeface="Cascadia Code" panose="020B0609020000020004" pitchFamily="49" charset="0"/>
              </a:rPr>
              <a:t>Messages: </a:t>
            </a:r>
            <a:r>
              <a:rPr lang="en-US" b="1" dirty="0">
                <a:solidFill>
                  <a:srgbClr val="FEDE5D"/>
                </a:solidFill>
                <a:effectLst/>
                <a:latin typeface="Cascadia Code" panose="020B0609020000020004" pitchFamily="49" charset="0"/>
              </a:rPr>
              <a:t>{</a:t>
            </a:r>
            <a:r>
              <a:rPr lang="en-US" b="1" dirty="0">
                <a:solidFill>
                  <a:srgbClr val="FF7EDB"/>
                </a:solidFill>
                <a:effectLst/>
                <a:latin typeface="Cascadia Code" panose="020B0609020000020004" pitchFamily="49" charset="0"/>
              </a:rPr>
              <a:t>count</a:t>
            </a:r>
            <a:r>
              <a:rPr lang="en-US" b="1" dirty="0">
                <a:solidFill>
                  <a:srgbClr val="FEDE5D"/>
                </a:solidFill>
                <a:effectLst/>
                <a:latin typeface="Cascadia Code" panose="020B0609020000020004" pitchFamily="49" charset="0"/>
              </a:rPr>
              <a:t>}</a:t>
            </a:r>
            <a:r>
              <a:rPr lang="en-US" b="1" dirty="0">
                <a:solidFill>
                  <a:srgbClr val="36F9F6"/>
                </a:solidFill>
                <a:effectLst/>
                <a:latin typeface="Cascadia Code" panose="020B0609020000020004" pitchFamily="49" charset="0"/>
              </a:rPr>
              <a:t>&lt;/</a:t>
            </a:r>
            <a:r>
              <a:rPr lang="en-US" b="1" dirty="0">
                <a:solidFill>
                  <a:srgbClr val="72F1B8"/>
                </a:solidFill>
                <a:effectLst/>
                <a:latin typeface="Cascadia Code" panose="020B0609020000020004" pitchFamily="49" charset="0"/>
              </a:rPr>
              <a:t>h1</a:t>
            </a:r>
            <a:r>
              <a:rPr lang="en-US" b="1" dirty="0">
                <a:solidFill>
                  <a:srgbClr val="36F9F6"/>
                </a:solidFill>
                <a:effectLst/>
                <a:latin typeface="Cascadia Code" panose="020B0609020000020004" pitchFamily="49" charset="0"/>
              </a:rPr>
              <a:t>&gt;</a:t>
            </a:r>
            <a:r>
              <a:rPr lang="en-US" b="1" dirty="0">
                <a:solidFill>
                  <a:srgbClr val="FEDE5D"/>
                </a:solidFill>
                <a:effectLst/>
                <a:latin typeface="Cascadia Code" panose="020B0609020000020004" pitchFamily="49" charset="0"/>
              </a:rPr>
              <a:t>}</a:t>
            </a:r>
            <a:endParaRPr lang="en-US" b="1" dirty="0">
              <a:solidFill>
                <a:srgbClr val="BBBBBB"/>
              </a:solidFill>
              <a:effectLst/>
              <a:latin typeface="Cascadia Code" panose="020B0609020000020004" pitchFamily="49" charset="0"/>
            </a:endParaRPr>
          </a:p>
          <a:p>
            <a:r>
              <a:rPr lang="en-US" b="1" dirty="0">
                <a:solidFill>
                  <a:srgbClr val="BBBBBB"/>
                </a:solidFill>
                <a:effectLst/>
                <a:latin typeface="Cascadia Code" panose="020B0609020000020004" pitchFamily="49" charset="0"/>
              </a:rPr>
              <a:t>    </a:t>
            </a:r>
            <a:r>
              <a:rPr lang="en-US" b="1" dirty="0">
                <a:solidFill>
                  <a:srgbClr val="36F9F6"/>
                </a:solidFill>
                <a:effectLst/>
                <a:latin typeface="Cascadia Code" panose="020B0609020000020004" pitchFamily="49" charset="0"/>
              </a:rPr>
              <a:t>&lt;/</a:t>
            </a:r>
            <a:r>
              <a:rPr lang="en-US" b="1" dirty="0">
                <a:solidFill>
                  <a:srgbClr val="72F1B8"/>
                </a:solidFill>
                <a:effectLst/>
                <a:latin typeface="Cascadia Code" panose="020B0609020000020004" pitchFamily="49" charset="0"/>
              </a:rPr>
              <a:t>div</a:t>
            </a:r>
            <a:r>
              <a:rPr lang="en-US" b="1" dirty="0">
                <a:solidFill>
                  <a:srgbClr val="36F9F6"/>
                </a:solidFill>
                <a:effectLst/>
                <a:latin typeface="Cascadia Code" panose="020B0609020000020004" pitchFamily="49" charset="0"/>
              </a:rPr>
              <a:t>&gt;</a:t>
            </a:r>
            <a:endParaRPr lang="en-US" b="1" dirty="0">
              <a:solidFill>
                <a:srgbClr val="BBBBBB"/>
              </a:solidFill>
              <a:effectLst/>
              <a:latin typeface="Cascadia Code" panose="020B0609020000020004" pitchFamily="49" charset="0"/>
            </a:endParaRPr>
          </a:p>
          <a:p>
            <a:r>
              <a:rPr lang="en-US" b="1" dirty="0">
                <a:solidFill>
                  <a:srgbClr val="BBBBBB"/>
                </a:solidFill>
                <a:effectLst/>
                <a:latin typeface="Cascadia Code" panose="020B0609020000020004" pitchFamily="49" charset="0"/>
              </a:rPr>
              <a:t>  );</a:t>
            </a:r>
          </a:p>
          <a:p>
            <a:r>
              <a:rPr lang="en-US" b="1" dirty="0">
                <a:solidFill>
                  <a:srgbClr val="BBBBBB"/>
                </a:solidFill>
                <a:effectLst/>
                <a:latin typeface="Cascadia Code" panose="020B0609020000020004" pitchFamily="49" charset="0"/>
              </a:rPr>
              <a:t>}</a:t>
            </a:r>
          </a:p>
        </p:txBody>
      </p:sp>
    </p:spTree>
    <p:extLst>
      <p:ext uri="{BB962C8B-B14F-4D97-AF65-F5344CB8AC3E}">
        <p14:creationId xmlns:p14="http://schemas.microsoft.com/office/powerpoint/2010/main" val="4061391780"/>
      </p:ext>
    </p:extLst>
  </p:cSld>
  <p:clrMapOvr>
    <a:overrideClrMapping bg1="dk1" tx1="lt1" bg2="dk2" tx2="lt2" accent1="accent1" accent2="accent2" accent3="accent3" accent4="accent4" accent5="accent5" accent6="accent6" hlink="hlink" folHlink="folHlink"/>
  </p:clrMapOvr>
  <mc:AlternateContent xmlns:mc="http://schemas.openxmlformats.org/markup-compatibility/2006" xmlns:p159="http://schemas.microsoft.com/office/powerpoint/2015/09/main">
    <mc:Choice Requires="p159">
      <p:transition>
        <p159:morph option="byObject"/>
      </p:transition>
    </mc:Choice>
    <mc:Fallback xmlns="">
      <p:transition>
        <p:fade/>
      </p:transition>
    </mc:Fallback>
  </mc:AlternateContent>
</p:sld>
</file>

<file path=ppt/slides/slide52.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sp useBgFill="1">
        <p:nvSpPr>
          <p:cNvPr id="21" name="Rectangle 20">
            <a:extLst>
              <a:ext uri="{FF2B5EF4-FFF2-40B4-BE49-F238E27FC236}">
                <a16:creationId xmlns:a16="http://schemas.microsoft.com/office/drawing/2014/main" id="{E5A92FE9-DB05-4D0D-AF5A-BE8664B9FFB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grpSp>
        <p:nvGrpSpPr>
          <p:cNvPr id="23" name="Group 22">
            <a:extLst>
              <a:ext uri="{FF2B5EF4-FFF2-40B4-BE49-F238E27FC236}">
                <a16:creationId xmlns:a16="http://schemas.microsoft.com/office/drawing/2014/main" id="{53D9B26A-5143-49A7-BA98-D871D5BD719A}"/>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flipH="1">
            <a:off x="6526211" y="1"/>
            <a:ext cx="5014912" cy="6857999"/>
            <a:chOff x="2928938" y="-4763"/>
            <a:chExt cx="5014912" cy="6862763"/>
          </a:xfrm>
        </p:grpSpPr>
        <p:sp>
          <p:nvSpPr>
            <p:cNvPr id="24" name="Freeform 6">
              <a:extLst>
                <a:ext uri="{FF2B5EF4-FFF2-40B4-BE49-F238E27FC236}">
                  <a16:creationId xmlns:a16="http://schemas.microsoft.com/office/drawing/2014/main" id="{68B85E55-A2A1-4682-B891-F201358A92D5}"/>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3367088" y="-4763"/>
              <a:ext cx="1063625" cy="2782888"/>
            </a:xfrm>
            <a:custGeom>
              <a:avLst/>
              <a:gdLst/>
              <a:ahLst/>
              <a:cxnLst/>
              <a:rect l="0" t="0" r="r" b="b"/>
              <a:pathLst>
                <a:path w="670" h="1753">
                  <a:moveTo>
                    <a:pt x="0" y="1696"/>
                  </a:moveTo>
                  <a:lnTo>
                    <a:pt x="225" y="1753"/>
                  </a:lnTo>
                  <a:lnTo>
                    <a:pt x="670" y="0"/>
                  </a:lnTo>
                  <a:lnTo>
                    <a:pt x="430" y="0"/>
                  </a:lnTo>
                  <a:lnTo>
                    <a:pt x="0" y="1696"/>
                  </a:lnTo>
                  <a:close/>
                </a:path>
              </a:pathLst>
            </a:custGeom>
            <a:solidFill>
              <a:schemeClr val="accent1"/>
            </a:solidFill>
            <a:ln>
              <a:noFill/>
            </a:ln>
          </p:spPr>
          <p:txBody>
            <a:bodyPr/>
            <a:lstStyle/>
            <a:p>
              <a:endParaRPr lang="en-US"/>
            </a:p>
          </p:txBody>
        </p:sp>
        <p:sp>
          <p:nvSpPr>
            <p:cNvPr id="25" name="Freeform 7">
              <a:extLst>
                <a:ext uri="{FF2B5EF4-FFF2-40B4-BE49-F238E27FC236}">
                  <a16:creationId xmlns:a16="http://schemas.microsoft.com/office/drawing/2014/main" id="{45EF6EDB-9B5D-49E9-96FA-1AE08BF95E57}"/>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2928938" y="-4763"/>
              <a:ext cx="1035050" cy="2673350"/>
            </a:xfrm>
            <a:custGeom>
              <a:avLst/>
              <a:gdLst/>
              <a:ahLst/>
              <a:cxnLst/>
              <a:rect l="0" t="0" r="r" b="b"/>
              <a:pathLst>
                <a:path w="652" h="1684">
                  <a:moveTo>
                    <a:pt x="225" y="1684"/>
                  </a:moveTo>
                  <a:lnTo>
                    <a:pt x="652" y="0"/>
                  </a:lnTo>
                  <a:lnTo>
                    <a:pt x="411" y="0"/>
                  </a:lnTo>
                  <a:lnTo>
                    <a:pt x="0" y="1627"/>
                  </a:lnTo>
                  <a:lnTo>
                    <a:pt x="219" y="1681"/>
                  </a:lnTo>
                  <a:lnTo>
                    <a:pt x="225" y="1684"/>
                  </a:lnTo>
                  <a:close/>
                </a:path>
              </a:pathLst>
            </a:custGeom>
            <a:solidFill>
              <a:srgbClr val="595959"/>
            </a:solidFill>
            <a:ln>
              <a:noFill/>
            </a:ln>
          </p:spPr>
          <p:txBody>
            <a:bodyPr/>
            <a:lstStyle/>
            <a:p>
              <a:endParaRPr lang="en-US"/>
            </a:p>
          </p:txBody>
        </p:sp>
        <p:sp>
          <p:nvSpPr>
            <p:cNvPr id="26" name="Freeform 12">
              <a:extLst>
                <a:ext uri="{FF2B5EF4-FFF2-40B4-BE49-F238E27FC236}">
                  <a16:creationId xmlns:a16="http://schemas.microsoft.com/office/drawing/2014/main" id="{38338226-D6E2-4EEE-B271-DB4BD096DBA1}"/>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2928938" y="2582862"/>
              <a:ext cx="2693987" cy="4275138"/>
            </a:xfrm>
            <a:custGeom>
              <a:avLst/>
              <a:gdLst/>
              <a:ahLst/>
              <a:cxnLst/>
              <a:rect l="0" t="0" r="r" b="b"/>
              <a:pathLst>
                <a:path w="1697" h="2693">
                  <a:moveTo>
                    <a:pt x="0" y="0"/>
                  </a:moveTo>
                  <a:lnTo>
                    <a:pt x="1622" y="2693"/>
                  </a:lnTo>
                  <a:lnTo>
                    <a:pt x="1697" y="2693"/>
                  </a:lnTo>
                  <a:lnTo>
                    <a:pt x="0" y="0"/>
                  </a:lnTo>
                  <a:close/>
                </a:path>
              </a:pathLst>
            </a:custGeom>
            <a:solidFill>
              <a:srgbClr val="262626"/>
            </a:solidFill>
            <a:ln>
              <a:noFill/>
            </a:ln>
          </p:spPr>
          <p:txBody>
            <a:bodyPr/>
            <a:lstStyle/>
            <a:p>
              <a:endParaRPr lang="en-US"/>
            </a:p>
          </p:txBody>
        </p:sp>
        <p:sp>
          <p:nvSpPr>
            <p:cNvPr id="27" name="Freeform 13">
              <a:extLst>
                <a:ext uri="{FF2B5EF4-FFF2-40B4-BE49-F238E27FC236}">
                  <a16:creationId xmlns:a16="http://schemas.microsoft.com/office/drawing/2014/main" id="{4878FB48-17B3-4A11-8025-DE0945CD4E71}"/>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3371850" y="2692400"/>
              <a:ext cx="3332162" cy="4165600"/>
            </a:xfrm>
            <a:custGeom>
              <a:avLst/>
              <a:gdLst/>
              <a:ahLst/>
              <a:cxnLst/>
              <a:rect l="0" t="0" r="r" b="b"/>
              <a:pathLst>
                <a:path w="2099" h="2624">
                  <a:moveTo>
                    <a:pt x="2099" y="2624"/>
                  </a:moveTo>
                  <a:lnTo>
                    <a:pt x="0" y="0"/>
                  </a:lnTo>
                  <a:lnTo>
                    <a:pt x="2021" y="2624"/>
                  </a:lnTo>
                  <a:lnTo>
                    <a:pt x="2099" y="2624"/>
                  </a:lnTo>
                  <a:close/>
                </a:path>
              </a:pathLst>
            </a:custGeom>
            <a:solidFill>
              <a:schemeClr val="accent1">
                <a:lumMod val="50000"/>
              </a:schemeClr>
            </a:solidFill>
            <a:ln>
              <a:noFill/>
            </a:ln>
          </p:spPr>
          <p:txBody>
            <a:bodyPr/>
            <a:lstStyle/>
            <a:p>
              <a:endParaRPr lang="en-US"/>
            </a:p>
          </p:txBody>
        </p:sp>
        <p:sp>
          <p:nvSpPr>
            <p:cNvPr id="28" name="Freeform 14">
              <a:extLst>
                <a:ext uri="{FF2B5EF4-FFF2-40B4-BE49-F238E27FC236}">
                  <a16:creationId xmlns:a16="http://schemas.microsoft.com/office/drawing/2014/main" id="{4150A21C-DD6D-4D3C-9E95-7A3CA263BEB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3367088" y="2687637"/>
              <a:ext cx="4576762" cy="4170363"/>
            </a:xfrm>
            <a:custGeom>
              <a:avLst/>
              <a:gdLst/>
              <a:ahLst/>
              <a:cxnLst/>
              <a:rect l="0" t="0" r="r" b="b"/>
              <a:pathLst>
                <a:path w="2883" h="2627">
                  <a:moveTo>
                    <a:pt x="0" y="0"/>
                  </a:moveTo>
                  <a:lnTo>
                    <a:pt x="3" y="3"/>
                  </a:lnTo>
                  <a:lnTo>
                    <a:pt x="2102" y="2627"/>
                  </a:lnTo>
                  <a:lnTo>
                    <a:pt x="2883" y="2627"/>
                  </a:lnTo>
                  <a:lnTo>
                    <a:pt x="225" y="57"/>
                  </a:lnTo>
                  <a:lnTo>
                    <a:pt x="0" y="0"/>
                  </a:lnTo>
                  <a:close/>
                </a:path>
              </a:pathLst>
            </a:custGeom>
            <a:solidFill>
              <a:schemeClr val="accent1">
                <a:lumMod val="75000"/>
              </a:schemeClr>
            </a:solidFill>
            <a:ln>
              <a:noFill/>
            </a:ln>
          </p:spPr>
          <p:txBody>
            <a:bodyPr/>
            <a:lstStyle/>
            <a:p>
              <a:endParaRPr lang="en-US"/>
            </a:p>
          </p:txBody>
        </p:sp>
        <p:sp>
          <p:nvSpPr>
            <p:cNvPr id="29" name="Freeform 15">
              <a:extLst>
                <a:ext uri="{FF2B5EF4-FFF2-40B4-BE49-F238E27FC236}">
                  <a16:creationId xmlns:a16="http://schemas.microsoft.com/office/drawing/2014/main" id="{7505BF04-104D-4180-A284-42FCD6B04DD6}"/>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2928938" y="2578100"/>
              <a:ext cx="3584575" cy="4279900"/>
            </a:xfrm>
            <a:custGeom>
              <a:avLst/>
              <a:gdLst/>
              <a:ahLst/>
              <a:cxnLst/>
              <a:rect l="0" t="0" r="r" b="b"/>
              <a:pathLst>
                <a:path w="2258" h="2696">
                  <a:moveTo>
                    <a:pt x="2258" y="2696"/>
                  </a:moveTo>
                  <a:lnTo>
                    <a:pt x="264" y="111"/>
                  </a:lnTo>
                  <a:lnTo>
                    <a:pt x="228" y="60"/>
                  </a:lnTo>
                  <a:lnTo>
                    <a:pt x="225" y="57"/>
                  </a:lnTo>
                  <a:lnTo>
                    <a:pt x="0" y="0"/>
                  </a:lnTo>
                  <a:lnTo>
                    <a:pt x="0" y="3"/>
                  </a:lnTo>
                  <a:lnTo>
                    <a:pt x="1697" y="2696"/>
                  </a:lnTo>
                  <a:lnTo>
                    <a:pt x="2258" y="2696"/>
                  </a:lnTo>
                  <a:close/>
                </a:path>
              </a:pathLst>
            </a:custGeom>
            <a:solidFill>
              <a:srgbClr val="404040"/>
            </a:solidFill>
            <a:ln>
              <a:noFill/>
            </a:ln>
          </p:spPr>
          <p:txBody>
            <a:bodyPr/>
            <a:lstStyle/>
            <a:p>
              <a:endParaRPr lang="en-US"/>
            </a:p>
          </p:txBody>
        </p:sp>
      </p:grpSp>
      <p:sp>
        <p:nvSpPr>
          <p:cNvPr id="2" name="Title 1">
            <a:extLst>
              <a:ext uri="{FF2B5EF4-FFF2-40B4-BE49-F238E27FC236}">
                <a16:creationId xmlns:a16="http://schemas.microsoft.com/office/drawing/2014/main" id="{652CD06E-EB43-4697-A9C1-290232C3BAD6}"/>
              </a:ext>
            </a:extLst>
          </p:cNvPr>
          <p:cNvSpPr>
            <a:spLocks noGrp="1"/>
          </p:cNvSpPr>
          <p:nvPr>
            <p:ph type="ctrTitle"/>
          </p:nvPr>
        </p:nvSpPr>
        <p:spPr>
          <a:xfrm>
            <a:off x="473345" y="0"/>
            <a:ext cx="11604355" cy="1223994"/>
          </a:xfrm>
        </p:spPr>
        <p:txBody>
          <a:bodyPr>
            <a:noAutofit/>
          </a:bodyPr>
          <a:lstStyle/>
          <a:p>
            <a:pPr algn="l"/>
            <a:r>
              <a:rPr lang="en-US" sz="5400" b="1" dirty="0">
                <a:latin typeface="Mystical Woods Smooth Script" panose="02000500000000000000" pitchFamily="2" charset="0"/>
                <a:cs typeface="Cavolini" panose="03000502040302020204" pitchFamily="66" charset="0"/>
              </a:rPr>
              <a:t>Conditional Rendering </a:t>
            </a:r>
            <a:r>
              <a:rPr lang="en-US" sz="2100" b="1" dirty="0">
                <a:latin typeface="Cavolini" panose="03000502040302020204" pitchFamily="66" charset="0"/>
                <a:cs typeface="Cavolini" panose="03000502040302020204" pitchFamily="66" charset="0"/>
              </a:rPr>
              <a:t>continued…</a:t>
            </a:r>
          </a:p>
        </p:txBody>
      </p:sp>
      <p:grpSp>
        <p:nvGrpSpPr>
          <p:cNvPr id="6" name="Group 5">
            <a:extLst>
              <a:ext uri="{FF2B5EF4-FFF2-40B4-BE49-F238E27FC236}">
                <a16:creationId xmlns:a16="http://schemas.microsoft.com/office/drawing/2014/main" id="{752A73B4-49EC-E765-1462-2A106F07C3D4}"/>
              </a:ext>
            </a:extLst>
          </p:cNvPr>
          <p:cNvGrpSpPr/>
          <p:nvPr/>
        </p:nvGrpSpPr>
        <p:grpSpPr>
          <a:xfrm>
            <a:off x="481809" y="1152868"/>
            <a:ext cx="8950321" cy="182880"/>
            <a:chOff x="1089027" y="1251583"/>
            <a:chExt cx="8950321" cy="182880"/>
          </a:xfrm>
        </p:grpSpPr>
        <p:cxnSp>
          <p:nvCxnSpPr>
            <p:cNvPr id="4" name="Straight Connector 3">
              <a:extLst>
                <a:ext uri="{FF2B5EF4-FFF2-40B4-BE49-F238E27FC236}">
                  <a16:creationId xmlns:a16="http://schemas.microsoft.com/office/drawing/2014/main" id="{1111542F-3245-DDEC-4B5A-7412E7DBE5FD}"/>
                </a:ext>
              </a:extLst>
            </p:cNvPr>
            <p:cNvCxnSpPr/>
            <p:nvPr/>
          </p:nvCxnSpPr>
          <p:spPr>
            <a:xfrm>
              <a:off x="1089027" y="1347537"/>
              <a:ext cx="8786493" cy="0"/>
            </a:xfrm>
            <a:prstGeom prst="line">
              <a:avLst/>
            </a:prstGeom>
            <a:ln w="38100">
              <a:solidFill>
                <a:srgbClr val="595959"/>
              </a:solidFill>
            </a:ln>
            <a:effectLst>
              <a:reflection blurRad="6350" stA="50000" endA="275" endPos="40000" dist="101600" dir="5400000" sy="-100000" algn="bl" rotWithShape="0"/>
              <a:softEdge rad="12700"/>
            </a:effectLst>
          </p:spPr>
          <p:style>
            <a:lnRef idx="3">
              <a:schemeClr val="dk1"/>
            </a:lnRef>
            <a:fillRef idx="0">
              <a:schemeClr val="dk1"/>
            </a:fillRef>
            <a:effectRef idx="2">
              <a:schemeClr val="dk1"/>
            </a:effectRef>
            <a:fontRef idx="minor">
              <a:schemeClr val="tx1"/>
            </a:fontRef>
          </p:style>
        </p:cxnSp>
        <p:sp>
          <p:nvSpPr>
            <p:cNvPr id="5" name="Flowchart: Connector 4">
              <a:extLst>
                <a:ext uri="{FF2B5EF4-FFF2-40B4-BE49-F238E27FC236}">
                  <a16:creationId xmlns:a16="http://schemas.microsoft.com/office/drawing/2014/main" id="{B2858492-B751-8ED7-57BE-708D61DDCF50}"/>
                </a:ext>
              </a:extLst>
            </p:cNvPr>
            <p:cNvSpPr/>
            <p:nvPr/>
          </p:nvSpPr>
          <p:spPr>
            <a:xfrm>
              <a:off x="9856468" y="1251583"/>
              <a:ext cx="182880" cy="182880"/>
            </a:xfrm>
            <a:prstGeom prst="flowChartConnector">
              <a:avLst/>
            </a:prstGeom>
            <a:ln>
              <a:noFill/>
            </a:ln>
            <a:effectLst>
              <a:outerShdw blurRad="50800" dist="38100" dir="2700000" algn="tl"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3" name="Rectangle 1">
            <a:extLst>
              <a:ext uri="{FF2B5EF4-FFF2-40B4-BE49-F238E27FC236}">
                <a16:creationId xmlns:a16="http://schemas.microsoft.com/office/drawing/2014/main" id="{8B801F13-4ED0-2181-7D1F-F7640C58C8BC}"/>
              </a:ext>
            </a:extLst>
          </p:cNvPr>
          <p:cNvSpPr>
            <a:spLocks noChangeArrowheads="1"/>
          </p:cNvSpPr>
          <p:nvPr/>
        </p:nvSpPr>
        <p:spPr bwMode="auto">
          <a:xfrm>
            <a:off x="0" y="67017"/>
            <a:ext cx="65" cy="323165"/>
          </a:xfrm>
          <a:prstGeom prst="rect">
            <a:avLst/>
          </a:prstGeom>
          <a:solidFill>
            <a:srgbClr val="181A1B"/>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0" tIns="0" rIns="0" bIns="0" numCol="1" anchor="ctr"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2100" b="1" i="0" u="none" strike="noStrike" cap="none" normalizeH="0" baseline="0" dirty="0">
              <a:ln>
                <a:noFill/>
              </a:ln>
              <a:effectLst/>
              <a:latin typeface="Cavolini" panose="03000502040302020204" pitchFamily="66" charset="0"/>
              <a:cs typeface="Cavolini" panose="03000502040302020204" pitchFamily="66" charset="0"/>
            </a:endParaRPr>
          </a:p>
        </p:txBody>
      </p:sp>
      <p:sp>
        <p:nvSpPr>
          <p:cNvPr id="14" name="TextBox 13">
            <a:extLst>
              <a:ext uri="{FF2B5EF4-FFF2-40B4-BE49-F238E27FC236}">
                <a16:creationId xmlns:a16="http://schemas.microsoft.com/office/drawing/2014/main" id="{CD64B2A9-87C6-C316-EF9E-C4E6DC9A9ADB}"/>
              </a:ext>
            </a:extLst>
          </p:cNvPr>
          <p:cNvSpPr txBox="1"/>
          <p:nvPr/>
        </p:nvSpPr>
        <p:spPr>
          <a:xfrm>
            <a:off x="468582" y="2295583"/>
            <a:ext cx="11312739" cy="1384995"/>
          </a:xfrm>
          <a:prstGeom prst="rect">
            <a:avLst/>
          </a:prstGeom>
          <a:noFill/>
        </p:spPr>
        <p:txBody>
          <a:bodyPr wrap="square">
            <a:spAutoFit/>
          </a:bodyPr>
          <a:lstStyle/>
          <a:p>
            <a:r>
              <a:rPr lang="en-US" sz="2100" b="1" dirty="0">
                <a:effectLst/>
                <a:latin typeface="Cavolini" panose="03000502040302020204" pitchFamily="66" charset="0"/>
                <a:cs typeface="Cavolini" panose="03000502040302020204" pitchFamily="66" charset="0"/>
              </a:rPr>
              <a:t>Another method for conditionally rendering elements inline is to use the JavaScript conditional operator condition ? true : false.</a:t>
            </a:r>
          </a:p>
          <a:p>
            <a:br>
              <a:rPr lang="en-US" sz="2100" b="1" dirty="0">
                <a:effectLst/>
                <a:latin typeface="Cavolini" panose="03000502040302020204" pitchFamily="66" charset="0"/>
                <a:cs typeface="Cavolini" panose="03000502040302020204" pitchFamily="66" charset="0"/>
              </a:rPr>
            </a:br>
            <a:r>
              <a:rPr lang="en-US" sz="2100" b="1" dirty="0">
                <a:effectLst/>
                <a:latin typeface="Cavolini" panose="03000502040302020204" pitchFamily="66" charset="0"/>
                <a:cs typeface="Cavolini" panose="03000502040302020204" pitchFamily="66" charset="0"/>
              </a:rPr>
              <a:t>In the example below, we use it to conditionally render a small block of text.</a:t>
            </a:r>
          </a:p>
        </p:txBody>
      </p:sp>
      <p:pic>
        <p:nvPicPr>
          <p:cNvPr id="8" name="Graphic 7" descr="Atom with solid fill">
            <a:extLst>
              <a:ext uri="{FF2B5EF4-FFF2-40B4-BE49-F238E27FC236}">
                <a16:creationId xmlns:a16="http://schemas.microsoft.com/office/drawing/2014/main" id="{09984D74-8566-2D7F-A9A7-F6B0BD34C985}"/>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473345" y="1484034"/>
            <a:ext cx="685800" cy="685800"/>
          </a:xfrm>
          <a:prstGeom prst="rect">
            <a:avLst/>
          </a:prstGeom>
        </p:spPr>
      </p:pic>
      <p:sp>
        <p:nvSpPr>
          <p:cNvPr id="9" name="TextBox 8">
            <a:extLst>
              <a:ext uri="{FF2B5EF4-FFF2-40B4-BE49-F238E27FC236}">
                <a16:creationId xmlns:a16="http://schemas.microsoft.com/office/drawing/2014/main" id="{93C4C4E5-03B2-D168-3F50-9539B6EA95AB}"/>
              </a:ext>
            </a:extLst>
          </p:cNvPr>
          <p:cNvSpPr txBox="1"/>
          <p:nvPr/>
        </p:nvSpPr>
        <p:spPr>
          <a:xfrm flipH="1">
            <a:off x="1250396" y="1619185"/>
            <a:ext cx="7596740" cy="415498"/>
          </a:xfrm>
          <a:prstGeom prst="rect">
            <a:avLst/>
          </a:prstGeom>
          <a:noFill/>
        </p:spPr>
        <p:txBody>
          <a:bodyPr wrap="square" rtlCol="0">
            <a:spAutoFit/>
          </a:bodyPr>
          <a:lstStyle/>
          <a:p>
            <a:pPr algn="l"/>
            <a:r>
              <a:rPr lang="en-US" sz="2100" b="1" i="0" dirty="0">
                <a:effectLst/>
                <a:latin typeface="Cavolini" panose="03000502040302020204" pitchFamily="66" charset="0"/>
                <a:cs typeface="Cavolini" panose="03000502040302020204" pitchFamily="66" charset="0"/>
              </a:rPr>
              <a:t>Inline If-Else with Conditional Operator</a:t>
            </a:r>
          </a:p>
        </p:txBody>
      </p:sp>
      <p:sp>
        <p:nvSpPr>
          <p:cNvPr id="12" name="TextBox 11">
            <a:extLst>
              <a:ext uri="{FF2B5EF4-FFF2-40B4-BE49-F238E27FC236}">
                <a16:creationId xmlns:a16="http://schemas.microsoft.com/office/drawing/2014/main" id="{60DB7A83-DA0A-A7A7-A749-A23F819B5193}"/>
              </a:ext>
            </a:extLst>
          </p:cNvPr>
          <p:cNvSpPr txBox="1"/>
          <p:nvPr/>
        </p:nvSpPr>
        <p:spPr>
          <a:xfrm>
            <a:off x="468582" y="3806327"/>
            <a:ext cx="10504218" cy="2308324"/>
          </a:xfrm>
          <a:prstGeom prst="rect">
            <a:avLst/>
          </a:prstGeom>
          <a:noFill/>
        </p:spPr>
        <p:txBody>
          <a:bodyPr wrap="square" numCol="1">
            <a:spAutoFit/>
          </a:bodyPr>
          <a:lstStyle/>
          <a:p>
            <a:r>
              <a:rPr lang="en-US" b="1" dirty="0">
                <a:solidFill>
                  <a:srgbClr val="36F9F6"/>
                </a:solidFill>
                <a:effectLst/>
                <a:latin typeface="Cascadia Code" panose="020B0609020000020004" pitchFamily="49" charset="0"/>
              </a:rPr>
              <a:t>render</a:t>
            </a:r>
            <a:r>
              <a:rPr lang="en-US" b="1" dirty="0">
                <a:solidFill>
                  <a:srgbClr val="BBBBBB"/>
                </a:solidFill>
                <a:effectLst/>
                <a:latin typeface="Cascadia Code" panose="020B0609020000020004" pitchFamily="49" charset="0"/>
              </a:rPr>
              <a:t>() {</a:t>
            </a:r>
          </a:p>
          <a:p>
            <a:r>
              <a:rPr lang="en-US" b="1" dirty="0">
                <a:solidFill>
                  <a:srgbClr val="BBBBBB"/>
                </a:solidFill>
                <a:effectLst/>
                <a:latin typeface="Cascadia Code" panose="020B0609020000020004" pitchFamily="49" charset="0"/>
              </a:rPr>
              <a:t>  </a:t>
            </a:r>
            <a:r>
              <a:rPr lang="en-US" b="1" dirty="0">
                <a:solidFill>
                  <a:srgbClr val="FEDE5D"/>
                </a:solidFill>
                <a:effectLst/>
                <a:latin typeface="Cascadia Code" panose="020B0609020000020004" pitchFamily="49" charset="0"/>
              </a:rPr>
              <a:t>const</a:t>
            </a:r>
            <a:r>
              <a:rPr lang="en-US" b="1" dirty="0">
                <a:solidFill>
                  <a:srgbClr val="BBBBBB"/>
                </a:solidFill>
                <a:effectLst/>
                <a:latin typeface="Cascadia Code" panose="020B0609020000020004" pitchFamily="49" charset="0"/>
              </a:rPr>
              <a:t> </a:t>
            </a:r>
            <a:r>
              <a:rPr lang="en-US" b="1" dirty="0" err="1">
                <a:solidFill>
                  <a:srgbClr val="FF7EDB"/>
                </a:solidFill>
                <a:effectLst/>
                <a:latin typeface="Cascadia Code" panose="020B0609020000020004" pitchFamily="49" charset="0"/>
              </a:rPr>
              <a:t>isLoggedIn</a:t>
            </a:r>
            <a:r>
              <a:rPr lang="en-US" b="1" dirty="0">
                <a:solidFill>
                  <a:srgbClr val="BBBBBB"/>
                </a:solidFill>
                <a:effectLst/>
                <a:latin typeface="Cascadia Code" panose="020B0609020000020004" pitchFamily="49" charset="0"/>
              </a:rPr>
              <a:t> </a:t>
            </a:r>
            <a:r>
              <a:rPr lang="en-US" b="1" dirty="0">
                <a:solidFill>
                  <a:srgbClr val="FFFFFF"/>
                </a:solidFill>
                <a:effectLst/>
                <a:latin typeface="Cascadia Code" panose="020B0609020000020004" pitchFamily="49" charset="0"/>
              </a:rPr>
              <a:t>=</a:t>
            </a:r>
            <a:r>
              <a:rPr lang="en-US" b="1" dirty="0">
                <a:solidFill>
                  <a:srgbClr val="BBBBBB"/>
                </a:solidFill>
                <a:effectLst/>
                <a:latin typeface="Cascadia Code" panose="020B0609020000020004" pitchFamily="49" charset="0"/>
              </a:rPr>
              <a:t> </a:t>
            </a:r>
            <a:r>
              <a:rPr lang="en-US" b="1" dirty="0" err="1">
                <a:solidFill>
                  <a:srgbClr val="FE4450"/>
                </a:solidFill>
                <a:effectLst/>
                <a:latin typeface="Cascadia Code" panose="020B0609020000020004" pitchFamily="49" charset="0"/>
              </a:rPr>
              <a:t>this</a:t>
            </a:r>
            <a:r>
              <a:rPr lang="en-US" b="1" dirty="0" err="1">
                <a:solidFill>
                  <a:srgbClr val="BBBBBB"/>
                </a:solidFill>
                <a:effectLst/>
                <a:latin typeface="Cascadia Code" panose="020B0609020000020004" pitchFamily="49" charset="0"/>
              </a:rPr>
              <a:t>.</a:t>
            </a:r>
            <a:r>
              <a:rPr lang="en-US" b="1" dirty="0" err="1">
                <a:solidFill>
                  <a:srgbClr val="FF7EDB"/>
                </a:solidFill>
                <a:effectLst/>
                <a:latin typeface="Cascadia Code" panose="020B0609020000020004" pitchFamily="49" charset="0"/>
              </a:rPr>
              <a:t>state</a:t>
            </a:r>
            <a:r>
              <a:rPr lang="en-US" b="1" dirty="0" err="1">
                <a:solidFill>
                  <a:srgbClr val="BBBBBB"/>
                </a:solidFill>
                <a:effectLst/>
                <a:latin typeface="Cascadia Code" panose="020B0609020000020004" pitchFamily="49" charset="0"/>
              </a:rPr>
              <a:t>.</a:t>
            </a:r>
            <a:r>
              <a:rPr lang="en-US" b="1" dirty="0" err="1">
                <a:solidFill>
                  <a:srgbClr val="2EE2FA"/>
                </a:solidFill>
                <a:effectLst/>
                <a:latin typeface="Cascadia Code" panose="020B0609020000020004" pitchFamily="49" charset="0"/>
              </a:rPr>
              <a:t>isLoggedIn</a:t>
            </a:r>
            <a:r>
              <a:rPr lang="en-US" b="1" dirty="0">
                <a:solidFill>
                  <a:srgbClr val="BBBBBB"/>
                </a:solidFill>
                <a:effectLst/>
                <a:latin typeface="Cascadia Code" panose="020B0609020000020004" pitchFamily="49" charset="0"/>
              </a:rPr>
              <a:t>;</a:t>
            </a:r>
          </a:p>
          <a:p>
            <a:r>
              <a:rPr lang="en-US" b="1" dirty="0">
                <a:solidFill>
                  <a:srgbClr val="BBBBBB"/>
                </a:solidFill>
                <a:effectLst/>
                <a:latin typeface="Cascadia Code" panose="020B0609020000020004" pitchFamily="49" charset="0"/>
              </a:rPr>
              <a:t>  </a:t>
            </a:r>
            <a:r>
              <a:rPr lang="en-US" b="1" dirty="0">
                <a:solidFill>
                  <a:srgbClr val="FEDE5D"/>
                </a:solidFill>
                <a:effectLst/>
                <a:latin typeface="Cascadia Code" panose="020B0609020000020004" pitchFamily="49" charset="0"/>
              </a:rPr>
              <a:t>return</a:t>
            </a:r>
            <a:r>
              <a:rPr lang="en-US" b="1" dirty="0">
                <a:solidFill>
                  <a:srgbClr val="BBBBBB"/>
                </a:solidFill>
                <a:effectLst/>
                <a:latin typeface="Cascadia Code" panose="020B0609020000020004" pitchFamily="49" charset="0"/>
              </a:rPr>
              <a:t> (</a:t>
            </a:r>
          </a:p>
          <a:p>
            <a:r>
              <a:rPr lang="en-US" b="1" dirty="0">
                <a:solidFill>
                  <a:srgbClr val="BBBBBB"/>
                </a:solidFill>
                <a:effectLst/>
                <a:latin typeface="Cascadia Code" panose="020B0609020000020004" pitchFamily="49" charset="0"/>
              </a:rPr>
              <a:t>    </a:t>
            </a:r>
            <a:r>
              <a:rPr lang="en-US" b="1" dirty="0">
                <a:solidFill>
                  <a:srgbClr val="36F9F6"/>
                </a:solidFill>
                <a:effectLst/>
                <a:latin typeface="Cascadia Code" panose="020B0609020000020004" pitchFamily="49" charset="0"/>
              </a:rPr>
              <a:t>&lt;</a:t>
            </a:r>
            <a:r>
              <a:rPr lang="en-US" b="1" dirty="0">
                <a:solidFill>
                  <a:srgbClr val="72F1B8"/>
                </a:solidFill>
                <a:effectLst/>
                <a:latin typeface="Cascadia Code" panose="020B0609020000020004" pitchFamily="49" charset="0"/>
              </a:rPr>
              <a:t>div</a:t>
            </a:r>
            <a:r>
              <a:rPr lang="en-US" b="1" dirty="0">
                <a:solidFill>
                  <a:srgbClr val="36F9F6"/>
                </a:solidFill>
                <a:effectLst/>
                <a:latin typeface="Cascadia Code" panose="020B0609020000020004" pitchFamily="49" charset="0"/>
              </a:rPr>
              <a:t>&gt;</a:t>
            </a:r>
            <a:endParaRPr lang="en-US" b="1" dirty="0">
              <a:solidFill>
                <a:srgbClr val="BBBBBB"/>
              </a:solidFill>
              <a:effectLst/>
              <a:latin typeface="Cascadia Code" panose="020B0609020000020004" pitchFamily="49" charset="0"/>
            </a:endParaRPr>
          </a:p>
          <a:p>
            <a:r>
              <a:rPr lang="en-US" b="1" dirty="0">
                <a:solidFill>
                  <a:srgbClr val="BBBBBB"/>
                </a:solidFill>
                <a:effectLst/>
                <a:latin typeface="Cascadia Code" panose="020B0609020000020004" pitchFamily="49" charset="0"/>
              </a:rPr>
              <a:t>      The user is </a:t>
            </a:r>
            <a:r>
              <a:rPr lang="en-US" b="1" dirty="0">
                <a:solidFill>
                  <a:srgbClr val="36F9F6"/>
                </a:solidFill>
                <a:effectLst/>
                <a:latin typeface="Cascadia Code" panose="020B0609020000020004" pitchFamily="49" charset="0"/>
              </a:rPr>
              <a:t>&lt;</a:t>
            </a:r>
            <a:r>
              <a:rPr lang="en-US" b="1" dirty="0">
                <a:solidFill>
                  <a:srgbClr val="72F1B8"/>
                </a:solidFill>
                <a:effectLst/>
                <a:latin typeface="Cascadia Code" panose="020B0609020000020004" pitchFamily="49" charset="0"/>
              </a:rPr>
              <a:t>b</a:t>
            </a:r>
            <a:r>
              <a:rPr lang="en-US" b="1" dirty="0">
                <a:solidFill>
                  <a:srgbClr val="36F9F6"/>
                </a:solidFill>
                <a:effectLst/>
                <a:latin typeface="Cascadia Code" panose="020B0609020000020004" pitchFamily="49" charset="0"/>
              </a:rPr>
              <a:t>&gt;</a:t>
            </a:r>
            <a:r>
              <a:rPr lang="en-US" b="1" dirty="0">
                <a:solidFill>
                  <a:srgbClr val="FEDE5D"/>
                </a:solidFill>
                <a:effectLst/>
                <a:latin typeface="Cascadia Code" panose="020B0609020000020004" pitchFamily="49" charset="0"/>
              </a:rPr>
              <a:t>{</a:t>
            </a:r>
            <a:r>
              <a:rPr lang="en-US" b="1" dirty="0" err="1">
                <a:solidFill>
                  <a:srgbClr val="FF7EDB"/>
                </a:solidFill>
                <a:effectLst/>
                <a:latin typeface="Cascadia Code" panose="020B0609020000020004" pitchFamily="49" charset="0"/>
              </a:rPr>
              <a:t>isLoggedIn</a:t>
            </a:r>
            <a:r>
              <a:rPr lang="en-US" b="1" dirty="0">
                <a:solidFill>
                  <a:srgbClr val="BBBBBB"/>
                </a:solidFill>
                <a:effectLst/>
                <a:latin typeface="Cascadia Code" panose="020B0609020000020004" pitchFamily="49" charset="0"/>
              </a:rPr>
              <a:t> </a:t>
            </a:r>
            <a:r>
              <a:rPr lang="en-US" b="1" dirty="0">
                <a:solidFill>
                  <a:srgbClr val="FEDE5D"/>
                </a:solidFill>
                <a:effectLst/>
                <a:latin typeface="Cascadia Code" panose="020B0609020000020004" pitchFamily="49" charset="0"/>
              </a:rPr>
              <a:t>?</a:t>
            </a:r>
            <a:r>
              <a:rPr lang="en-US" b="1" dirty="0">
                <a:solidFill>
                  <a:srgbClr val="BBBBBB"/>
                </a:solidFill>
                <a:effectLst/>
                <a:latin typeface="Cascadia Code" panose="020B0609020000020004" pitchFamily="49" charset="0"/>
              </a:rPr>
              <a:t> </a:t>
            </a:r>
            <a:r>
              <a:rPr lang="en-US" b="1" dirty="0">
                <a:solidFill>
                  <a:srgbClr val="FF8B39"/>
                </a:solidFill>
                <a:effectLst/>
                <a:latin typeface="Cascadia Code" panose="020B0609020000020004" pitchFamily="49" charset="0"/>
              </a:rPr>
              <a:t>'currently'</a:t>
            </a:r>
            <a:r>
              <a:rPr lang="en-US" b="1" dirty="0">
                <a:solidFill>
                  <a:srgbClr val="BBBBBB"/>
                </a:solidFill>
                <a:effectLst/>
                <a:latin typeface="Cascadia Code" panose="020B0609020000020004" pitchFamily="49" charset="0"/>
              </a:rPr>
              <a:t> </a:t>
            </a:r>
            <a:r>
              <a:rPr lang="en-US" b="1" dirty="0">
                <a:solidFill>
                  <a:srgbClr val="FEDE5D"/>
                </a:solidFill>
                <a:effectLst/>
                <a:latin typeface="Cascadia Code" panose="020B0609020000020004" pitchFamily="49" charset="0"/>
              </a:rPr>
              <a:t>:</a:t>
            </a:r>
            <a:r>
              <a:rPr lang="en-US" b="1" dirty="0">
                <a:solidFill>
                  <a:srgbClr val="BBBBBB"/>
                </a:solidFill>
                <a:effectLst/>
                <a:latin typeface="Cascadia Code" panose="020B0609020000020004" pitchFamily="49" charset="0"/>
              </a:rPr>
              <a:t> </a:t>
            </a:r>
            <a:r>
              <a:rPr lang="en-US" b="1" dirty="0">
                <a:solidFill>
                  <a:srgbClr val="FF8B39"/>
                </a:solidFill>
                <a:effectLst/>
                <a:latin typeface="Cascadia Code" panose="020B0609020000020004" pitchFamily="49" charset="0"/>
              </a:rPr>
              <a:t>'not'</a:t>
            </a:r>
            <a:r>
              <a:rPr lang="en-US" b="1" dirty="0">
                <a:solidFill>
                  <a:srgbClr val="FEDE5D"/>
                </a:solidFill>
                <a:effectLst/>
                <a:latin typeface="Cascadia Code" panose="020B0609020000020004" pitchFamily="49" charset="0"/>
              </a:rPr>
              <a:t>}</a:t>
            </a:r>
            <a:r>
              <a:rPr lang="en-US" b="1" dirty="0">
                <a:solidFill>
                  <a:srgbClr val="36F9F6"/>
                </a:solidFill>
                <a:effectLst/>
                <a:latin typeface="Cascadia Code" panose="020B0609020000020004" pitchFamily="49" charset="0"/>
              </a:rPr>
              <a:t>&lt;/</a:t>
            </a:r>
            <a:r>
              <a:rPr lang="en-US" b="1" dirty="0">
                <a:solidFill>
                  <a:srgbClr val="72F1B8"/>
                </a:solidFill>
                <a:effectLst/>
                <a:latin typeface="Cascadia Code" panose="020B0609020000020004" pitchFamily="49" charset="0"/>
              </a:rPr>
              <a:t>b</a:t>
            </a:r>
            <a:r>
              <a:rPr lang="en-US" b="1" dirty="0">
                <a:solidFill>
                  <a:srgbClr val="36F9F6"/>
                </a:solidFill>
                <a:effectLst/>
                <a:latin typeface="Cascadia Code" panose="020B0609020000020004" pitchFamily="49" charset="0"/>
              </a:rPr>
              <a:t>&gt;</a:t>
            </a:r>
            <a:r>
              <a:rPr lang="en-US" b="1" dirty="0">
                <a:solidFill>
                  <a:srgbClr val="BBBBBB"/>
                </a:solidFill>
                <a:effectLst/>
                <a:latin typeface="Cascadia Code" panose="020B0609020000020004" pitchFamily="49" charset="0"/>
              </a:rPr>
              <a:t> logged in.</a:t>
            </a:r>
          </a:p>
          <a:p>
            <a:r>
              <a:rPr lang="en-US" b="1" dirty="0">
                <a:solidFill>
                  <a:srgbClr val="BBBBBB"/>
                </a:solidFill>
                <a:effectLst/>
                <a:latin typeface="Cascadia Code" panose="020B0609020000020004" pitchFamily="49" charset="0"/>
              </a:rPr>
              <a:t>    </a:t>
            </a:r>
            <a:r>
              <a:rPr lang="en-US" b="1" dirty="0">
                <a:solidFill>
                  <a:srgbClr val="36F9F6"/>
                </a:solidFill>
                <a:effectLst/>
                <a:latin typeface="Cascadia Code" panose="020B0609020000020004" pitchFamily="49" charset="0"/>
              </a:rPr>
              <a:t>&lt;/</a:t>
            </a:r>
            <a:r>
              <a:rPr lang="en-US" b="1" dirty="0">
                <a:solidFill>
                  <a:srgbClr val="72F1B8"/>
                </a:solidFill>
                <a:effectLst/>
                <a:latin typeface="Cascadia Code" panose="020B0609020000020004" pitchFamily="49" charset="0"/>
              </a:rPr>
              <a:t>div</a:t>
            </a:r>
            <a:r>
              <a:rPr lang="en-US" b="1" dirty="0">
                <a:solidFill>
                  <a:srgbClr val="36F9F6"/>
                </a:solidFill>
                <a:effectLst/>
                <a:latin typeface="Cascadia Code" panose="020B0609020000020004" pitchFamily="49" charset="0"/>
              </a:rPr>
              <a:t>&gt;</a:t>
            </a:r>
            <a:endParaRPr lang="en-US" b="1" dirty="0">
              <a:solidFill>
                <a:srgbClr val="BBBBBB"/>
              </a:solidFill>
              <a:effectLst/>
              <a:latin typeface="Cascadia Code" panose="020B0609020000020004" pitchFamily="49" charset="0"/>
            </a:endParaRPr>
          </a:p>
          <a:p>
            <a:r>
              <a:rPr lang="en-US" b="1" dirty="0">
                <a:solidFill>
                  <a:srgbClr val="BBBBBB"/>
                </a:solidFill>
                <a:effectLst/>
                <a:latin typeface="Cascadia Code" panose="020B0609020000020004" pitchFamily="49" charset="0"/>
              </a:rPr>
              <a:t>  );</a:t>
            </a:r>
          </a:p>
          <a:p>
            <a:r>
              <a:rPr lang="en-US" b="1" dirty="0">
                <a:solidFill>
                  <a:srgbClr val="BBBBBB"/>
                </a:solidFill>
                <a:effectLst/>
                <a:latin typeface="Cascadia Code" panose="020B0609020000020004" pitchFamily="49" charset="0"/>
              </a:rPr>
              <a:t>}</a:t>
            </a:r>
          </a:p>
        </p:txBody>
      </p:sp>
    </p:spTree>
    <p:extLst>
      <p:ext uri="{BB962C8B-B14F-4D97-AF65-F5344CB8AC3E}">
        <p14:creationId xmlns:p14="http://schemas.microsoft.com/office/powerpoint/2010/main" val="4036874256"/>
      </p:ext>
    </p:extLst>
  </p:cSld>
  <p:clrMapOvr>
    <a:overrideClrMapping bg1="dk1" tx1="lt1" bg2="dk2" tx2="lt2" accent1="accent1" accent2="accent2" accent3="accent3" accent4="accent4" accent5="accent5" accent6="accent6" hlink="hlink" folHlink="folHlink"/>
  </p:clrMapOvr>
  <mc:AlternateContent xmlns:mc="http://schemas.openxmlformats.org/markup-compatibility/2006" xmlns:p159="http://schemas.microsoft.com/office/powerpoint/2015/09/main">
    <mc:Choice Requires="p159">
      <p:transition>
        <p159:morph option="byObject"/>
      </p:transition>
    </mc:Choice>
    <mc:Fallback xmlns="">
      <p:transition>
        <p:fade/>
      </p:transition>
    </mc:Fallback>
  </mc:AlternateContent>
</p:sld>
</file>

<file path=ppt/slides/slide53.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sp useBgFill="1">
        <p:nvSpPr>
          <p:cNvPr id="21" name="Rectangle 20">
            <a:extLst>
              <a:ext uri="{FF2B5EF4-FFF2-40B4-BE49-F238E27FC236}">
                <a16:creationId xmlns:a16="http://schemas.microsoft.com/office/drawing/2014/main" id="{E5A92FE9-DB05-4D0D-AF5A-BE8664B9FFB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grpSp>
        <p:nvGrpSpPr>
          <p:cNvPr id="23" name="Group 22">
            <a:extLst>
              <a:ext uri="{FF2B5EF4-FFF2-40B4-BE49-F238E27FC236}">
                <a16:creationId xmlns:a16="http://schemas.microsoft.com/office/drawing/2014/main" id="{53D9B26A-5143-49A7-BA98-D871D5BD719A}"/>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flipH="1">
            <a:off x="6526211" y="1"/>
            <a:ext cx="5014912" cy="6857999"/>
            <a:chOff x="2928938" y="-4763"/>
            <a:chExt cx="5014912" cy="6862763"/>
          </a:xfrm>
        </p:grpSpPr>
        <p:sp>
          <p:nvSpPr>
            <p:cNvPr id="24" name="Freeform 6">
              <a:extLst>
                <a:ext uri="{FF2B5EF4-FFF2-40B4-BE49-F238E27FC236}">
                  <a16:creationId xmlns:a16="http://schemas.microsoft.com/office/drawing/2014/main" id="{68B85E55-A2A1-4682-B891-F201358A92D5}"/>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3367088" y="-4763"/>
              <a:ext cx="1063625" cy="2782888"/>
            </a:xfrm>
            <a:custGeom>
              <a:avLst/>
              <a:gdLst/>
              <a:ahLst/>
              <a:cxnLst/>
              <a:rect l="0" t="0" r="r" b="b"/>
              <a:pathLst>
                <a:path w="670" h="1753">
                  <a:moveTo>
                    <a:pt x="0" y="1696"/>
                  </a:moveTo>
                  <a:lnTo>
                    <a:pt x="225" y="1753"/>
                  </a:lnTo>
                  <a:lnTo>
                    <a:pt x="670" y="0"/>
                  </a:lnTo>
                  <a:lnTo>
                    <a:pt x="430" y="0"/>
                  </a:lnTo>
                  <a:lnTo>
                    <a:pt x="0" y="1696"/>
                  </a:lnTo>
                  <a:close/>
                </a:path>
              </a:pathLst>
            </a:custGeom>
            <a:solidFill>
              <a:schemeClr val="accent1"/>
            </a:solidFill>
            <a:ln>
              <a:noFill/>
            </a:ln>
          </p:spPr>
          <p:txBody>
            <a:bodyPr/>
            <a:lstStyle/>
            <a:p>
              <a:endParaRPr lang="en-US"/>
            </a:p>
          </p:txBody>
        </p:sp>
        <p:sp>
          <p:nvSpPr>
            <p:cNvPr id="25" name="Freeform 7">
              <a:extLst>
                <a:ext uri="{FF2B5EF4-FFF2-40B4-BE49-F238E27FC236}">
                  <a16:creationId xmlns:a16="http://schemas.microsoft.com/office/drawing/2014/main" id="{45EF6EDB-9B5D-49E9-96FA-1AE08BF95E57}"/>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2928938" y="-4763"/>
              <a:ext cx="1035050" cy="2673350"/>
            </a:xfrm>
            <a:custGeom>
              <a:avLst/>
              <a:gdLst/>
              <a:ahLst/>
              <a:cxnLst/>
              <a:rect l="0" t="0" r="r" b="b"/>
              <a:pathLst>
                <a:path w="652" h="1684">
                  <a:moveTo>
                    <a:pt x="225" y="1684"/>
                  </a:moveTo>
                  <a:lnTo>
                    <a:pt x="652" y="0"/>
                  </a:lnTo>
                  <a:lnTo>
                    <a:pt x="411" y="0"/>
                  </a:lnTo>
                  <a:lnTo>
                    <a:pt x="0" y="1627"/>
                  </a:lnTo>
                  <a:lnTo>
                    <a:pt x="219" y="1681"/>
                  </a:lnTo>
                  <a:lnTo>
                    <a:pt x="225" y="1684"/>
                  </a:lnTo>
                  <a:close/>
                </a:path>
              </a:pathLst>
            </a:custGeom>
            <a:solidFill>
              <a:srgbClr val="595959"/>
            </a:solidFill>
            <a:ln>
              <a:noFill/>
            </a:ln>
          </p:spPr>
          <p:txBody>
            <a:bodyPr/>
            <a:lstStyle/>
            <a:p>
              <a:endParaRPr lang="en-US"/>
            </a:p>
          </p:txBody>
        </p:sp>
        <p:sp>
          <p:nvSpPr>
            <p:cNvPr id="26" name="Freeform 12">
              <a:extLst>
                <a:ext uri="{FF2B5EF4-FFF2-40B4-BE49-F238E27FC236}">
                  <a16:creationId xmlns:a16="http://schemas.microsoft.com/office/drawing/2014/main" id="{38338226-D6E2-4EEE-B271-DB4BD096DBA1}"/>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2928938" y="2582862"/>
              <a:ext cx="2693987" cy="4275138"/>
            </a:xfrm>
            <a:custGeom>
              <a:avLst/>
              <a:gdLst/>
              <a:ahLst/>
              <a:cxnLst/>
              <a:rect l="0" t="0" r="r" b="b"/>
              <a:pathLst>
                <a:path w="1697" h="2693">
                  <a:moveTo>
                    <a:pt x="0" y="0"/>
                  </a:moveTo>
                  <a:lnTo>
                    <a:pt x="1622" y="2693"/>
                  </a:lnTo>
                  <a:lnTo>
                    <a:pt x="1697" y="2693"/>
                  </a:lnTo>
                  <a:lnTo>
                    <a:pt x="0" y="0"/>
                  </a:lnTo>
                  <a:close/>
                </a:path>
              </a:pathLst>
            </a:custGeom>
            <a:solidFill>
              <a:srgbClr val="262626"/>
            </a:solidFill>
            <a:ln>
              <a:noFill/>
            </a:ln>
          </p:spPr>
          <p:txBody>
            <a:bodyPr/>
            <a:lstStyle/>
            <a:p>
              <a:endParaRPr lang="en-US"/>
            </a:p>
          </p:txBody>
        </p:sp>
        <p:sp>
          <p:nvSpPr>
            <p:cNvPr id="27" name="Freeform 13">
              <a:extLst>
                <a:ext uri="{FF2B5EF4-FFF2-40B4-BE49-F238E27FC236}">
                  <a16:creationId xmlns:a16="http://schemas.microsoft.com/office/drawing/2014/main" id="{4878FB48-17B3-4A11-8025-DE0945CD4E71}"/>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3371850" y="2692400"/>
              <a:ext cx="3332162" cy="4165600"/>
            </a:xfrm>
            <a:custGeom>
              <a:avLst/>
              <a:gdLst/>
              <a:ahLst/>
              <a:cxnLst/>
              <a:rect l="0" t="0" r="r" b="b"/>
              <a:pathLst>
                <a:path w="2099" h="2624">
                  <a:moveTo>
                    <a:pt x="2099" y="2624"/>
                  </a:moveTo>
                  <a:lnTo>
                    <a:pt x="0" y="0"/>
                  </a:lnTo>
                  <a:lnTo>
                    <a:pt x="2021" y="2624"/>
                  </a:lnTo>
                  <a:lnTo>
                    <a:pt x="2099" y="2624"/>
                  </a:lnTo>
                  <a:close/>
                </a:path>
              </a:pathLst>
            </a:custGeom>
            <a:solidFill>
              <a:schemeClr val="accent1">
                <a:lumMod val="50000"/>
              </a:schemeClr>
            </a:solidFill>
            <a:ln>
              <a:noFill/>
            </a:ln>
          </p:spPr>
          <p:txBody>
            <a:bodyPr/>
            <a:lstStyle/>
            <a:p>
              <a:endParaRPr lang="en-US"/>
            </a:p>
          </p:txBody>
        </p:sp>
        <p:sp>
          <p:nvSpPr>
            <p:cNvPr id="28" name="Freeform 14">
              <a:extLst>
                <a:ext uri="{FF2B5EF4-FFF2-40B4-BE49-F238E27FC236}">
                  <a16:creationId xmlns:a16="http://schemas.microsoft.com/office/drawing/2014/main" id="{4150A21C-DD6D-4D3C-9E95-7A3CA263BEB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3367088" y="2687637"/>
              <a:ext cx="4576762" cy="4170363"/>
            </a:xfrm>
            <a:custGeom>
              <a:avLst/>
              <a:gdLst/>
              <a:ahLst/>
              <a:cxnLst/>
              <a:rect l="0" t="0" r="r" b="b"/>
              <a:pathLst>
                <a:path w="2883" h="2627">
                  <a:moveTo>
                    <a:pt x="0" y="0"/>
                  </a:moveTo>
                  <a:lnTo>
                    <a:pt x="3" y="3"/>
                  </a:lnTo>
                  <a:lnTo>
                    <a:pt x="2102" y="2627"/>
                  </a:lnTo>
                  <a:lnTo>
                    <a:pt x="2883" y="2627"/>
                  </a:lnTo>
                  <a:lnTo>
                    <a:pt x="225" y="57"/>
                  </a:lnTo>
                  <a:lnTo>
                    <a:pt x="0" y="0"/>
                  </a:lnTo>
                  <a:close/>
                </a:path>
              </a:pathLst>
            </a:custGeom>
            <a:solidFill>
              <a:schemeClr val="accent1">
                <a:lumMod val="75000"/>
              </a:schemeClr>
            </a:solidFill>
            <a:ln>
              <a:noFill/>
            </a:ln>
          </p:spPr>
          <p:txBody>
            <a:bodyPr/>
            <a:lstStyle/>
            <a:p>
              <a:endParaRPr lang="en-US"/>
            </a:p>
          </p:txBody>
        </p:sp>
        <p:sp>
          <p:nvSpPr>
            <p:cNvPr id="29" name="Freeform 15">
              <a:extLst>
                <a:ext uri="{FF2B5EF4-FFF2-40B4-BE49-F238E27FC236}">
                  <a16:creationId xmlns:a16="http://schemas.microsoft.com/office/drawing/2014/main" id="{7505BF04-104D-4180-A284-42FCD6B04DD6}"/>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2928938" y="2578100"/>
              <a:ext cx="3584575" cy="4279900"/>
            </a:xfrm>
            <a:custGeom>
              <a:avLst/>
              <a:gdLst/>
              <a:ahLst/>
              <a:cxnLst/>
              <a:rect l="0" t="0" r="r" b="b"/>
              <a:pathLst>
                <a:path w="2258" h="2696">
                  <a:moveTo>
                    <a:pt x="2258" y="2696"/>
                  </a:moveTo>
                  <a:lnTo>
                    <a:pt x="264" y="111"/>
                  </a:lnTo>
                  <a:lnTo>
                    <a:pt x="228" y="60"/>
                  </a:lnTo>
                  <a:lnTo>
                    <a:pt x="225" y="57"/>
                  </a:lnTo>
                  <a:lnTo>
                    <a:pt x="0" y="0"/>
                  </a:lnTo>
                  <a:lnTo>
                    <a:pt x="0" y="3"/>
                  </a:lnTo>
                  <a:lnTo>
                    <a:pt x="1697" y="2696"/>
                  </a:lnTo>
                  <a:lnTo>
                    <a:pt x="2258" y="2696"/>
                  </a:lnTo>
                  <a:close/>
                </a:path>
              </a:pathLst>
            </a:custGeom>
            <a:solidFill>
              <a:srgbClr val="404040"/>
            </a:solidFill>
            <a:ln>
              <a:noFill/>
            </a:ln>
          </p:spPr>
          <p:txBody>
            <a:bodyPr/>
            <a:lstStyle/>
            <a:p>
              <a:endParaRPr lang="en-US"/>
            </a:p>
          </p:txBody>
        </p:sp>
      </p:grpSp>
      <p:sp>
        <p:nvSpPr>
          <p:cNvPr id="2" name="Title 1">
            <a:extLst>
              <a:ext uri="{FF2B5EF4-FFF2-40B4-BE49-F238E27FC236}">
                <a16:creationId xmlns:a16="http://schemas.microsoft.com/office/drawing/2014/main" id="{652CD06E-EB43-4697-A9C1-290232C3BAD6}"/>
              </a:ext>
            </a:extLst>
          </p:cNvPr>
          <p:cNvSpPr>
            <a:spLocks noGrp="1"/>
          </p:cNvSpPr>
          <p:nvPr>
            <p:ph type="ctrTitle"/>
          </p:nvPr>
        </p:nvSpPr>
        <p:spPr>
          <a:xfrm>
            <a:off x="473345" y="0"/>
            <a:ext cx="11604355" cy="1223994"/>
          </a:xfrm>
        </p:spPr>
        <p:txBody>
          <a:bodyPr>
            <a:noAutofit/>
          </a:bodyPr>
          <a:lstStyle/>
          <a:p>
            <a:pPr algn="l"/>
            <a:r>
              <a:rPr lang="en-US" sz="5400" b="1" dirty="0">
                <a:latin typeface="Mystical Woods Smooth Script" panose="02000500000000000000" pitchFamily="2" charset="0"/>
                <a:cs typeface="Cavolini" panose="03000502040302020204" pitchFamily="66" charset="0"/>
              </a:rPr>
              <a:t>Conditional Rendering </a:t>
            </a:r>
            <a:r>
              <a:rPr lang="en-US" sz="2100" b="1" dirty="0">
                <a:latin typeface="Cavolini" panose="03000502040302020204" pitchFamily="66" charset="0"/>
                <a:cs typeface="Cavolini" panose="03000502040302020204" pitchFamily="66" charset="0"/>
              </a:rPr>
              <a:t>continued…</a:t>
            </a:r>
          </a:p>
        </p:txBody>
      </p:sp>
      <p:grpSp>
        <p:nvGrpSpPr>
          <p:cNvPr id="6" name="Group 5">
            <a:extLst>
              <a:ext uri="{FF2B5EF4-FFF2-40B4-BE49-F238E27FC236}">
                <a16:creationId xmlns:a16="http://schemas.microsoft.com/office/drawing/2014/main" id="{752A73B4-49EC-E765-1462-2A106F07C3D4}"/>
              </a:ext>
            </a:extLst>
          </p:cNvPr>
          <p:cNvGrpSpPr/>
          <p:nvPr/>
        </p:nvGrpSpPr>
        <p:grpSpPr>
          <a:xfrm>
            <a:off x="481809" y="1152868"/>
            <a:ext cx="8950321" cy="182880"/>
            <a:chOff x="1089027" y="1251583"/>
            <a:chExt cx="8950321" cy="182880"/>
          </a:xfrm>
        </p:grpSpPr>
        <p:cxnSp>
          <p:nvCxnSpPr>
            <p:cNvPr id="4" name="Straight Connector 3">
              <a:extLst>
                <a:ext uri="{FF2B5EF4-FFF2-40B4-BE49-F238E27FC236}">
                  <a16:creationId xmlns:a16="http://schemas.microsoft.com/office/drawing/2014/main" id="{1111542F-3245-DDEC-4B5A-7412E7DBE5FD}"/>
                </a:ext>
              </a:extLst>
            </p:cNvPr>
            <p:cNvCxnSpPr/>
            <p:nvPr/>
          </p:nvCxnSpPr>
          <p:spPr>
            <a:xfrm>
              <a:off x="1089027" y="1347537"/>
              <a:ext cx="8786493" cy="0"/>
            </a:xfrm>
            <a:prstGeom prst="line">
              <a:avLst/>
            </a:prstGeom>
            <a:ln w="38100">
              <a:solidFill>
                <a:srgbClr val="595959"/>
              </a:solidFill>
            </a:ln>
            <a:effectLst>
              <a:reflection blurRad="6350" stA="50000" endA="275" endPos="40000" dist="101600" dir="5400000" sy="-100000" algn="bl" rotWithShape="0"/>
              <a:softEdge rad="12700"/>
            </a:effectLst>
          </p:spPr>
          <p:style>
            <a:lnRef idx="3">
              <a:schemeClr val="dk1"/>
            </a:lnRef>
            <a:fillRef idx="0">
              <a:schemeClr val="dk1"/>
            </a:fillRef>
            <a:effectRef idx="2">
              <a:schemeClr val="dk1"/>
            </a:effectRef>
            <a:fontRef idx="minor">
              <a:schemeClr val="tx1"/>
            </a:fontRef>
          </p:style>
        </p:cxnSp>
        <p:sp>
          <p:nvSpPr>
            <p:cNvPr id="5" name="Flowchart: Connector 4">
              <a:extLst>
                <a:ext uri="{FF2B5EF4-FFF2-40B4-BE49-F238E27FC236}">
                  <a16:creationId xmlns:a16="http://schemas.microsoft.com/office/drawing/2014/main" id="{B2858492-B751-8ED7-57BE-708D61DDCF50}"/>
                </a:ext>
              </a:extLst>
            </p:cNvPr>
            <p:cNvSpPr/>
            <p:nvPr/>
          </p:nvSpPr>
          <p:spPr>
            <a:xfrm>
              <a:off x="9856468" y="1251583"/>
              <a:ext cx="182880" cy="182880"/>
            </a:xfrm>
            <a:prstGeom prst="flowChartConnector">
              <a:avLst/>
            </a:prstGeom>
            <a:ln>
              <a:noFill/>
            </a:ln>
            <a:effectLst>
              <a:outerShdw blurRad="50800" dist="38100" dir="2700000" algn="tl"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3" name="Rectangle 1">
            <a:extLst>
              <a:ext uri="{FF2B5EF4-FFF2-40B4-BE49-F238E27FC236}">
                <a16:creationId xmlns:a16="http://schemas.microsoft.com/office/drawing/2014/main" id="{8B801F13-4ED0-2181-7D1F-F7640C58C8BC}"/>
              </a:ext>
            </a:extLst>
          </p:cNvPr>
          <p:cNvSpPr>
            <a:spLocks noChangeArrowheads="1"/>
          </p:cNvSpPr>
          <p:nvPr/>
        </p:nvSpPr>
        <p:spPr bwMode="auto">
          <a:xfrm>
            <a:off x="0" y="67017"/>
            <a:ext cx="65" cy="323165"/>
          </a:xfrm>
          <a:prstGeom prst="rect">
            <a:avLst/>
          </a:prstGeom>
          <a:solidFill>
            <a:srgbClr val="181A1B"/>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0" tIns="0" rIns="0" bIns="0" numCol="1" anchor="ctr"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2100" b="1" i="0" u="none" strike="noStrike" cap="none" normalizeH="0" baseline="0" dirty="0">
              <a:ln>
                <a:noFill/>
              </a:ln>
              <a:effectLst/>
              <a:latin typeface="Cavolini" panose="03000502040302020204" pitchFamily="66" charset="0"/>
              <a:cs typeface="Cavolini" panose="03000502040302020204" pitchFamily="66" charset="0"/>
            </a:endParaRPr>
          </a:p>
        </p:txBody>
      </p:sp>
      <p:sp>
        <p:nvSpPr>
          <p:cNvPr id="14" name="TextBox 13">
            <a:extLst>
              <a:ext uri="{FF2B5EF4-FFF2-40B4-BE49-F238E27FC236}">
                <a16:creationId xmlns:a16="http://schemas.microsoft.com/office/drawing/2014/main" id="{CD64B2A9-87C6-C316-EF9E-C4E6DC9A9ADB}"/>
              </a:ext>
            </a:extLst>
          </p:cNvPr>
          <p:cNvSpPr txBox="1"/>
          <p:nvPr/>
        </p:nvSpPr>
        <p:spPr>
          <a:xfrm>
            <a:off x="439630" y="1440450"/>
            <a:ext cx="11312739" cy="738664"/>
          </a:xfrm>
          <a:prstGeom prst="rect">
            <a:avLst/>
          </a:prstGeom>
          <a:noFill/>
        </p:spPr>
        <p:txBody>
          <a:bodyPr wrap="square">
            <a:spAutoFit/>
          </a:bodyPr>
          <a:lstStyle/>
          <a:p>
            <a:r>
              <a:rPr lang="en-US" sz="2100" b="1" dirty="0">
                <a:effectLst/>
                <a:latin typeface="Cavolini" panose="03000502040302020204" pitchFamily="66" charset="0"/>
                <a:cs typeface="Cavolini" panose="03000502040302020204" pitchFamily="66" charset="0"/>
              </a:rPr>
              <a:t>It can also be used for larger expressions although it is less obvious what’s going on:</a:t>
            </a:r>
          </a:p>
        </p:txBody>
      </p:sp>
      <p:sp>
        <p:nvSpPr>
          <p:cNvPr id="10" name="TextBox 9">
            <a:extLst>
              <a:ext uri="{FF2B5EF4-FFF2-40B4-BE49-F238E27FC236}">
                <a16:creationId xmlns:a16="http://schemas.microsoft.com/office/drawing/2014/main" id="{F79867F1-833E-4676-E094-9C0BAEFA185F}"/>
              </a:ext>
            </a:extLst>
          </p:cNvPr>
          <p:cNvSpPr txBox="1"/>
          <p:nvPr/>
        </p:nvSpPr>
        <p:spPr>
          <a:xfrm>
            <a:off x="439630" y="2198151"/>
            <a:ext cx="10764685" cy="3139321"/>
          </a:xfrm>
          <a:prstGeom prst="rect">
            <a:avLst/>
          </a:prstGeom>
          <a:noFill/>
        </p:spPr>
        <p:txBody>
          <a:bodyPr wrap="square">
            <a:spAutoFit/>
          </a:bodyPr>
          <a:lstStyle/>
          <a:p>
            <a:r>
              <a:rPr lang="en-US" b="1" dirty="0">
                <a:solidFill>
                  <a:srgbClr val="36F9F6"/>
                </a:solidFill>
                <a:effectLst/>
                <a:latin typeface="Cascadia Code" panose="020B0609020000020004" pitchFamily="49" charset="0"/>
              </a:rPr>
              <a:t>render</a:t>
            </a:r>
            <a:r>
              <a:rPr lang="en-US" b="1" dirty="0">
                <a:solidFill>
                  <a:srgbClr val="BBBBBB"/>
                </a:solidFill>
                <a:effectLst/>
                <a:latin typeface="Cascadia Code" panose="020B0609020000020004" pitchFamily="49" charset="0"/>
              </a:rPr>
              <a:t>() {</a:t>
            </a:r>
          </a:p>
          <a:p>
            <a:r>
              <a:rPr lang="en-US" b="1" dirty="0">
                <a:solidFill>
                  <a:srgbClr val="BBBBBB"/>
                </a:solidFill>
                <a:effectLst/>
                <a:latin typeface="Cascadia Code" panose="020B0609020000020004" pitchFamily="49" charset="0"/>
              </a:rPr>
              <a:t>  </a:t>
            </a:r>
            <a:r>
              <a:rPr lang="en-US" b="1" dirty="0">
                <a:solidFill>
                  <a:srgbClr val="FEDE5D"/>
                </a:solidFill>
                <a:effectLst/>
                <a:latin typeface="Cascadia Code" panose="020B0609020000020004" pitchFamily="49" charset="0"/>
              </a:rPr>
              <a:t>const</a:t>
            </a:r>
            <a:r>
              <a:rPr lang="en-US" b="1" dirty="0">
                <a:solidFill>
                  <a:srgbClr val="BBBBBB"/>
                </a:solidFill>
                <a:effectLst/>
                <a:latin typeface="Cascadia Code" panose="020B0609020000020004" pitchFamily="49" charset="0"/>
              </a:rPr>
              <a:t> </a:t>
            </a:r>
            <a:r>
              <a:rPr lang="en-US" b="1" dirty="0" err="1">
                <a:solidFill>
                  <a:srgbClr val="FF7EDB"/>
                </a:solidFill>
                <a:effectLst/>
                <a:latin typeface="Cascadia Code" panose="020B0609020000020004" pitchFamily="49" charset="0"/>
              </a:rPr>
              <a:t>isLoggedIn</a:t>
            </a:r>
            <a:r>
              <a:rPr lang="en-US" b="1" dirty="0">
                <a:solidFill>
                  <a:srgbClr val="BBBBBB"/>
                </a:solidFill>
                <a:effectLst/>
                <a:latin typeface="Cascadia Code" panose="020B0609020000020004" pitchFamily="49" charset="0"/>
              </a:rPr>
              <a:t> </a:t>
            </a:r>
            <a:r>
              <a:rPr lang="en-US" b="1" dirty="0">
                <a:solidFill>
                  <a:srgbClr val="FFFFFF"/>
                </a:solidFill>
                <a:effectLst/>
                <a:latin typeface="Cascadia Code" panose="020B0609020000020004" pitchFamily="49" charset="0"/>
              </a:rPr>
              <a:t>=</a:t>
            </a:r>
            <a:r>
              <a:rPr lang="en-US" b="1" dirty="0">
                <a:solidFill>
                  <a:srgbClr val="BBBBBB"/>
                </a:solidFill>
                <a:effectLst/>
                <a:latin typeface="Cascadia Code" panose="020B0609020000020004" pitchFamily="49" charset="0"/>
              </a:rPr>
              <a:t> </a:t>
            </a:r>
            <a:r>
              <a:rPr lang="en-US" b="1" dirty="0" err="1">
                <a:solidFill>
                  <a:srgbClr val="FE4450"/>
                </a:solidFill>
                <a:effectLst/>
                <a:latin typeface="Cascadia Code" panose="020B0609020000020004" pitchFamily="49" charset="0"/>
              </a:rPr>
              <a:t>this</a:t>
            </a:r>
            <a:r>
              <a:rPr lang="en-US" b="1" dirty="0" err="1">
                <a:solidFill>
                  <a:srgbClr val="BBBBBB"/>
                </a:solidFill>
                <a:effectLst/>
                <a:latin typeface="Cascadia Code" panose="020B0609020000020004" pitchFamily="49" charset="0"/>
              </a:rPr>
              <a:t>.</a:t>
            </a:r>
            <a:r>
              <a:rPr lang="en-US" b="1" dirty="0" err="1">
                <a:solidFill>
                  <a:srgbClr val="FF7EDB"/>
                </a:solidFill>
                <a:effectLst/>
                <a:latin typeface="Cascadia Code" panose="020B0609020000020004" pitchFamily="49" charset="0"/>
              </a:rPr>
              <a:t>state</a:t>
            </a:r>
            <a:r>
              <a:rPr lang="en-US" b="1" dirty="0" err="1">
                <a:solidFill>
                  <a:srgbClr val="BBBBBB"/>
                </a:solidFill>
                <a:effectLst/>
                <a:latin typeface="Cascadia Code" panose="020B0609020000020004" pitchFamily="49" charset="0"/>
              </a:rPr>
              <a:t>.</a:t>
            </a:r>
            <a:r>
              <a:rPr lang="en-US" b="1" dirty="0" err="1">
                <a:solidFill>
                  <a:srgbClr val="2EE2FA"/>
                </a:solidFill>
                <a:effectLst/>
                <a:latin typeface="Cascadia Code" panose="020B0609020000020004" pitchFamily="49" charset="0"/>
              </a:rPr>
              <a:t>isLoggedIn</a:t>
            </a:r>
            <a:r>
              <a:rPr lang="en-US" b="1" dirty="0">
                <a:solidFill>
                  <a:srgbClr val="BBBBBB"/>
                </a:solidFill>
                <a:effectLst/>
                <a:latin typeface="Cascadia Code" panose="020B0609020000020004" pitchFamily="49" charset="0"/>
              </a:rPr>
              <a:t>;</a:t>
            </a:r>
          </a:p>
          <a:p>
            <a:r>
              <a:rPr lang="en-US" b="1" dirty="0">
                <a:solidFill>
                  <a:srgbClr val="BBBBBB"/>
                </a:solidFill>
                <a:effectLst/>
                <a:latin typeface="Cascadia Code" panose="020B0609020000020004" pitchFamily="49" charset="0"/>
              </a:rPr>
              <a:t>  </a:t>
            </a:r>
            <a:r>
              <a:rPr lang="en-US" b="1" dirty="0">
                <a:solidFill>
                  <a:srgbClr val="FEDE5D"/>
                </a:solidFill>
                <a:effectLst/>
                <a:latin typeface="Cascadia Code" panose="020B0609020000020004" pitchFamily="49" charset="0"/>
              </a:rPr>
              <a:t>return</a:t>
            </a:r>
            <a:r>
              <a:rPr lang="en-US" b="1" dirty="0">
                <a:solidFill>
                  <a:srgbClr val="BBBBBB"/>
                </a:solidFill>
                <a:effectLst/>
                <a:latin typeface="Cascadia Code" panose="020B0609020000020004" pitchFamily="49" charset="0"/>
              </a:rPr>
              <a:t> (</a:t>
            </a:r>
          </a:p>
          <a:p>
            <a:r>
              <a:rPr lang="en-US" b="1" dirty="0">
                <a:solidFill>
                  <a:srgbClr val="BBBBBB"/>
                </a:solidFill>
                <a:effectLst/>
                <a:latin typeface="Cascadia Code" panose="020B0609020000020004" pitchFamily="49" charset="0"/>
              </a:rPr>
              <a:t>    </a:t>
            </a:r>
            <a:r>
              <a:rPr lang="en-US" b="1" dirty="0">
                <a:solidFill>
                  <a:srgbClr val="36F9F6"/>
                </a:solidFill>
                <a:effectLst/>
                <a:latin typeface="Cascadia Code" panose="020B0609020000020004" pitchFamily="49" charset="0"/>
              </a:rPr>
              <a:t>&lt;</a:t>
            </a:r>
            <a:r>
              <a:rPr lang="en-US" b="1" dirty="0">
                <a:solidFill>
                  <a:srgbClr val="72F1B8"/>
                </a:solidFill>
                <a:effectLst/>
                <a:latin typeface="Cascadia Code" panose="020B0609020000020004" pitchFamily="49" charset="0"/>
              </a:rPr>
              <a:t>div</a:t>
            </a:r>
            <a:r>
              <a:rPr lang="en-US" b="1" dirty="0">
                <a:solidFill>
                  <a:srgbClr val="36F9F6"/>
                </a:solidFill>
                <a:effectLst/>
                <a:latin typeface="Cascadia Code" panose="020B0609020000020004" pitchFamily="49" charset="0"/>
              </a:rPr>
              <a:t>&gt;</a:t>
            </a:r>
            <a:endParaRPr lang="en-US" b="1" dirty="0">
              <a:solidFill>
                <a:srgbClr val="BBBBBB"/>
              </a:solidFill>
              <a:effectLst/>
              <a:latin typeface="Cascadia Code" panose="020B0609020000020004" pitchFamily="49" charset="0"/>
            </a:endParaRPr>
          </a:p>
          <a:p>
            <a:r>
              <a:rPr lang="en-US" b="1" dirty="0">
                <a:solidFill>
                  <a:srgbClr val="BBBBBB"/>
                </a:solidFill>
                <a:effectLst/>
                <a:latin typeface="Cascadia Code" panose="020B0609020000020004" pitchFamily="49" charset="0"/>
              </a:rPr>
              <a:t>      </a:t>
            </a:r>
            <a:r>
              <a:rPr lang="en-US" b="1" dirty="0">
                <a:solidFill>
                  <a:srgbClr val="FEDE5D"/>
                </a:solidFill>
                <a:effectLst/>
                <a:latin typeface="Cascadia Code" panose="020B0609020000020004" pitchFamily="49" charset="0"/>
              </a:rPr>
              <a:t>{</a:t>
            </a:r>
            <a:r>
              <a:rPr lang="en-US" b="1" dirty="0" err="1">
                <a:solidFill>
                  <a:srgbClr val="FF7EDB"/>
                </a:solidFill>
                <a:effectLst/>
                <a:latin typeface="Cascadia Code" panose="020B0609020000020004" pitchFamily="49" charset="0"/>
              </a:rPr>
              <a:t>isLoggedIn</a:t>
            </a:r>
            <a:endParaRPr lang="en-US" b="1" dirty="0">
              <a:solidFill>
                <a:srgbClr val="BBBBBB"/>
              </a:solidFill>
              <a:effectLst/>
              <a:latin typeface="Cascadia Code" panose="020B0609020000020004" pitchFamily="49" charset="0"/>
            </a:endParaRPr>
          </a:p>
          <a:p>
            <a:r>
              <a:rPr lang="en-US" b="1" dirty="0">
                <a:solidFill>
                  <a:srgbClr val="BBBBBB"/>
                </a:solidFill>
                <a:effectLst/>
                <a:latin typeface="Cascadia Code" panose="020B0609020000020004" pitchFamily="49" charset="0"/>
              </a:rPr>
              <a:t>        </a:t>
            </a:r>
            <a:r>
              <a:rPr lang="en-US" b="1" dirty="0">
                <a:solidFill>
                  <a:srgbClr val="FEDE5D"/>
                </a:solidFill>
                <a:effectLst/>
                <a:latin typeface="Cascadia Code" panose="020B0609020000020004" pitchFamily="49" charset="0"/>
              </a:rPr>
              <a:t>?</a:t>
            </a:r>
            <a:r>
              <a:rPr lang="en-US" b="1" dirty="0">
                <a:solidFill>
                  <a:srgbClr val="BBBBBB"/>
                </a:solidFill>
                <a:effectLst/>
                <a:latin typeface="Cascadia Code" panose="020B0609020000020004" pitchFamily="49" charset="0"/>
              </a:rPr>
              <a:t> </a:t>
            </a:r>
            <a:r>
              <a:rPr lang="en-US" b="1" dirty="0">
                <a:solidFill>
                  <a:srgbClr val="36F9F6"/>
                </a:solidFill>
                <a:effectLst/>
                <a:latin typeface="Cascadia Code" panose="020B0609020000020004" pitchFamily="49" charset="0"/>
              </a:rPr>
              <a:t>&lt;</a:t>
            </a:r>
            <a:r>
              <a:rPr lang="en-US" b="1" dirty="0" err="1">
                <a:solidFill>
                  <a:srgbClr val="FE4450"/>
                </a:solidFill>
                <a:effectLst/>
                <a:latin typeface="Cascadia Code" panose="020B0609020000020004" pitchFamily="49" charset="0"/>
              </a:rPr>
              <a:t>LogoutButton</a:t>
            </a:r>
            <a:r>
              <a:rPr lang="en-US" b="1" dirty="0">
                <a:solidFill>
                  <a:srgbClr val="BBBBBB"/>
                </a:solidFill>
                <a:effectLst/>
                <a:latin typeface="Cascadia Code" panose="020B0609020000020004" pitchFamily="49" charset="0"/>
              </a:rPr>
              <a:t> </a:t>
            </a:r>
            <a:r>
              <a:rPr lang="en-US" b="1" dirty="0" err="1">
                <a:solidFill>
                  <a:srgbClr val="FEDE5D"/>
                </a:solidFill>
                <a:effectLst/>
                <a:latin typeface="Cascadia Code" panose="020B0609020000020004" pitchFamily="49" charset="0"/>
              </a:rPr>
              <a:t>onClick</a:t>
            </a:r>
            <a:r>
              <a:rPr lang="en-US" b="1" dirty="0">
                <a:solidFill>
                  <a:srgbClr val="FFFFFF"/>
                </a:solidFill>
                <a:effectLst/>
                <a:latin typeface="Cascadia Code" panose="020B0609020000020004" pitchFamily="49" charset="0"/>
              </a:rPr>
              <a:t>=</a:t>
            </a:r>
            <a:r>
              <a:rPr lang="en-US" b="1" dirty="0">
                <a:solidFill>
                  <a:srgbClr val="FEDE5D"/>
                </a:solidFill>
                <a:effectLst/>
                <a:latin typeface="Cascadia Code" panose="020B0609020000020004" pitchFamily="49" charset="0"/>
              </a:rPr>
              <a:t>{</a:t>
            </a:r>
            <a:r>
              <a:rPr lang="en-US" b="1" dirty="0" err="1">
                <a:solidFill>
                  <a:srgbClr val="FE4450"/>
                </a:solidFill>
                <a:effectLst/>
                <a:latin typeface="Cascadia Code" panose="020B0609020000020004" pitchFamily="49" charset="0"/>
              </a:rPr>
              <a:t>this</a:t>
            </a:r>
            <a:r>
              <a:rPr lang="en-US" b="1" dirty="0" err="1">
                <a:solidFill>
                  <a:srgbClr val="BBBBBB"/>
                </a:solidFill>
                <a:effectLst/>
                <a:latin typeface="Cascadia Code" panose="020B0609020000020004" pitchFamily="49" charset="0"/>
              </a:rPr>
              <a:t>.</a:t>
            </a:r>
            <a:r>
              <a:rPr lang="en-US" b="1" dirty="0" err="1">
                <a:solidFill>
                  <a:srgbClr val="2EE2FA"/>
                </a:solidFill>
                <a:effectLst/>
                <a:latin typeface="Cascadia Code" panose="020B0609020000020004" pitchFamily="49" charset="0"/>
              </a:rPr>
              <a:t>handleLogoutClick</a:t>
            </a:r>
            <a:r>
              <a:rPr lang="en-US" b="1" dirty="0">
                <a:solidFill>
                  <a:srgbClr val="FEDE5D"/>
                </a:solidFill>
                <a:effectLst/>
                <a:latin typeface="Cascadia Code" panose="020B0609020000020004" pitchFamily="49" charset="0"/>
              </a:rPr>
              <a:t>}</a:t>
            </a:r>
            <a:r>
              <a:rPr lang="en-US" b="1" dirty="0">
                <a:solidFill>
                  <a:srgbClr val="BBBBBB"/>
                </a:solidFill>
                <a:effectLst/>
                <a:latin typeface="Cascadia Code" panose="020B0609020000020004" pitchFamily="49" charset="0"/>
              </a:rPr>
              <a:t> </a:t>
            </a:r>
            <a:r>
              <a:rPr lang="en-US" b="1" dirty="0">
                <a:solidFill>
                  <a:srgbClr val="36F9F6"/>
                </a:solidFill>
                <a:effectLst/>
                <a:latin typeface="Cascadia Code" panose="020B0609020000020004" pitchFamily="49" charset="0"/>
              </a:rPr>
              <a:t>/&gt;</a:t>
            </a:r>
            <a:endParaRPr lang="en-US" b="1" dirty="0">
              <a:solidFill>
                <a:srgbClr val="BBBBBB"/>
              </a:solidFill>
              <a:effectLst/>
              <a:latin typeface="Cascadia Code" panose="020B0609020000020004" pitchFamily="49" charset="0"/>
            </a:endParaRPr>
          </a:p>
          <a:p>
            <a:r>
              <a:rPr lang="en-US" b="1" dirty="0">
                <a:solidFill>
                  <a:srgbClr val="BBBBBB"/>
                </a:solidFill>
                <a:effectLst/>
                <a:latin typeface="Cascadia Code" panose="020B0609020000020004" pitchFamily="49" charset="0"/>
              </a:rPr>
              <a:t>        </a:t>
            </a:r>
            <a:r>
              <a:rPr lang="en-US" b="1" dirty="0">
                <a:solidFill>
                  <a:srgbClr val="FEDE5D"/>
                </a:solidFill>
                <a:effectLst/>
                <a:latin typeface="Cascadia Code" panose="020B0609020000020004" pitchFamily="49" charset="0"/>
              </a:rPr>
              <a:t>:</a:t>
            </a:r>
            <a:r>
              <a:rPr lang="en-US" b="1" dirty="0">
                <a:solidFill>
                  <a:srgbClr val="BBBBBB"/>
                </a:solidFill>
                <a:effectLst/>
                <a:latin typeface="Cascadia Code" panose="020B0609020000020004" pitchFamily="49" charset="0"/>
              </a:rPr>
              <a:t> </a:t>
            </a:r>
            <a:r>
              <a:rPr lang="en-US" b="1" dirty="0">
                <a:solidFill>
                  <a:srgbClr val="36F9F6"/>
                </a:solidFill>
                <a:effectLst/>
                <a:latin typeface="Cascadia Code" panose="020B0609020000020004" pitchFamily="49" charset="0"/>
              </a:rPr>
              <a:t>&lt;</a:t>
            </a:r>
            <a:r>
              <a:rPr lang="en-US" b="1" dirty="0" err="1">
                <a:solidFill>
                  <a:srgbClr val="FE4450"/>
                </a:solidFill>
                <a:effectLst/>
                <a:latin typeface="Cascadia Code" panose="020B0609020000020004" pitchFamily="49" charset="0"/>
              </a:rPr>
              <a:t>LoginButton</a:t>
            </a:r>
            <a:r>
              <a:rPr lang="en-US" b="1" dirty="0">
                <a:solidFill>
                  <a:srgbClr val="BBBBBB"/>
                </a:solidFill>
                <a:effectLst/>
                <a:latin typeface="Cascadia Code" panose="020B0609020000020004" pitchFamily="49" charset="0"/>
              </a:rPr>
              <a:t> </a:t>
            </a:r>
            <a:r>
              <a:rPr lang="en-US" b="1" dirty="0" err="1">
                <a:solidFill>
                  <a:srgbClr val="FEDE5D"/>
                </a:solidFill>
                <a:effectLst/>
                <a:latin typeface="Cascadia Code" panose="020B0609020000020004" pitchFamily="49" charset="0"/>
              </a:rPr>
              <a:t>onClick</a:t>
            </a:r>
            <a:r>
              <a:rPr lang="en-US" b="1" dirty="0">
                <a:solidFill>
                  <a:srgbClr val="FFFFFF"/>
                </a:solidFill>
                <a:effectLst/>
                <a:latin typeface="Cascadia Code" panose="020B0609020000020004" pitchFamily="49" charset="0"/>
              </a:rPr>
              <a:t>=</a:t>
            </a:r>
            <a:r>
              <a:rPr lang="en-US" b="1" dirty="0">
                <a:solidFill>
                  <a:srgbClr val="FEDE5D"/>
                </a:solidFill>
                <a:effectLst/>
                <a:latin typeface="Cascadia Code" panose="020B0609020000020004" pitchFamily="49" charset="0"/>
              </a:rPr>
              <a:t>{</a:t>
            </a:r>
            <a:r>
              <a:rPr lang="en-US" b="1" dirty="0" err="1">
                <a:solidFill>
                  <a:srgbClr val="FE4450"/>
                </a:solidFill>
                <a:effectLst/>
                <a:latin typeface="Cascadia Code" panose="020B0609020000020004" pitchFamily="49" charset="0"/>
              </a:rPr>
              <a:t>this</a:t>
            </a:r>
            <a:r>
              <a:rPr lang="en-US" b="1" dirty="0" err="1">
                <a:solidFill>
                  <a:srgbClr val="BBBBBB"/>
                </a:solidFill>
                <a:effectLst/>
                <a:latin typeface="Cascadia Code" panose="020B0609020000020004" pitchFamily="49" charset="0"/>
              </a:rPr>
              <a:t>.</a:t>
            </a:r>
            <a:r>
              <a:rPr lang="en-US" b="1" dirty="0" err="1">
                <a:solidFill>
                  <a:srgbClr val="2EE2FA"/>
                </a:solidFill>
                <a:effectLst/>
                <a:latin typeface="Cascadia Code" panose="020B0609020000020004" pitchFamily="49" charset="0"/>
              </a:rPr>
              <a:t>handleLoginClick</a:t>
            </a:r>
            <a:r>
              <a:rPr lang="en-US" b="1" dirty="0">
                <a:solidFill>
                  <a:srgbClr val="FEDE5D"/>
                </a:solidFill>
                <a:effectLst/>
                <a:latin typeface="Cascadia Code" panose="020B0609020000020004" pitchFamily="49" charset="0"/>
              </a:rPr>
              <a:t>}</a:t>
            </a:r>
            <a:r>
              <a:rPr lang="en-US" b="1" dirty="0">
                <a:solidFill>
                  <a:srgbClr val="BBBBBB"/>
                </a:solidFill>
                <a:effectLst/>
                <a:latin typeface="Cascadia Code" panose="020B0609020000020004" pitchFamily="49" charset="0"/>
              </a:rPr>
              <a:t> </a:t>
            </a:r>
            <a:r>
              <a:rPr lang="en-US" b="1" dirty="0">
                <a:solidFill>
                  <a:srgbClr val="36F9F6"/>
                </a:solidFill>
                <a:effectLst/>
                <a:latin typeface="Cascadia Code" panose="020B0609020000020004" pitchFamily="49" charset="0"/>
              </a:rPr>
              <a:t>/&gt;</a:t>
            </a:r>
            <a:endParaRPr lang="en-US" b="1" dirty="0">
              <a:solidFill>
                <a:srgbClr val="BBBBBB"/>
              </a:solidFill>
              <a:effectLst/>
              <a:latin typeface="Cascadia Code" panose="020B0609020000020004" pitchFamily="49" charset="0"/>
            </a:endParaRPr>
          </a:p>
          <a:p>
            <a:r>
              <a:rPr lang="en-US" b="1" dirty="0">
                <a:solidFill>
                  <a:srgbClr val="BBBBBB"/>
                </a:solidFill>
                <a:effectLst/>
                <a:latin typeface="Cascadia Code" panose="020B0609020000020004" pitchFamily="49" charset="0"/>
              </a:rPr>
              <a:t>      </a:t>
            </a:r>
            <a:r>
              <a:rPr lang="en-US" b="1" dirty="0">
                <a:solidFill>
                  <a:srgbClr val="FEDE5D"/>
                </a:solidFill>
                <a:effectLst/>
                <a:latin typeface="Cascadia Code" panose="020B0609020000020004" pitchFamily="49" charset="0"/>
              </a:rPr>
              <a:t>}</a:t>
            </a:r>
            <a:endParaRPr lang="en-US" b="1" dirty="0">
              <a:solidFill>
                <a:srgbClr val="BBBBBB"/>
              </a:solidFill>
              <a:effectLst/>
              <a:latin typeface="Cascadia Code" panose="020B0609020000020004" pitchFamily="49" charset="0"/>
            </a:endParaRPr>
          </a:p>
          <a:p>
            <a:r>
              <a:rPr lang="en-US" b="1" dirty="0">
                <a:solidFill>
                  <a:srgbClr val="BBBBBB"/>
                </a:solidFill>
                <a:effectLst/>
                <a:latin typeface="Cascadia Code" panose="020B0609020000020004" pitchFamily="49" charset="0"/>
              </a:rPr>
              <a:t>    </a:t>
            </a:r>
            <a:r>
              <a:rPr lang="en-US" b="1" dirty="0">
                <a:solidFill>
                  <a:srgbClr val="36F9F6"/>
                </a:solidFill>
                <a:effectLst/>
                <a:latin typeface="Cascadia Code" panose="020B0609020000020004" pitchFamily="49" charset="0"/>
              </a:rPr>
              <a:t>&lt;/</a:t>
            </a:r>
            <a:r>
              <a:rPr lang="en-US" b="1" dirty="0">
                <a:solidFill>
                  <a:srgbClr val="72F1B8"/>
                </a:solidFill>
                <a:effectLst/>
                <a:latin typeface="Cascadia Code" panose="020B0609020000020004" pitchFamily="49" charset="0"/>
              </a:rPr>
              <a:t>div</a:t>
            </a:r>
            <a:r>
              <a:rPr lang="en-US" b="1" dirty="0">
                <a:solidFill>
                  <a:srgbClr val="36F9F6"/>
                </a:solidFill>
                <a:effectLst/>
                <a:latin typeface="Cascadia Code" panose="020B0609020000020004" pitchFamily="49" charset="0"/>
              </a:rPr>
              <a:t>&gt;</a:t>
            </a:r>
            <a:endParaRPr lang="en-US" b="1" dirty="0">
              <a:solidFill>
                <a:srgbClr val="BBBBBB"/>
              </a:solidFill>
              <a:effectLst/>
              <a:latin typeface="Cascadia Code" panose="020B0609020000020004" pitchFamily="49" charset="0"/>
            </a:endParaRPr>
          </a:p>
          <a:p>
            <a:r>
              <a:rPr lang="en-US" b="1" dirty="0">
                <a:solidFill>
                  <a:srgbClr val="BBBBBB"/>
                </a:solidFill>
                <a:effectLst/>
                <a:latin typeface="Cascadia Code" panose="020B0609020000020004" pitchFamily="49" charset="0"/>
              </a:rPr>
              <a:t>  );</a:t>
            </a:r>
          </a:p>
          <a:p>
            <a:r>
              <a:rPr lang="en-US" b="1" dirty="0">
                <a:solidFill>
                  <a:srgbClr val="BBBBBB"/>
                </a:solidFill>
                <a:effectLst/>
                <a:latin typeface="Cascadia Code" panose="020B0609020000020004" pitchFamily="49" charset="0"/>
              </a:rPr>
              <a:t>}</a:t>
            </a:r>
          </a:p>
        </p:txBody>
      </p:sp>
      <p:sp>
        <p:nvSpPr>
          <p:cNvPr id="8" name="TextBox 7">
            <a:extLst>
              <a:ext uri="{FF2B5EF4-FFF2-40B4-BE49-F238E27FC236}">
                <a16:creationId xmlns:a16="http://schemas.microsoft.com/office/drawing/2014/main" id="{B05B3168-6F48-AB11-AAB2-0A5128BEF678}"/>
              </a:ext>
            </a:extLst>
          </p:cNvPr>
          <p:cNvSpPr txBox="1"/>
          <p:nvPr/>
        </p:nvSpPr>
        <p:spPr>
          <a:xfrm>
            <a:off x="383572" y="5254349"/>
            <a:ext cx="11424854" cy="1384995"/>
          </a:xfrm>
          <a:prstGeom prst="rect">
            <a:avLst/>
          </a:prstGeom>
          <a:noFill/>
        </p:spPr>
        <p:txBody>
          <a:bodyPr wrap="square">
            <a:spAutoFit/>
          </a:bodyPr>
          <a:lstStyle/>
          <a:p>
            <a:r>
              <a:rPr lang="en-US" sz="2100" b="1" dirty="0">
                <a:effectLst/>
                <a:latin typeface="Cavolini" panose="03000502040302020204" pitchFamily="66" charset="0"/>
                <a:cs typeface="Cavolini" panose="03000502040302020204" pitchFamily="66" charset="0"/>
              </a:rPr>
              <a:t>Just like in JavaScript, it is up to you to choose an appropriate style based on what you and your team consider more readable. Also remember that whenever conditions become too complex, it might be a good time to extract a component.</a:t>
            </a:r>
          </a:p>
        </p:txBody>
      </p:sp>
    </p:spTree>
    <p:extLst>
      <p:ext uri="{BB962C8B-B14F-4D97-AF65-F5344CB8AC3E}">
        <p14:creationId xmlns:p14="http://schemas.microsoft.com/office/powerpoint/2010/main" val="4070276655"/>
      </p:ext>
    </p:extLst>
  </p:cSld>
  <p:clrMapOvr>
    <a:overrideClrMapping bg1="dk1" tx1="lt1" bg2="dk2" tx2="lt2" accent1="accent1" accent2="accent2" accent3="accent3" accent4="accent4" accent5="accent5" accent6="accent6" hlink="hlink" folHlink="folHlink"/>
  </p:clrMapOvr>
  <mc:AlternateContent xmlns:mc="http://schemas.openxmlformats.org/markup-compatibility/2006" xmlns:p159="http://schemas.microsoft.com/office/powerpoint/2015/09/main">
    <mc:Choice Requires="p159">
      <p:transition>
        <p159:morph option="byObject"/>
      </p:transition>
    </mc:Choice>
    <mc:Fallback xmlns="">
      <p:transition>
        <p:fade/>
      </p:transition>
    </mc:Fallback>
  </mc:AlternateContent>
</p:sld>
</file>

<file path=ppt/slides/slide54.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sp useBgFill="1">
        <p:nvSpPr>
          <p:cNvPr id="21" name="Rectangle 20">
            <a:extLst>
              <a:ext uri="{FF2B5EF4-FFF2-40B4-BE49-F238E27FC236}">
                <a16:creationId xmlns:a16="http://schemas.microsoft.com/office/drawing/2014/main" id="{E5A92FE9-DB05-4D0D-AF5A-BE8664B9FFB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grpSp>
        <p:nvGrpSpPr>
          <p:cNvPr id="23" name="Group 22">
            <a:extLst>
              <a:ext uri="{FF2B5EF4-FFF2-40B4-BE49-F238E27FC236}">
                <a16:creationId xmlns:a16="http://schemas.microsoft.com/office/drawing/2014/main" id="{53D9B26A-5143-49A7-BA98-D871D5BD719A}"/>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flipH="1">
            <a:off x="6526211" y="1"/>
            <a:ext cx="5014912" cy="6857999"/>
            <a:chOff x="2928938" y="-4763"/>
            <a:chExt cx="5014912" cy="6862763"/>
          </a:xfrm>
        </p:grpSpPr>
        <p:sp>
          <p:nvSpPr>
            <p:cNvPr id="24" name="Freeform 6">
              <a:extLst>
                <a:ext uri="{FF2B5EF4-FFF2-40B4-BE49-F238E27FC236}">
                  <a16:creationId xmlns:a16="http://schemas.microsoft.com/office/drawing/2014/main" id="{68B85E55-A2A1-4682-B891-F201358A92D5}"/>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3367088" y="-4763"/>
              <a:ext cx="1063625" cy="2782888"/>
            </a:xfrm>
            <a:custGeom>
              <a:avLst/>
              <a:gdLst/>
              <a:ahLst/>
              <a:cxnLst/>
              <a:rect l="0" t="0" r="r" b="b"/>
              <a:pathLst>
                <a:path w="670" h="1753">
                  <a:moveTo>
                    <a:pt x="0" y="1696"/>
                  </a:moveTo>
                  <a:lnTo>
                    <a:pt x="225" y="1753"/>
                  </a:lnTo>
                  <a:lnTo>
                    <a:pt x="670" y="0"/>
                  </a:lnTo>
                  <a:lnTo>
                    <a:pt x="430" y="0"/>
                  </a:lnTo>
                  <a:lnTo>
                    <a:pt x="0" y="1696"/>
                  </a:lnTo>
                  <a:close/>
                </a:path>
              </a:pathLst>
            </a:custGeom>
            <a:solidFill>
              <a:schemeClr val="accent1"/>
            </a:solidFill>
            <a:ln>
              <a:noFill/>
            </a:ln>
          </p:spPr>
          <p:txBody>
            <a:bodyPr/>
            <a:lstStyle/>
            <a:p>
              <a:endParaRPr lang="en-US"/>
            </a:p>
          </p:txBody>
        </p:sp>
        <p:sp>
          <p:nvSpPr>
            <p:cNvPr id="25" name="Freeform 7">
              <a:extLst>
                <a:ext uri="{FF2B5EF4-FFF2-40B4-BE49-F238E27FC236}">
                  <a16:creationId xmlns:a16="http://schemas.microsoft.com/office/drawing/2014/main" id="{45EF6EDB-9B5D-49E9-96FA-1AE08BF95E57}"/>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2928938" y="-4763"/>
              <a:ext cx="1035050" cy="2673350"/>
            </a:xfrm>
            <a:custGeom>
              <a:avLst/>
              <a:gdLst/>
              <a:ahLst/>
              <a:cxnLst/>
              <a:rect l="0" t="0" r="r" b="b"/>
              <a:pathLst>
                <a:path w="652" h="1684">
                  <a:moveTo>
                    <a:pt x="225" y="1684"/>
                  </a:moveTo>
                  <a:lnTo>
                    <a:pt x="652" y="0"/>
                  </a:lnTo>
                  <a:lnTo>
                    <a:pt x="411" y="0"/>
                  </a:lnTo>
                  <a:lnTo>
                    <a:pt x="0" y="1627"/>
                  </a:lnTo>
                  <a:lnTo>
                    <a:pt x="219" y="1681"/>
                  </a:lnTo>
                  <a:lnTo>
                    <a:pt x="225" y="1684"/>
                  </a:lnTo>
                  <a:close/>
                </a:path>
              </a:pathLst>
            </a:custGeom>
            <a:solidFill>
              <a:srgbClr val="595959"/>
            </a:solidFill>
            <a:ln>
              <a:noFill/>
            </a:ln>
          </p:spPr>
          <p:txBody>
            <a:bodyPr/>
            <a:lstStyle/>
            <a:p>
              <a:endParaRPr lang="en-US"/>
            </a:p>
          </p:txBody>
        </p:sp>
        <p:sp>
          <p:nvSpPr>
            <p:cNvPr id="26" name="Freeform 12">
              <a:extLst>
                <a:ext uri="{FF2B5EF4-FFF2-40B4-BE49-F238E27FC236}">
                  <a16:creationId xmlns:a16="http://schemas.microsoft.com/office/drawing/2014/main" id="{38338226-D6E2-4EEE-B271-DB4BD096DBA1}"/>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2928938" y="2582862"/>
              <a:ext cx="2693987" cy="4275138"/>
            </a:xfrm>
            <a:custGeom>
              <a:avLst/>
              <a:gdLst/>
              <a:ahLst/>
              <a:cxnLst/>
              <a:rect l="0" t="0" r="r" b="b"/>
              <a:pathLst>
                <a:path w="1697" h="2693">
                  <a:moveTo>
                    <a:pt x="0" y="0"/>
                  </a:moveTo>
                  <a:lnTo>
                    <a:pt x="1622" y="2693"/>
                  </a:lnTo>
                  <a:lnTo>
                    <a:pt x="1697" y="2693"/>
                  </a:lnTo>
                  <a:lnTo>
                    <a:pt x="0" y="0"/>
                  </a:lnTo>
                  <a:close/>
                </a:path>
              </a:pathLst>
            </a:custGeom>
            <a:solidFill>
              <a:srgbClr val="262626"/>
            </a:solidFill>
            <a:ln>
              <a:noFill/>
            </a:ln>
          </p:spPr>
          <p:txBody>
            <a:bodyPr/>
            <a:lstStyle/>
            <a:p>
              <a:endParaRPr lang="en-US"/>
            </a:p>
          </p:txBody>
        </p:sp>
        <p:sp>
          <p:nvSpPr>
            <p:cNvPr id="27" name="Freeform 13">
              <a:extLst>
                <a:ext uri="{FF2B5EF4-FFF2-40B4-BE49-F238E27FC236}">
                  <a16:creationId xmlns:a16="http://schemas.microsoft.com/office/drawing/2014/main" id="{4878FB48-17B3-4A11-8025-DE0945CD4E71}"/>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3371850" y="2692400"/>
              <a:ext cx="3332162" cy="4165600"/>
            </a:xfrm>
            <a:custGeom>
              <a:avLst/>
              <a:gdLst/>
              <a:ahLst/>
              <a:cxnLst/>
              <a:rect l="0" t="0" r="r" b="b"/>
              <a:pathLst>
                <a:path w="2099" h="2624">
                  <a:moveTo>
                    <a:pt x="2099" y="2624"/>
                  </a:moveTo>
                  <a:lnTo>
                    <a:pt x="0" y="0"/>
                  </a:lnTo>
                  <a:lnTo>
                    <a:pt x="2021" y="2624"/>
                  </a:lnTo>
                  <a:lnTo>
                    <a:pt x="2099" y="2624"/>
                  </a:lnTo>
                  <a:close/>
                </a:path>
              </a:pathLst>
            </a:custGeom>
            <a:solidFill>
              <a:schemeClr val="accent1">
                <a:lumMod val="50000"/>
              </a:schemeClr>
            </a:solidFill>
            <a:ln>
              <a:noFill/>
            </a:ln>
          </p:spPr>
          <p:txBody>
            <a:bodyPr/>
            <a:lstStyle/>
            <a:p>
              <a:endParaRPr lang="en-US"/>
            </a:p>
          </p:txBody>
        </p:sp>
        <p:sp>
          <p:nvSpPr>
            <p:cNvPr id="28" name="Freeform 14">
              <a:extLst>
                <a:ext uri="{FF2B5EF4-FFF2-40B4-BE49-F238E27FC236}">
                  <a16:creationId xmlns:a16="http://schemas.microsoft.com/office/drawing/2014/main" id="{4150A21C-DD6D-4D3C-9E95-7A3CA263BEB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3367088" y="2687637"/>
              <a:ext cx="4576762" cy="4170363"/>
            </a:xfrm>
            <a:custGeom>
              <a:avLst/>
              <a:gdLst/>
              <a:ahLst/>
              <a:cxnLst/>
              <a:rect l="0" t="0" r="r" b="b"/>
              <a:pathLst>
                <a:path w="2883" h="2627">
                  <a:moveTo>
                    <a:pt x="0" y="0"/>
                  </a:moveTo>
                  <a:lnTo>
                    <a:pt x="3" y="3"/>
                  </a:lnTo>
                  <a:lnTo>
                    <a:pt x="2102" y="2627"/>
                  </a:lnTo>
                  <a:lnTo>
                    <a:pt x="2883" y="2627"/>
                  </a:lnTo>
                  <a:lnTo>
                    <a:pt x="225" y="57"/>
                  </a:lnTo>
                  <a:lnTo>
                    <a:pt x="0" y="0"/>
                  </a:lnTo>
                  <a:close/>
                </a:path>
              </a:pathLst>
            </a:custGeom>
            <a:solidFill>
              <a:schemeClr val="accent1">
                <a:lumMod val="75000"/>
              </a:schemeClr>
            </a:solidFill>
            <a:ln>
              <a:noFill/>
            </a:ln>
          </p:spPr>
          <p:txBody>
            <a:bodyPr/>
            <a:lstStyle/>
            <a:p>
              <a:endParaRPr lang="en-US"/>
            </a:p>
          </p:txBody>
        </p:sp>
        <p:sp>
          <p:nvSpPr>
            <p:cNvPr id="29" name="Freeform 15">
              <a:extLst>
                <a:ext uri="{FF2B5EF4-FFF2-40B4-BE49-F238E27FC236}">
                  <a16:creationId xmlns:a16="http://schemas.microsoft.com/office/drawing/2014/main" id="{7505BF04-104D-4180-A284-42FCD6B04DD6}"/>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2928938" y="2578100"/>
              <a:ext cx="3584575" cy="4279900"/>
            </a:xfrm>
            <a:custGeom>
              <a:avLst/>
              <a:gdLst/>
              <a:ahLst/>
              <a:cxnLst/>
              <a:rect l="0" t="0" r="r" b="b"/>
              <a:pathLst>
                <a:path w="2258" h="2696">
                  <a:moveTo>
                    <a:pt x="2258" y="2696"/>
                  </a:moveTo>
                  <a:lnTo>
                    <a:pt x="264" y="111"/>
                  </a:lnTo>
                  <a:lnTo>
                    <a:pt x="228" y="60"/>
                  </a:lnTo>
                  <a:lnTo>
                    <a:pt x="225" y="57"/>
                  </a:lnTo>
                  <a:lnTo>
                    <a:pt x="0" y="0"/>
                  </a:lnTo>
                  <a:lnTo>
                    <a:pt x="0" y="3"/>
                  </a:lnTo>
                  <a:lnTo>
                    <a:pt x="1697" y="2696"/>
                  </a:lnTo>
                  <a:lnTo>
                    <a:pt x="2258" y="2696"/>
                  </a:lnTo>
                  <a:close/>
                </a:path>
              </a:pathLst>
            </a:custGeom>
            <a:solidFill>
              <a:srgbClr val="404040"/>
            </a:solidFill>
            <a:ln>
              <a:noFill/>
            </a:ln>
          </p:spPr>
          <p:txBody>
            <a:bodyPr/>
            <a:lstStyle/>
            <a:p>
              <a:endParaRPr lang="en-US"/>
            </a:p>
          </p:txBody>
        </p:sp>
      </p:grpSp>
      <p:sp>
        <p:nvSpPr>
          <p:cNvPr id="2" name="Title 1">
            <a:extLst>
              <a:ext uri="{FF2B5EF4-FFF2-40B4-BE49-F238E27FC236}">
                <a16:creationId xmlns:a16="http://schemas.microsoft.com/office/drawing/2014/main" id="{652CD06E-EB43-4697-A9C1-290232C3BAD6}"/>
              </a:ext>
            </a:extLst>
          </p:cNvPr>
          <p:cNvSpPr>
            <a:spLocks noGrp="1"/>
          </p:cNvSpPr>
          <p:nvPr>
            <p:ph type="ctrTitle"/>
          </p:nvPr>
        </p:nvSpPr>
        <p:spPr>
          <a:xfrm>
            <a:off x="2868129" y="2528767"/>
            <a:ext cx="6455743" cy="1084100"/>
          </a:xfrm>
        </p:spPr>
        <p:txBody>
          <a:bodyPr>
            <a:noAutofit/>
          </a:bodyPr>
          <a:lstStyle/>
          <a:p>
            <a:pPr algn="ctr"/>
            <a:r>
              <a:rPr lang="en-US" sz="7200" b="1" dirty="0">
                <a:latin typeface="Mystical Woods Smooth Script" panose="020B0604020202020204" pitchFamily="2" charset="0"/>
              </a:rPr>
              <a:t>Thank You!</a:t>
            </a:r>
            <a:endParaRPr lang="en-US" sz="7200" dirty="0">
              <a:latin typeface="Mystical Woods Smooth Script" panose="02000500000000000000" pitchFamily="2" charset="0"/>
            </a:endParaRPr>
          </a:p>
        </p:txBody>
      </p:sp>
      <p:sp>
        <p:nvSpPr>
          <p:cNvPr id="4" name="TextBox 3">
            <a:extLst>
              <a:ext uri="{FF2B5EF4-FFF2-40B4-BE49-F238E27FC236}">
                <a16:creationId xmlns:a16="http://schemas.microsoft.com/office/drawing/2014/main" id="{9BF17526-573C-AE54-DB00-83C561570D2B}"/>
              </a:ext>
            </a:extLst>
          </p:cNvPr>
          <p:cNvSpPr txBox="1"/>
          <p:nvPr/>
        </p:nvSpPr>
        <p:spPr>
          <a:xfrm>
            <a:off x="3824288" y="3481304"/>
            <a:ext cx="4543424" cy="367734"/>
          </a:xfrm>
          <a:prstGeom prst="rect">
            <a:avLst/>
          </a:prstGeom>
          <a:noFill/>
        </p:spPr>
        <p:txBody>
          <a:bodyPr wrap="square">
            <a:spAutoFit/>
          </a:bodyPr>
          <a:lstStyle/>
          <a:p>
            <a:pPr lvl="1" algn="l"/>
            <a:r>
              <a:rPr lang="en-US" sz="1800" b="1">
                <a:solidFill>
                  <a:srgbClr val="30ACEC"/>
                </a:solidFill>
                <a:latin typeface="Cavolini" panose="03000502040302020204" pitchFamily="66" charset="0"/>
                <a:cs typeface="Cavolini" panose="03000502040302020204" pitchFamily="66" charset="0"/>
              </a:rPr>
              <a:t>Presented By: Mayur Pai</a:t>
            </a:r>
            <a:endParaRPr lang="en-US" sz="1800" b="1" dirty="0">
              <a:solidFill>
                <a:srgbClr val="30ACEC"/>
              </a:solidFill>
              <a:latin typeface="Cavolini" panose="03000502040302020204" pitchFamily="66" charset="0"/>
              <a:ea typeface="Cascadia Code" panose="020B0609020000020004" pitchFamily="49" charset="0"/>
              <a:cs typeface="Cavolini" panose="03000502040302020204" pitchFamily="66" charset="0"/>
            </a:endParaRPr>
          </a:p>
        </p:txBody>
      </p:sp>
    </p:spTree>
    <p:extLst>
      <p:ext uri="{BB962C8B-B14F-4D97-AF65-F5344CB8AC3E}">
        <p14:creationId xmlns:p14="http://schemas.microsoft.com/office/powerpoint/2010/main" val="3519759910"/>
      </p:ext>
    </p:extLst>
  </p:cSld>
  <p:clrMapOvr>
    <a:overrideClrMapping bg1="dk1" tx1="lt1" bg2="dk2" tx2="lt2" accent1="accent1" accent2="accent2" accent3="accent3" accent4="accent4" accent5="accent5" accent6="accent6" hlink="hlink" folHlink="folHlink"/>
  </p:clrMapOvr>
  <mc:AlternateContent xmlns:mc="http://schemas.openxmlformats.org/markup-compatibility/2006" xmlns:p159="http://schemas.microsoft.com/office/powerpoint/2015/09/main">
    <mc:Choice Requires="p159">
      <p:transition>
        <p159:morph option="byObject"/>
      </p:transition>
    </mc:Choice>
    <mc:Fallback xmlns="">
      <p:transition>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53" presetClass="entr" presetSubtype="16" fill="hold" grpId="0" nodeType="withEffect">
                                  <p:stCondLst>
                                    <p:cond delay="0"/>
                                  </p:stCondLst>
                                  <p:childTnLst>
                                    <p:set>
                                      <p:cBhvr>
                                        <p:cTn id="6" dur="1" fill="hold">
                                          <p:stCondLst>
                                            <p:cond delay="0"/>
                                          </p:stCondLst>
                                        </p:cTn>
                                        <p:tgtEl>
                                          <p:spTgt spid="2"/>
                                        </p:tgtEl>
                                        <p:attrNameLst>
                                          <p:attrName>style.visibility</p:attrName>
                                        </p:attrNameLst>
                                      </p:cBhvr>
                                      <p:to>
                                        <p:strVal val="visible"/>
                                      </p:to>
                                    </p:set>
                                    <p:anim calcmode="lin" valueType="num">
                                      <p:cBhvr>
                                        <p:cTn id="7" dur="500" fill="hold"/>
                                        <p:tgtEl>
                                          <p:spTgt spid="2"/>
                                        </p:tgtEl>
                                        <p:attrNameLst>
                                          <p:attrName>ppt_w</p:attrName>
                                        </p:attrNameLst>
                                      </p:cBhvr>
                                      <p:tavLst>
                                        <p:tav tm="0">
                                          <p:val>
                                            <p:fltVal val="0"/>
                                          </p:val>
                                        </p:tav>
                                        <p:tav tm="100000">
                                          <p:val>
                                            <p:strVal val="#ppt_w"/>
                                          </p:val>
                                        </p:tav>
                                      </p:tavLst>
                                    </p:anim>
                                    <p:anim calcmode="lin" valueType="num">
                                      <p:cBhvr>
                                        <p:cTn id="8" dur="500" fill="hold"/>
                                        <p:tgtEl>
                                          <p:spTgt spid="2"/>
                                        </p:tgtEl>
                                        <p:attrNameLst>
                                          <p:attrName>ppt_h</p:attrName>
                                        </p:attrNameLst>
                                      </p:cBhvr>
                                      <p:tavLst>
                                        <p:tav tm="0">
                                          <p:val>
                                            <p:fltVal val="0"/>
                                          </p:val>
                                        </p:tav>
                                        <p:tav tm="100000">
                                          <p:val>
                                            <p:strVal val="#ppt_h"/>
                                          </p:val>
                                        </p:tav>
                                      </p:tavLst>
                                    </p:anim>
                                    <p:animEffect transition="in" filter="fade">
                                      <p:cBhvr>
                                        <p:cTn id="9" dur="5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Parallax">
  <a:themeElements>
    <a:clrScheme name="Parallax">
      <a:dk1>
        <a:sysClr val="windowText" lastClr="000000"/>
      </a:dk1>
      <a:lt1>
        <a:sysClr val="window" lastClr="FFFFFF"/>
      </a:lt1>
      <a:dk2>
        <a:srgbClr val="212121"/>
      </a:dk2>
      <a:lt2>
        <a:srgbClr val="CDD0D1"/>
      </a:lt2>
      <a:accent1>
        <a:srgbClr val="30ACEC"/>
      </a:accent1>
      <a:accent2>
        <a:srgbClr val="80C34F"/>
      </a:accent2>
      <a:accent3>
        <a:srgbClr val="E29D3E"/>
      </a:accent3>
      <a:accent4>
        <a:srgbClr val="D64A3B"/>
      </a:accent4>
      <a:accent5>
        <a:srgbClr val="D64787"/>
      </a:accent5>
      <a:accent6>
        <a:srgbClr val="A666E1"/>
      </a:accent6>
      <a:hlink>
        <a:srgbClr val="3085ED"/>
      </a:hlink>
      <a:folHlink>
        <a:srgbClr val="82B6F4"/>
      </a:folHlink>
    </a:clrScheme>
    <a:fontScheme name="Parallax">
      <a:majorFont>
        <a:latin typeface="Corbel" panose="020B0503020204020204"/>
        <a:ea typeface=""/>
        <a:cs typeface=""/>
        <a:font script="Jpan" typeface="HGｺﾞｼｯｸM"/>
        <a:font script="Hang" typeface="HY엽서L"/>
        <a:font script="Hans" typeface="华文楷体"/>
        <a:font script="Hant" typeface="新細明體"/>
        <a:font script="Arab" typeface="Tahoma"/>
        <a:font script="Hebr" typeface="Miriam"/>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Corbel" panose="020B0503020204020204"/>
        <a:ea typeface=""/>
        <a:cs typeface=""/>
        <a:font script="Jpan" typeface="HGｺﾞｼｯｸM"/>
        <a:font script="Hang" typeface="HY엽서L"/>
        <a:font script="Hans" typeface="华文楷体"/>
        <a:font script="Hant" typeface="新細明體"/>
        <a:font script="Arab" typeface="Tahoma"/>
        <a:font script="Hebr" typeface="Miriam"/>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Parallax">
      <a:fillStyleLst>
        <a:solidFill>
          <a:schemeClr val="phClr"/>
        </a:solidFill>
        <a:gradFill rotWithShape="1">
          <a:gsLst>
            <a:gs pos="0">
              <a:schemeClr val="phClr">
                <a:tint val="60000"/>
                <a:lumMod val="104000"/>
              </a:schemeClr>
            </a:gs>
            <a:gs pos="100000">
              <a:schemeClr val="phClr">
                <a:tint val="84000"/>
              </a:schemeClr>
            </a:gs>
          </a:gsLst>
          <a:lin ang="5400000" scaled="0"/>
        </a:gradFill>
        <a:gradFill rotWithShape="1">
          <a:gsLst>
            <a:gs pos="0">
              <a:schemeClr val="phClr">
                <a:tint val="96000"/>
                <a:lumMod val="102000"/>
              </a:schemeClr>
            </a:gs>
            <a:gs pos="100000">
              <a:schemeClr val="phClr">
                <a:shade val="88000"/>
                <a:lumMod val="94000"/>
              </a:schemeClr>
            </a:gs>
          </a:gsLst>
          <a:path path="circle">
            <a:fillToRect l="50000" t="100000" r="100000" b="50000"/>
          </a:path>
        </a:gradFill>
      </a:fillStyleLst>
      <a:lnStyleLst>
        <a:ln w="9525" cap="rnd" cmpd="sng" algn="ctr">
          <a:solidFill>
            <a:schemeClr val="phClr">
              <a:tint val="60000"/>
            </a:schemeClr>
          </a:solidFill>
          <a:prstDash val="solid"/>
        </a:ln>
        <a:ln w="15875" cap="rnd" cmpd="sng" algn="ctr">
          <a:solidFill>
            <a:schemeClr val="phClr"/>
          </a:solidFill>
          <a:prstDash val="solid"/>
        </a:ln>
        <a:ln w="22225" cap="rnd" cmpd="sng" algn="ctr">
          <a:solidFill>
            <a:schemeClr val="phClr"/>
          </a:solidFill>
          <a:prstDash val="solid"/>
        </a:ln>
      </a:lnStyleLst>
      <a:effectStyleLst>
        <a:effectStyle>
          <a:effectLst/>
        </a:effectStyle>
        <a:effectStyle>
          <a:effectLst>
            <a:reflection blurRad="12700" stA="26000" endPos="32000" dist="12700" dir="5400000" sy="-100000" rotWithShape="0"/>
          </a:effectLst>
        </a:effectStyle>
        <a:effectStyle>
          <a:effectLst>
            <a:outerShdw blurRad="38100" dist="25400" dir="5400000" rotWithShape="0">
              <a:srgbClr val="000000">
                <a:alpha val="64000"/>
              </a:srgbClr>
            </a:outerShdw>
          </a:effectLst>
          <a:scene3d>
            <a:camera prst="orthographicFront">
              <a:rot lat="0" lon="0" rev="0"/>
            </a:camera>
            <a:lightRig rig="threePt" dir="tl">
              <a:rot lat="0" lon="0" rev="1200000"/>
            </a:lightRig>
          </a:scene3d>
          <a:sp3d>
            <a:bevelT w="25400" h="12700"/>
          </a:sp3d>
        </a:effectStyle>
      </a:effectStyleLst>
      <a:bgFillStyleLst>
        <a:solidFill>
          <a:schemeClr val="phClr"/>
        </a:solidFill>
        <a:gradFill rotWithShape="1">
          <a:gsLst>
            <a:gs pos="0">
              <a:schemeClr val="phClr">
                <a:tint val="90000"/>
                <a:lumMod val="110000"/>
              </a:schemeClr>
            </a:gs>
            <a:gs pos="100000">
              <a:schemeClr val="phClr">
                <a:shade val="64000"/>
                <a:lumMod val="98000"/>
              </a:schemeClr>
            </a:gs>
          </a:gsLst>
          <a:lin ang="5400000" scaled="0"/>
        </a:gradFill>
        <a:blipFill rotWithShape="1">
          <a:blip xmlns:r="http://schemas.openxmlformats.org/officeDocument/2006/relationships" r:embed="rId1">
            <a:duotone>
              <a:schemeClr val="phClr">
                <a:shade val="76000"/>
                <a:satMod val="180000"/>
              </a:schemeClr>
              <a:schemeClr val="phClr">
                <a:tint val="80000"/>
                <a:satMod val="120000"/>
                <a:lumMod val="180000"/>
              </a:schemeClr>
            </a:duotone>
          </a:blip>
          <a:stretch/>
        </a:blipFill>
      </a:bgFillStyleLst>
    </a:fmtScheme>
  </a:themeElements>
  <a:objectDefaults/>
  <a:extraClrSchemeLst/>
  <a:extLst>
    <a:ext uri="{05A4C25C-085E-4340-85A3-A5531E510DB2}">
      <thm15:themeFamily xmlns:thm15="http://schemas.microsoft.com/office/thememl/2012/main" name="Parallax" id="{3388167B-A2EB-4685-9635-1831D9AEF8C4}" vid="{4F7A876A-7598-49CA-AFC8-8EDA2551E4A7}"/>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p:properties xmlns:p="http://schemas.microsoft.com/office/2006/metadata/properties" xmlns:xsi="http://www.w3.org/2001/XMLSchema-instance" xmlns:pc="http://schemas.microsoft.com/office/infopath/2007/PartnerControls">
  <documentManagement>
    <MediaServiceKeyPoints xmlns="71af3243-3dd4-4a8d-8c0d-dd76da1f02a5" xsi:nil="true"/>
  </documentManagement>
</p:properties>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ct:contentTypeSchema xmlns:ct="http://schemas.microsoft.com/office/2006/metadata/contentType" xmlns:ma="http://schemas.microsoft.com/office/2006/metadata/properties/metaAttributes" ct:_="" ma:_="" ma:contentTypeName="Document" ma:contentTypeID="0x01010079F111ED35F8CC479449609E8A0923A6" ma:contentTypeVersion="11" ma:contentTypeDescription="Create a new document." ma:contentTypeScope="" ma:versionID="9677210f24a1be23c92c90fd886aa0aa">
  <xsd:schema xmlns:xsd="http://www.w3.org/2001/XMLSchema" xmlns:xs="http://www.w3.org/2001/XMLSchema" xmlns:p="http://schemas.microsoft.com/office/2006/metadata/properties" xmlns:ns2="71af3243-3dd4-4a8d-8c0d-dd76da1f02a5" xmlns:ns3="16c05727-aa75-4e4a-9b5f-8a80a1165891" targetNamespace="http://schemas.microsoft.com/office/2006/metadata/properties" ma:root="true" ma:fieldsID="60e05723c5c1908df1a1a4ebf11d344e" ns2:_="" ns3:_="">
    <xsd:import namespace="71af3243-3dd4-4a8d-8c0d-dd76da1f02a5"/>
    <xsd:import namespace="16c05727-aa75-4e4a-9b5f-8a80a1165891"/>
    <xsd:element name="properties">
      <xsd:complexType>
        <xsd:sequence>
          <xsd:element name="documentManagement">
            <xsd:complexType>
              <xsd:all>
                <xsd:element ref="ns2:MediaServiceMetadata" minOccurs="0"/>
                <xsd:element ref="ns2:MediaServiceFastMetadata" minOccurs="0"/>
                <xsd:element ref="ns2:MediaServiceOCR" minOccurs="0"/>
                <xsd:element ref="ns2:MediaServiceAutoTags" minOccurs="0"/>
                <xsd:element ref="ns2:MediaServiceEventHashCode" minOccurs="0"/>
                <xsd:element ref="ns2:MediaServiceGenerationTime" minOccurs="0"/>
                <xsd:element ref="ns3:SharedWithUsers" minOccurs="0"/>
                <xsd:element ref="ns3:SharedWithDetails" minOccurs="0"/>
                <xsd:element ref="ns2:MediaServiceAutoKeyPoints" minOccurs="0"/>
                <xsd:element ref="ns2:MediaServiceKeyPoints" minOccurs="0"/>
                <xsd:element ref="ns2:MediaServiceDateTaken"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71af3243-3dd4-4a8d-8c0d-dd76da1f02a5"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OCR" ma:index="10" nillable="true" ma:displayName="MediaServiceOCR" ma:internalName="MediaServiceOCR" ma:readOnly="true">
      <xsd:simpleType>
        <xsd:restriction base="dms:Note">
          <xsd:maxLength value="255"/>
        </xsd:restriction>
      </xsd:simpleType>
    </xsd:element>
    <xsd:element name="MediaServiceAutoTags" ma:index="11" nillable="true" ma:displayName="MediaServiceAutoTags" ma:internalName="MediaServiceAutoTags" ma:readOnly="true">
      <xsd:simpleType>
        <xsd:restriction base="dms:Text"/>
      </xsd:simpleType>
    </xsd:element>
    <xsd:element name="MediaServiceEventHashCode" ma:index="12" nillable="true" ma:displayName="MediaServiceEventHashCode" ma:hidden="true" ma:internalName="MediaServiceEventHashCode" ma:readOnly="true">
      <xsd:simpleType>
        <xsd:restriction base="dms:Text"/>
      </xsd:simpleType>
    </xsd:element>
    <xsd:element name="MediaServiceGenerationTime" ma:index="13" nillable="true" ma:displayName="MediaServiceGenerationTime" ma:hidden="true" ma:internalName="MediaServiceGenerationTime" ma:readOnly="true">
      <xsd:simpleType>
        <xsd:restriction base="dms:Text"/>
      </xsd:simpleType>
    </xsd:element>
    <xsd:element name="MediaServiceAutoKeyPoints" ma:index="16" nillable="true" ma:displayName="MediaServiceAutoKeyPoints" ma:hidden="true" ma:internalName="MediaServiceAutoKeyPoints" ma:readOnly="true">
      <xsd:simpleType>
        <xsd:restriction base="dms:Note"/>
      </xsd:simpleType>
    </xsd:element>
    <xsd:element name="MediaServiceKeyPoints" ma:index="17" nillable="true" ma:displayName="KeyPoints" ma:internalName="MediaServiceKeyPoints" ma:readOnly="false">
      <xsd:simpleType>
        <xsd:restriction base="dms:Note">
          <xsd:maxLength value="255"/>
        </xsd:restriction>
      </xsd:simpleType>
    </xsd:element>
    <xsd:element name="MediaServiceDateTaken" ma:index="18" nillable="true" ma:displayName="MediaServiceDateTaken" ma:hidden="true" ma:internalName="MediaServiceDateTaken" ma:readOnly="true">
      <xsd:simpleType>
        <xsd:restriction base="dms:Text"/>
      </xsd:simpleType>
    </xsd:element>
  </xsd:schema>
  <xsd:schema xmlns:xsd="http://www.w3.org/2001/XMLSchema" xmlns:xs="http://www.w3.org/2001/XMLSchema" xmlns:dms="http://schemas.microsoft.com/office/2006/documentManagement/types" xmlns:pc="http://schemas.microsoft.com/office/infopath/2007/PartnerControls" targetNamespace="16c05727-aa75-4e4a-9b5f-8a80a1165891" elementFormDefault="qualified">
    <xsd:import namespace="http://schemas.microsoft.com/office/2006/documentManagement/types"/>
    <xsd:import namespace="http://schemas.microsoft.com/office/infopath/2007/PartnerControls"/>
    <xsd:element name="SharedWithUsers" ma:index="14"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5" nillable="true" ma:displayName="Shared With Details" ma:internalName="SharedWithDetails" ma:readOnly="true">
      <xsd:simpleType>
        <xsd:restriction base="dms:Note">
          <xsd:maxLength value="255"/>
        </xsd:restriction>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Props1.xml><?xml version="1.0" encoding="utf-8"?>
<ds:datastoreItem xmlns:ds="http://schemas.openxmlformats.org/officeDocument/2006/customXml" ds:itemID="{D7023227-530E-4024-91EF-312A851A758C}">
  <ds:schemaRefs>
    <ds:schemaRef ds:uri="http://schemas.microsoft.com/office/2006/metadata/properties"/>
    <ds:schemaRef ds:uri="http://schemas.microsoft.com/office/infopath/2007/PartnerControls"/>
    <ds:schemaRef ds:uri="71af3243-3dd4-4a8d-8c0d-dd76da1f02a5"/>
  </ds:schemaRefs>
</ds:datastoreItem>
</file>

<file path=customXml/itemProps2.xml><?xml version="1.0" encoding="utf-8"?>
<ds:datastoreItem xmlns:ds="http://schemas.openxmlformats.org/officeDocument/2006/customXml" ds:itemID="{33315AA3-EAE3-44ED-8368-BAC2FFFB4817}">
  <ds:schemaRefs>
    <ds:schemaRef ds:uri="http://schemas.microsoft.com/sharepoint/v3/contenttype/forms"/>
  </ds:schemaRefs>
</ds:datastoreItem>
</file>

<file path=customXml/itemProps3.xml><?xml version="1.0" encoding="utf-8"?>
<ds:datastoreItem xmlns:ds="http://schemas.openxmlformats.org/officeDocument/2006/customXml" ds:itemID="{627C19A7-3107-4CB2-BD0D-F7C79BE028CC}">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71af3243-3dd4-4a8d-8c0d-dd76da1f02a5"/>
    <ds:schemaRef ds:uri="16c05727-aa75-4e4a-9b5f-8a80a1165891"/>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docProps/app.xml><?xml version="1.0" encoding="utf-8"?>
<Properties xmlns="http://schemas.openxmlformats.org/officeDocument/2006/extended-properties" xmlns:vt="http://schemas.openxmlformats.org/officeDocument/2006/docPropsVTypes">
  <Template>Parallax design</Template>
  <TotalTime>1380</TotalTime>
  <Words>4883</Words>
  <Application>Microsoft Office PowerPoint</Application>
  <PresentationFormat>Widescreen</PresentationFormat>
  <Paragraphs>654</Paragraphs>
  <Slides>54</Slides>
  <Notes>0</Notes>
  <HiddenSlides>7</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54</vt:i4>
      </vt:variant>
    </vt:vector>
  </HeadingPairs>
  <TitlesOfParts>
    <vt:vector size="61" baseType="lpstr">
      <vt:lpstr>Arial</vt:lpstr>
      <vt:lpstr>Calibri</vt:lpstr>
      <vt:lpstr>Cascadia Code</vt:lpstr>
      <vt:lpstr>Cavolini</vt:lpstr>
      <vt:lpstr>Corbel</vt:lpstr>
      <vt:lpstr>Mystical Woods Smooth Script</vt:lpstr>
      <vt:lpstr>Parallax</vt:lpstr>
      <vt:lpstr>Building Blocks of React JS</vt:lpstr>
      <vt:lpstr>Core Building Blocks of React</vt:lpstr>
      <vt:lpstr>JSX</vt:lpstr>
      <vt:lpstr>JSX continued…</vt:lpstr>
      <vt:lpstr>JSX continued…</vt:lpstr>
      <vt:lpstr>JSX continued…</vt:lpstr>
      <vt:lpstr>JSX continued…</vt:lpstr>
      <vt:lpstr>Rendering Elements</vt:lpstr>
      <vt:lpstr>Rendering Elements continued…</vt:lpstr>
      <vt:lpstr>Rendering Elements continued…</vt:lpstr>
      <vt:lpstr>Rendering Elements continued…</vt:lpstr>
      <vt:lpstr>Rendering Elements continued…</vt:lpstr>
      <vt:lpstr>Components</vt:lpstr>
      <vt:lpstr>Components continued…</vt:lpstr>
      <vt:lpstr>Components continued…</vt:lpstr>
      <vt:lpstr>Components continued…</vt:lpstr>
      <vt:lpstr>Functional Components </vt:lpstr>
      <vt:lpstr>Functional Components continued…</vt:lpstr>
      <vt:lpstr>Functional Components continued…</vt:lpstr>
      <vt:lpstr>Functional Components continued…</vt:lpstr>
      <vt:lpstr>Class Components</vt:lpstr>
      <vt:lpstr>Class Components continued…</vt:lpstr>
      <vt:lpstr>Class Components continued…</vt:lpstr>
      <vt:lpstr>Class vs Functional</vt:lpstr>
      <vt:lpstr>States And Props</vt:lpstr>
      <vt:lpstr>States And Props continued…</vt:lpstr>
      <vt:lpstr>States And Props continued…</vt:lpstr>
      <vt:lpstr>States And Props continued…</vt:lpstr>
      <vt:lpstr>States And Props continued…</vt:lpstr>
      <vt:lpstr>States And Props continued…</vt:lpstr>
      <vt:lpstr>States And Props continued…</vt:lpstr>
      <vt:lpstr>States And Props continued…</vt:lpstr>
      <vt:lpstr>States And Props continued…</vt:lpstr>
      <vt:lpstr>States And Props continued…</vt:lpstr>
      <vt:lpstr> Destructuring Props</vt:lpstr>
      <vt:lpstr> Destructuring Props</vt:lpstr>
      <vt:lpstr> Destructuring Props</vt:lpstr>
      <vt:lpstr> Destructuring Props</vt:lpstr>
      <vt:lpstr> Destructuring Props</vt:lpstr>
      <vt:lpstr> Destructuring Props</vt:lpstr>
      <vt:lpstr> Destructuring Props and States…</vt:lpstr>
      <vt:lpstr> Destructuring Props and States…</vt:lpstr>
      <vt:lpstr> Destructuring Props and States…</vt:lpstr>
      <vt:lpstr>Conditional Rendering</vt:lpstr>
      <vt:lpstr>Conditional Rendering continued…</vt:lpstr>
      <vt:lpstr>Conditional Rendering continued…</vt:lpstr>
      <vt:lpstr>Conditional Rendering continued…</vt:lpstr>
      <vt:lpstr>Conditional Rendering continued…</vt:lpstr>
      <vt:lpstr>Conditional Rendering continued…</vt:lpstr>
      <vt:lpstr>Conditional Rendering continued…</vt:lpstr>
      <vt:lpstr>Conditional Rendering continued…</vt:lpstr>
      <vt:lpstr>Conditional Rendering continued…</vt:lpstr>
      <vt:lpstr>Conditional Rendering continued…</vt:lpstr>
      <vt:lpstr>Thank You!</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Building Blocks of React JS</dc:title>
  <dc:creator>Bantwal Hebbahalasinakate, Mayur Pai</dc:creator>
  <cp:lastModifiedBy>Mayur Pai Bantwal Hebbahalasinakate</cp:lastModifiedBy>
  <cp:revision>12</cp:revision>
  <dcterms:created xsi:type="dcterms:W3CDTF">2023-07-30T06:44:14Z</dcterms:created>
  <dcterms:modified xsi:type="dcterms:W3CDTF">2025-11-25T07:23:22Z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0x01010079F111ED35F8CC479449609E8A0923A6</vt:lpwstr>
  </property>
</Properties>
</file>